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</p:sldMasterIdLst>
  <p:notesMasterIdLst>
    <p:notesMasterId r:id="rId18"/>
  </p:notesMasterIdLst>
  <p:sldIdLst>
    <p:sldId id="256" r:id="rId2"/>
    <p:sldId id="258" r:id="rId3"/>
    <p:sldId id="259" r:id="rId4"/>
    <p:sldId id="260" r:id="rId5"/>
    <p:sldId id="261" r:id="rId6"/>
    <p:sldId id="271" r:id="rId7"/>
    <p:sldId id="269" r:id="rId8"/>
    <p:sldId id="268" r:id="rId9"/>
    <p:sldId id="296" r:id="rId10"/>
    <p:sldId id="301" r:id="rId11"/>
    <p:sldId id="262" r:id="rId12"/>
    <p:sldId id="300" r:id="rId13"/>
    <p:sldId id="297" r:id="rId14"/>
    <p:sldId id="263" r:id="rId15"/>
    <p:sldId id="264" r:id="rId16"/>
    <p:sldId id="302" r:id="rId17"/>
  </p:sldIdLst>
  <p:sldSz cx="9144000" cy="5143500" type="screen16x9"/>
  <p:notesSz cx="6858000" cy="9144000"/>
  <p:embeddedFontLst>
    <p:embeddedFont>
      <p:font typeface="Epilogue" panose="020B0604020202020204" charset="0"/>
      <p:regular r:id="rId19"/>
      <p:bold r:id="rId20"/>
      <p:italic r:id="rId21"/>
      <p:boldItalic r:id="rId22"/>
    </p:embeddedFont>
    <p:embeddedFont>
      <p:font typeface="Hind Siliguri" panose="02000000000000000000" pitchFamily="2" charset="0"/>
      <p:regular r:id="rId23"/>
      <p:bold r:id="rId24"/>
    </p:embeddedFont>
    <p:embeddedFont>
      <p:font typeface="Raleway" panose="020F0502020204030204" pitchFamily="2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65A2F94-248A-4189-9142-040B6C955138}">
  <a:tblStyle styleId="{065A2F94-248A-4189-9142-040B6C95513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8666FD1-94F9-41D6-BCAF-7BD9B9CC0198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70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10f9e629ec3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9" name="Google Shape;569;g10f9e629ec3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21258269c9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1" name="Google Shape;601;g21258269c9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g111e7c571f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3" name="Google Shape;703;g111e7c571f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g21258269c9b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2" name="Google Shape;732;g21258269c9b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g1de147f2651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8" name="Google Shape;1128;g1de147f2651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g1105afc42a3_1_5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6" name="Google Shape;1086;g1105afc42a3_1_5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g10f9e629ec3_0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7" name="Google Shape;1077;g10f9e629ec3_0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5">
          <a:extLst>
            <a:ext uri="{FF2B5EF4-FFF2-40B4-BE49-F238E27FC236}">
              <a16:creationId xmlns:a16="http://schemas.microsoft.com/office/drawing/2014/main" id="{3BB51AC2-6424-33FC-950D-17BB9C248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g10f9e629ec3_0_172:notes">
            <a:extLst>
              <a:ext uri="{FF2B5EF4-FFF2-40B4-BE49-F238E27FC236}">
                <a16:creationId xmlns:a16="http://schemas.microsoft.com/office/drawing/2014/main" id="{0D2A5683-E63A-2EC1-91C1-5B2F68C197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7" name="Google Shape;1077;g10f9e629ec3_0_172:notes">
            <a:extLst>
              <a:ext uri="{FF2B5EF4-FFF2-40B4-BE49-F238E27FC236}">
                <a16:creationId xmlns:a16="http://schemas.microsoft.com/office/drawing/2014/main" id="{450697CA-F011-6D23-8E1F-A0E90FFBF8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574166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5">
          <a:extLst>
            <a:ext uri="{FF2B5EF4-FFF2-40B4-BE49-F238E27FC236}">
              <a16:creationId xmlns:a16="http://schemas.microsoft.com/office/drawing/2014/main" id="{1B96ACC2-E922-446E-A85B-15F3742A3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g10f9e629ec3_0_172:notes">
            <a:extLst>
              <a:ext uri="{FF2B5EF4-FFF2-40B4-BE49-F238E27FC236}">
                <a16:creationId xmlns:a16="http://schemas.microsoft.com/office/drawing/2014/main" id="{35736B98-C392-500C-4D1E-41FEA653CE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7" name="Google Shape;1077;g10f9e629ec3_0_172:notes">
            <a:extLst>
              <a:ext uri="{FF2B5EF4-FFF2-40B4-BE49-F238E27FC236}">
                <a16:creationId xmlns:a16="http://schemas.microsoft.com/office/drawing/2014/main" id="{D2874708-DEF1-9818-E750-55A67FC9C3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73431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21258269c9b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4" name="Google Shape;774;g21258269c9b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2">
          <a:extLst>
            <a:ext uri="{FF2B5EF4-FFF2-40B4-BE49-F238E27FC236}">
              <a16:creationId xmlns:a16="http://schemas.microsoft.com/office/drawing/2014/main" id="{79F3E4F0-7313-F065-9978-8E8C14CC7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21258269c9b_0_111:notes">
            <a:extLst>
              <a:ext uri="{FF2B5EF4-FFF2-40B4-BE49-F238E27FC236}">
                <a16:creationId xmlns:a16="http://schemas.microsoft.com/office/drawing/2014/main" id="{48C83185-8CFF-192C-DF26-A5CB12CE7D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4" name="Google Shape;774;g21258269c9b_0_111:notes">
            <a:extLst>
              <a:ext uri="{FF2B5EF4-FFF2-40B4-BE49-F238E27FC236}">
                <a16:creationId xmlns:a16="http://schemas.microsoft.com/office/drawing/2014/main" id="{181BD509-4A68-DFA5-A8B2-0E2BFB7104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000735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5">
          <a:extLst>
            <a:ext uri="{FF2B5EF4-FFF2-40B4-BE49-F238E27FC236}">
              <a16:creationId xmlns:a16="http://schemas.microsoft.com/office/drawing/2014/main" id="{ED3B3040-0F17-C24C-D736-881E46EFE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g11e375b9f55_0_86:notes">
            <a:extLst>
              <a:ext uri="{FF2B5EF4-FFF2-40B4-BE49-F238E27FC236}">
                <a16:creationId xmlns:a16="http://schemas.microsoft.com/office/drawing/2014/main" id="{6244FE61-2061-D2CD-57ED-0A303D1559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7" name="Google Shape;957;g11e375b9f55_0_86:notes">
            <a:extLst>
              <a:ext uri="{FF2B5EF4-FFF2-40B4-BE49-F238E27FC236}">
                <a16:creationId xmlns:a16="http://schemas.microsoft.com/office/drawing/2014/main" id="{5FEDA0B3-DB60-F6A7-AB43-C5E58EE923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773821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g2140bdeeea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8" name="Google Shape;808;g2140bdeeea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g21258269c9b_0_2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5" name="Google Shape;825;g21258269c9b_0_2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-518693">
            <a:off x="-1936868" y="-2575760"/>
            <a:ext cx="4341237" cy="3971959"/>
          </a:xfrm>
          <a:custGeom>
            <a:avLst/>
            <a:gdLst/>
            <a:ahLst/>
            <a:cxnLst/>
            <a:rect l="l" t="t" r="r" b="b"/>
            <a:pathLst>
              <a:path w="25107" h="22971" extrusionOk="0">
                <a:moveTo>
                  <a:pt x="6029" y="1"/>
                </a:moveTo>
                <a:cubicBezTo>
                  <a:pt x="4338" y="1"/>
                  <a:pt x="2979" y="676"/>
                  <a:pt x="2106" y="1643"/>
                </a:cubicBezTo>
                <a:cubicBezTo>
                  <a:pt x="580" y="3337"/>
                  <a:pt x="1" y="6173"/>
                  <a:pt x="2576" y="10368"/>
                </a:cubicBezTo>
                <a:cubicBezTo>
                  <a:pt x="4339" y="13239"/>
                  <a:pt x="4269" y="14957"/>
                  <a:pt x="3934" y="17793"/>
                </a:cubicBezTo>
                <a:cubicBezTo>
                  <a:pt x="3597" y="20624"/>
                  <a:pt x="4165" y="21865"/>
                  <a:pt x="5284" y="22550"/>
                </a:cubicBezTo>
                <a:cubicBezTo>
                  <a:pt x="5735" y="22827"/>
                  <a:pt x="6253" y="22970"/>
                  <a:pt x="6788" y="22970"/>
                </a:cubicBezTo>
                <a:cubicBezTo>
                  <a:pt x="7978" y="22970"/>
                  <a:pt x="9255" y="22259"/>
                  <a:pt x="10087" y="20722"/>
                </a:cubicBezTo>
                <a:cubicBezTo>
                  <a:pt x="11061" y="18911"/>
                  <a:pt x="11691" y="17303"/>
                  <a:pt x="13839" y="17303"/>
                </a:cubicBezTo>
                <a:cubicBezTo>
                  <a:pt x="14341" y="17303"/>
                  <a:pt x="14925" y="17391"/>
                  <a:pt x="15616" y="17584"/>
                </a:cubicBezTo>
                <a:cubicBezTo>
                  <a:pt x="16571" y="17851"/>
                  <a:pt x="17477" y="17980"/>
                  <a:pt x="18320" y="17980"/>
                </a:cubicBezTo>
                <a:cubicBezTo>
                  <a:pt x="20695" y="17980"/>
                  <a:pt x="22564" y="16954"/>
                  <a:pt x="23591" y="15113"/>
                </a:cubicBezTo>
                <a:cubicBezTo>
                  <a:pt x="24984" y="12619"/>
                  <a:pt x="25106" y="8192"/>
                  <a:pt x="22164" y="6325"/>
                </a:cubicBezTo>
                <a:cubicBezTo>
                  <a:pt x="19224" y="4462"/>
                  <a:pt x="16596" y="6173"/>
                  <a:pt x="12118" y="2548"/>
                </a:cubicBezTo>
                <a:cubicBezTo>
                  <a:pt x="9850" y="712"/>
                  <a:pt x="7765" y="1"/>
                  <a:pt x="602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FE2EF"/>
              </a:solidFill>
            </a:endParaRPr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15100" y="776200"/>
            <a:ext cx="5421300" cy="1895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15100" y="2875300"/>
            <a:ext cx="2107200" cy="66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 rot="-518693">
            <a:off x="-1936868" y="-2575760"/>
            <a:ext cx="4341237" cy="3971959"/>
          </a:xfrm>
          <a:custGeom>
            <a:avLst/>
            <a:gdLst/>
            <a:ahLst/>
            <a:cxnLst/>
            <a:rect l="l" t="t" r="r" b="b"/>
            <a:pathLst>
              <a:path w="25107" h="22971" extrusionOk="0">
                <a:moveTo>
                  <a:pt x="6029" y="1"/>
                </a:moveTo>
                <a:cubicBezTo>
                  <a:pt x="4338" y="1"/>
                  <a:pt x="2979" y="676"/>
                  <a:pt x="2106" y="1643"/>
                </a:cubicBezTo>
                <a:cubicBezTo>
                  <a:pt x="580" y="3337"/>
                  <a:pt x="1" y="6173"/>
                  <a:pt x="2576" y="10368"/>
                </a:cubicBezTo>
                <a:cubicBezTo>
                  <a:pt x="4339" y="13239"/>
                  <a:pt x="4269" y="14957"/>
                  <a:pt x="3934" y="17793"/>
                </a:cubicBezTo>
                <a:cubicBezTo>
                  <a:pt x="3597" y="20624"/>
                  <a:pt x="4165" y="21865"/>
                  <a:pt x="5284" y="22550"/>
                </a:cubicBezTo>
                <a:cubicBezTo>
                  <a:pt x="5735" y="22827"/>
                  <a:pt x="6253" y="22970"/>
                  <a:pt x="6788" y="22970"/>
                </a:cubicBezTo>
                <a:cubicBezTo>
                  <a:pt x="7978" y="22970"/>
                  <a:pt x="9255" y="22259"/>
                  <a:pt x="10087" y="20722"/>
                </a:cubicBezTo>
                <a:cubicBezTo>
                  <a:pt x="11061" y="18911"/>
                  <a:pt x="11691" y="17303"/>
                  <a:pt x="13839" y="17303"/>
                </a:cubicBezTo>
                <a:cubicBezTo>
                  <a:pt x="14341" y="17303"/>
                  <a:pt x="14925" y="17391"/>
                  <a:pt x="15616" y="17584"/>
                </a:cubicBezTo>
                <a:cubicBezTo>
                  <a:pt x="16571" y="17851"/>
                  <a:pt x="17477" y="17980"/>
                  <a:pt x="18320" y="17980"/>
                </a:cubicBezTo>
                <a:cubicBezTo>
                  <a:pt x="20695" y="17980"/>
                  <a:pt x="22564" y="16954"/>
                  <a:pt x="23591" y="15113"/>
                </a:cubicBezTo>
                <a:cubicBezTo>
                  <a:pt x="24984" y="12619"/>
                  <a:pt x="25106" y="8192"/>
                  <a:pt x="22164" y="6325"/>
                </a:cubicBezTo>
                <a:cubicBezTo>
                  <a:pt x="19224" y="4462"/>
                  <a:pt x="16596" y="6173"/>
                  <a:pt x="12118" y="2548"/>
                </a:cubicBezTo>
                <a:cubicBezTo>
                  <a:pt x="9850" y="712"/>
                  <a:pt x="7765" y="1"/>
                  <a:pt x="602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FE2EF"/>
              </a:solidFill>
            </a:endParaRPr>
          </a:p>
        </p:txBody>
      </p:sp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715100" y="1829150"/>
            <a:ext cx="3943500" cy="79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2" hasCustomPrompt="1"/>
          </p:nvPr>
        </p:nvSpPr>
        <p:spPr>
          <a:xfrm>
            <a:off x="715100" y="1096400"/>
            <a:ext cx="1117500" cy="841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ubTitle" idx="1"/>
          </p:nvPr>
        </p:nvSpPr>
        <p:spPr>
          <a:xfrm>
            <a:off x="3927875" y="2650027"/>
            <a:ext cx="2666700" cy="128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5"/>
          <p:cNvSpPr txBox="1">
            <a:spLocks noGrp="1"/>
          </p:cNvSpPr>
          <p:nvPr>
            <p:ph type="subTitle" idx="2"/>
          </p:nvPr>
        </p:nvSpPr>
        <p:spPr>
          <a:xfrm>
            <a:off x="720000" y="2650027"/>
            <a:ext cx="2666700" cy="128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5"/>
          <p:cNvSpPr txBox="1">
            <a:spLocks noGrp="1"/>
          </p:cNvSpPr>
          <p:nvPr>
            <p:ph type="subTitle" idx="3"/>
          </p:nvPr>
        </p:nvSpPr>
        <p:spPr>
          <a:xfrm>
            <a:off x="720000" y="2309500"/>
            <a:ext cx="2666700" cy="40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8" name="Google Shape;58;p5"/>
          <p:cNvSpPr txBox="1">
            <a:spLocks noGrp="1"/>
          </p:cNvSpPr>
          <p:nvPr>
            <p:ph type="subTitle" idx="4"/>
          </p:nvPr>
        </p:nvSpPr>
        <p:spPr>
          <a:xfrm>
            <a:off x="3927875" y="2309475"/>
            <a:ext cx="2666700" cy="40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61" name="Google Shape;61;p6"/>
          <p:cNvGrpSpPr/>
          <p:nvPr/>
        </p:nvGrpSpPr>
        <p:grpSpPr>
          <a:xfrm>
            <a:off x="6488252" y="2586478"/>
            <a:ext cx="5688631" cy="5799544"/>
            <a:chOff x="6488252" y="2586478"/>
            <a:chExt cx="5688631" cy="5799544"/>
          </a:xfrm>
        </p:grpSpPr>
        <p:sp>
          <p:nvSpPr>
            <p:cNvPr id="62" name="Google Shape;62;p6"/>
            <p:cNvSpPr/>
            <p:nvPr/>
          </p:nvSpPr>
          <p:spPr>
            <a:xfrm rot="3435988">
              <a:off x="7161956" y="3500281"/>
              <a:ext cx="4341224" cy="3971938"/>
            </a:xfrm>
            <a:custGeom>
              <a:avLst/>
              <a:gdLst/>
              <a:ahLst/>
              <a:cxnLst/>
              <a:rect l="l" t="t" r="r" b="b"/>
              <a:pathLst>
                <a:path w="25107" h="22971" extrusionOk="0">
                  <a:moveTo>
                    <a:pt x="6029" y="1"/>
                  </a:moveTo>
                  <a:cubicBezTo>
                    <a:pt x="4338" y="1"/>
                    <a:pt x="2979" y="676"/>
                    <a:pt x="2106" y="1643"/>
                  </a:cubicBezTo>
                  <a:cubicBezTo>
                    <a:pt x="580" y="3337"/>
                    <a:pt x="1" y="6173"/>
                    <a:pt x="2576" y="10368"/>
                  </a:cubicBezTo>
                  <a:cubicBezTo>
                    <a:pt x="4339" y="13239"/>
                    <a:pt x="4269" y="14957"/>
                    <a:pt x="3934" y="17793"/>
                  </a:cubicBezTo>
                  <a:cubicBezTo>
                    <a:pt x="3597" y="20624"/>
                    <a:pt x="4165" y="21865"/>
                    <a:pt x="5284" y="22550"/>
                  </a:cubicBezTo>
                  <a:cubicBezTo>
                    <a:pt x="5735" y="22827"/>
                    <a:pt x="6253" y="22970"/>
                    <a:pt x="6788" y="22970"/>
                  </a:cubicBezTo>
                  <a:cubicBezTo>
                    <a:pt x="7978" y="22970"/>
                    <a:pt x="9255" y="22259"/>
                    <a:pt x="10087" y="20722"/>
                  </a:cubicBezTo>
                  <a:cubicBezTo>
                    <a:pt x="11061" y="18911"/>
                    <a:pt x="11691" y="17303"/>
                    <a:pt x="13839" y="17303"/>
                  </a:cubicBezTo>
                  <a:cubicBezTo>
                    <a:pt x="14341" y="17303"/>
                    <a:pt x="14925" y="17391"/>
                    <a:pt x="15616" y="17584"/>
                  </a:cubicBezTo>
                  <a:cubicBezTo>
                    <a:pt x="16571" y="17851"/>
                    <a:pt x="17477" y="17980"/>
                    <a:pt x="18320" y="17980"/>
                  </a:cubicBezTo>
                  <a:cubicBezTo>
                    <a:pt x="20695" y="17980"/>
                    <a:pt x="22564" y="16954"/>
                    <a:pt x="23591" y="15113"/>
                  </a:cubicBezTo>
                  <a:cubicBezTo>
                    <a:pt x="24984" y="12619"/>
                    <a:pt x="25106" y="8192"/>
                    <a:pt x="22164" y="6325"/>
                  </a:cubicBezTo>
                  <a:cubicBezTo>
                    <a:pt x="19224" y="4462"/>
                    <a:pt x="16596" y="6173"/>
                    <a:pt x="12118" y="2548"/>
                  </a:cubicBezTo>
                  <a:cubicBezTo>
                    <a:pt x="9850" y="712"/>
                    <a:pt x="7765" y="1"/>
                    <a:pt x="60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grpSp>
          <p:nvGrpSpPr>
            <p:cNvPr id="63" name="Google Shape;63;p6"/>
            <p:cNvGrpSpPr/>
            <p:nvPr/>
          </p:nvGrpSpPr>
          <p:grpSpPr>
            <a:xfrm rot="2912303">
              <a:off x="7772113" y="4211456"/>
              <a:ext cx="1313593" cy="1166158"/>
              <a:chOff x="8017245" y="4305760"/>
              <a:chExt cx="943640" cy="837728"/>
            </a:xfrm>
          </p:grpSpPr>
          <p:sp>
            <p:nvSpPr>
              <p:cNvPr id="64" name="Google Shape;64;p6"/>
              <p:cNvSpPr/>
              <p:nvPr/>
            </p:nvSpPr>
            <p:spPr>
              <a:xfrm rot="-2826888">
                <a:off x="8112182" y="4536514"/>
                <a:ext cx="145076" cy="322392"/>
              </a:xfrm>
              <a:custGeom>
                <a:avLst/>
                <a:gdLst/>
                <a:ahLst/>
                <a:cxnLst/>
                <a:rect l="l" t="t" r="r" b="b"/>
                <a:pathLst>
                  <a:path w="277" h="619" extrusionOk="0">
                    <a:moveTo>
                      <a:pt x="172" y="618"/>
                    </a:moveTo>
                    <a:cubicBezTo>
                      <a:pt x="172" y="618"/>
                      <a:pt x="173" y="617"/>
                      <a:pt x="174" y="616"/>
                    </a:cubicBezTo>
                    <a:cubicBezTo>
                      <a:pt x="175" y="615"/>
                      <a:pt x="177" y="613"/>
                      <a:pt x="179" y="610"/>
                    </a:cubicBezTo>
                    <a:cubicBezTo>
                      <a:pt x="181" y="607"/>
                      <a:pt x="183" y="604"/>
                      <a:pt x="186" y="601"/>
                    </a:cubicBezTo>
                    <a:cubicBezTo>
                      <a:pt x="188" y="597"/>
                      <a:pt x="192" y="593"/>
                      <a:pt x="196" y="588"/>
                    </a:cubicBezTo>
                    <a:cubicBezTo>
                      <a:pt x="209" y="569"/>
                      <a:pt x="226" y="543"/>
                      <a:pt x="239" y="513"/>
                    </a:cubicBezTo>
                    <a:cubicBezTo>
                      <a:pt x="252" y="483"/>
                      <a:pt x="263" y="446"/>
                      <a:pt x="269" y="409"/>
                    </a:cubicBezTo>
                    <a:cubicBezTo>
                      <a:pt x="275" y="372"/>
                      <a:pt x="276" y="333"/>
                      <a:pt x="271" y="294"/>
                    </a:cubicBezTo>
                    <a:cubicBezTo>
                      <a:pt x="266" y="255"/>
                      <a:pt x="258" y="217"/>
                      <a:pt x="244" y="182"/>
                    </a:cubicBezTo>
                    <a:cubicBezTo>
                      <a:pt x="229" y="146"/>
                      <a:pt x="211" y="116"/>
                      <a:pt x="191" y="88"/>
                    </a:cubicBezTo>
                    <a:cubicBezTo>
                      <a:pt x="182" y="75"/>
                      <a:pt x="170" y="62"/>
                      <a:pt x="161" y="52"/>
                    </a:cubicBezTo>
                    <a:cubicBezTo>
                      <a:pt x="150" y="41"/>
                      <a:pt x="141" y="32"/>
                      <a:pt x="132" y="24"/>
                    </a:cubicBezTo>
                    <a:cubicBezTo>
                      <a:pt x="128" y="21"/>
                      <a:pt x="124" y="17"/>
                      <a:pt x="121" y="14"/>
                    </a:cubicBezTo>
                    <a:cubicBezTo>
                      <a:pt x="117" y="11"/>
                      <a:pt x="114" y="8"/>
                      <a:pt x="111" y="6"/>
                    </a:cubicBezTo>
                    <a:cubicBezTo>
                      <a:pt x="108" y="4"/>
                      <a:pt x="106" y="1"/>
                      <a:pt x="105" y="1"/>
                    </a:cubicBezTo>
                    <a:cubicBezTo>
                      <a:pt x="103" y="0"/>
                      <a:pt x="103" y="0"/>
                      <a:pt x="103" y="0"/>
                    </a:cubicBezTo>
                    <a:cubicBezTo>
                      <a:pt x="103" y="0"/>
                      <a:pt x="102" y="1"/>
                      <a:pt x="101" y="1"/>
                    </a:cubicBezTo>
                    <a:cubicBezTo>
                      <a:pt x="100" y="2"/>
                      <a:pt x="98" y="4"/>
                      <a:pt x="96" y="7"/>
                    </a:cubicBezTo>
                    <a:cubicBezTo>
                      <a:pt x="94" y="10"/>
                      <a:pt x="91" y="13"/>
                      <a:pt x="88" y="17"/>
                    </a:cubicBezTo>
                    <a:cubicBezTo>
                      <a:pt x="85" y="21"/>
                      <a:pt x="83" y="24"/>
                      <a:pt x="79" y="29"/>
                    </a:cubicBezTo>
                    <a:cubicBezTo>
                      <a:pt x="72" y="39"/>
                      <a:pt x="65" y="50"/>
                      <a:pt x="58" y="62"/>
                    </a:cubicBezTo>
                    <a:cubicBezTo>
                      <a:pt x="50" y="75"/>
                      <a:pt x="43" y="89"/>
                      <a:pt x="37" y="105"/>
                    </a:cubicBezTo>
                    <a:cubicBezTo>
                      <a:pt x="24" y="136"/>
                      <a:pt x="13" y="172"/>
                      <a:pt x="6" y="209"/>
                    </a:cubicBezTo>
                    <a:cubicBezTo>
                      <a:pt x="1" y="246"/>
                      <a:pt x="0" y="285"/>
                      <a:pt x="5" y="324"/>
                    </a:cubicBezTo>
                    <a:cubicBezTo>
                      <a:pt x="9" y="363"/>
                      <a:pt x="19" y="401"/>
                      <a:pt x="33" y="436"/>
                    </a:cubicBezTo>
                    <a:cubicBezTo>
                      <a:pt x="47" y="471"/>
                      <a:pt x="65" y="503"/>
                      <a:pt x="85" y="530"/>
                    </a:cubicBezTo>
                    <a:cubicBezTo>
                      <a:pt x="106" y="557"/>
                      <a:pt x="126" y="579"/>
                      <a:pt x="144" y="594"/>
                    </a:cubicBezTo>
                    <a:cubicBezTo>
                      <a:pt x="147" y="598"/>
                      <a:pt x="152" y="602"/>
                      <a:pt x="155" y="604"/>
                    </a:cubicBezTo>
                    <a:cubicBezTo>
                      <a:pt x="159" y="607"/>
                      <a:pt x="162" y="610"/>
                      <a:pt x="165" y="612"/>
                    </a:cubicBezTo>
                    <a:cubicBezTo>
                      <a:pt x="167" y="614"/>
                      <a:pt x="169" y="616"/>
                      <a:pt x="171" y="617"/>
                    </a:cubicBezTo>
                    <a:cubicBezTo>
                      <a:pt x="171" y="618"/>
                      <a:pt x="172" y="618"/>
                      <a:pt x="172" y="618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" name="Google Shape;65;p6"/>
              <p:cNvSpPr/>
              <p:nvPr/>
            </p:nvSpPr>
            <p:spPr>
              <a:xfrm rot="-2826872">
                <a:off x="8093848" y="4826636"/>
                <a:ext cx="271731" cy="193434"/>
              </a:xfrm>
              <a:custGeom>
                <a:avLst/>
                <a:gdLst/>
                <a:ahLst/>
                <a:cxnLst/>
                <a:rect l="l" t="t" r="r" b="b"/>
                <a:pathLst>
                  <a:path w="519" h="370" extrusionOk="0">
                    <a:moveTo>
                      <a:pt x="518" y="355"/>
                    </a:moveTo>
                    <a:cubicBezTo>
                      <a:pt x="518" y="355"/>
                      <a:pt x="518" y="354"/>
                      <a:pt x="518" y="352"/>
                    </a:cubicBezTo>
                    <a:cubicBezTo>
                      <a:pt x="518" y="350"/>
                      <a:pt x="517" y="347"/>
                      <a:pt x="517" y="344"/>
                    </a:cubicBezTo>
                    <a:cubicBezTo>
                      <a:pt x="516" y="342"/>
                      <a:pt x="516" y="337"/>
                      <a:pt x="515" y="333"/>
                    </a:cubicBezTo>
                    <a:cubicBezTo>
                      <a:pt x="514" y="328"/>
                      <a:pt x="513" y="324"/>
                      <a:pt x="511" y="318"/>
                    </a:cubicBezTo>
                    <a:cubicBezTo>
                      <a:pt x="505" y="296"/>
                      <a:pt x="496" y="266"/>
                      <a:pt x="481" y="237"/>
                    </a:cubicBezTo>
                    <a:cubicBezTo>
                      <a:pt x="465" y="206"/>
                      <a:pt x="445" y="176"/>
                      <a:pt x="421" y="147"/>
                    </a:cubicBezTo>
                    <a:cubicBezTo>
                      <a:pt x="396" y="119"/>
                      <a:pt x="366" y="93"/>
                      <a:pt x="334" y="71"/>
                    </a:cubicBezTo>
                    <a:cubicBezTo>
                      <a:pt x="301" y="49"/>
                      <a:pt x="266" y="32"/>
                      <a:pt x="230" y="21"/>
                    </a:cubicBezTo>
                    <a:cubicBezTo>
                      <a:pt x="194" y="9"/>
                      <a:pt x="158" y="2"/>
                      <a:pt x="124" y="1"/>
                    </a:cubicBezTo>
                    <a:cubicBezTo>
                      <a:pt x="107" y="0"/>
                      <a:pt x="91" y="0"/>
                      <a:pt x="77" y="1"/>
                    </a:cubicBezTo>
                    <a:cubicBezTo>
                      <a:pt x="62" y="2"/>
                      <a:pt x="49" y="2"/>
                      <a:pt x="38" y="4"/>
                    </a:cubicBezTo>
                    <a:cubicBezTo>
                      <a:pt x="32" y="5"/>
                      <a:pt x="27" y="6"/>
                      <a:pt x="22" y="7"/>
                    </a:cubicBezTo>
                    <a:cubicBezTo>
                      <a:pt x="18" y="8"/>
                      <a:pt x="14" y="9"/>
                      <a:pt x="11" y="10"/>
                    </a:cubicBezTo>
                    <a:cubicBezTo>
                      <a:pt x="8" y="11"/>
                      <a:pt x="5" y="12"/>
                      <a:pt x="3" y="12"/>
                    </a:cubicBezTo>
                    <a:cubicBezTo>
                      <a:pt x="1" y="12"/>
                      <a:pt x="0" y="13"/>
                      <a:pt x="0" y="13"/>
                    </a:cubicBezTo>
                    <a:cubicBezTo>
                      <a:pt x="0" y="13"/>
                      <a:pt x="0" y="14"/>
                      <a:pt x="0" y="16"/>
                    </a:cubicBezTo>
                    <a:cubicBezTo>
                      <a:pt x="0" y="18"/>
                      <a:pt x="1" y="21"/>
                      <a:pt x="1" y="23"/>
                    </a:cubicBezTo>
                    <a:cubicBezTo>
                      <a:pt x="2" y="26"/>
                      <a:pt x="2" y="31"/>
                      <a:pt x="3" y="35"/>
                    </a:cubicBezTo>
                    <a:cubicBezTo>
                      <a:pt x="4" y="40"/>
                      <a:pt x="5" y="44"/>
                      <a:pt x="7" y="50"/>
                    </a:cubicBezTo>
                    <a:cubicBezTo>
                      <a:pt x="10" y="62"/>
                      <a:pt x="14" y="74"/>
                      <a:pt x="19" y="88"/>
                    </a:cubicBezTo>
                    <a:cubicBezTo>
                      <a:pt x="23" y="102"/>
                      <a:pt x="30" y="117"/>
                      <a:pt x="38" y="132"/>
                    </a:cubicBezTo>
                    <a:cubicBezTo>
                      <a:pt x="53" y="163"/>
                      <a:pt x="73" y="193"/>
                      <a:pt x="98" y="222"/>
                    </a:cubicBezTo>
                    <a:cubicBezTo>
                      <a:pt x="122" y="250"/>
                      <a:pt x="152" y="276"/>
                      <a:pt x="184" y="297"/>
                    </a:cubicBezTo>
                    <a:cubicBezTo>
                      <a:pt x="217" y="318"/>
                      <a:pt x="252" y="336"/>
                      <a:pt x="288" y="347"/>
                    </a:cubicBezTo>
                    <a:cubicBezTo>
                      <a:pt x="324" y="359"/>
                      <a:pt x="361" y="365"/>
                      <a:pt x="394" y="367"/>
                    </a:cubicBezTo>
                    <a:cubicBezTo>
                      <a:pt x="427" y="369"/>
                      <a:pt x="458" y="367"/>
                      <a:pt x="481" y="364"/>
                    </a:cubicBezTo>
                    <a:cubicBezTo>
                      <a:pt x="486" y="363"/>
                      <a:pt x="491" y="362"/>
                      <a:pt x="496" y="361"/>
                    </a:cubicBezTo>
                    <a:cubicBezTo>
                      <a:pt x="501" y="360"/>
                      <a:pt x="504" y="359"/>
                      <a:pt x="507" y="358"/>
                    </a:cubicBezTo>
                    <a:cubicBezTo>
                      <a:pt x="510" y="357"/>
                      <a:pt x="513" y="356"/>
                      <a:pt x="515" y="356"/>
                    </a:cubicBezTo>
                    <a:cubicBezTo>
                      <a:pt x="517" y="356"/>
                      <a:pt x="518" y="355"/>
                      <a:pt x="518" y="355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" name="Google Shape;66;p6"/>
              <p:cNvSpPr/>
              <p:nvPr/>
            </p:nvSpPr>
            <p:spPr>
              <a:xfrm rot="-2826883">
                <a:off x="8314007" y="4568602"/>
                <a:ext cx="126653" cy="232581"/>
              </a:xfrm>
              <a:custGeom>
                <a:avLst/>
                <a:gdLst/>
                <a:ahLst/>
                <a:cxnLst/>
                <a:rect l="l" t="t" r="r" b="b"/>
                <a:pathLst>
                  <a:path w="241" h="445" extrusionOk="0">
                    <a:moveTo>
                      <a:pt x="33" y="444"/>
                    </a:moveTo>
                    <a:cubicBezTo>
                      <a:pt x="33" y="444"/>
                      <a:pt x="34" y="444"/>
                      <a:pt x="35" y="444"/>
                    </a:cubicBezTo>
                    <a:cubicBezTo>
                      <a:pt x="36" y="443"/>
                      <a:pt x="38" y="443"/>
                      <a:pt x="40" y="442"/>
                    </a:cubicBezTo>
                    <a:cubicBezTo>
                      <a:pt x="42" y="441"/>
                      <a:pt x="46" y="440"/>
                      <a:pt x="49" y="438"/>
                    </a:cubicBezTo>
                    <a:cubicBezTo>
                      <a:pt x="52" y="436"/>
                      <a:pt x="56" y="435"/>
                      <a:pt x="59" y="433"/>
                    </a:cubicBezTo>
                    <a:cubicBezTo>
                      <a:pt x="75" y="425"/>
                      <a:pt x="95" y="413"/>
                      <a:pt x="116" y="397"/>
                    </a:cubicBezTo>
                    <a:cubicBezTo>
                      <a:pt x="136" y="381"/>
                      <a:pt x="156" y="361"/>
                      <a:pt x="173" y="337"/>
                    </a:cubicBezTo>
                    <a:cubicBezTo>
                      <a:pt x="190" y="314"/>
                      <a:pt x="204" y="287"/>
                      <a:pt x="216" y="260"/>
                    </a:cubicBezTo>
                    <a:cubicBezTo>
                      <a:pt x="226" y="232"/>
                      <a:pt x="234" y="202"/>
                      <a:pt x="237" y="174"/>
                    </a:cubicBezTo>
                    <a:cubicBezTo>
                      <a:pt x="240" y="145"/>
                      <a:pt x="239" y="117"/>
                      <a:pt x="235" y="91"/>
                    </a:cubicBezTo>
                    <a:cubicBezTo>
                      <a:pt x="233" y="79"/>
                      <a:pt x="230" y="66"/>
                      <a:pt x="227" y="56"/>
                    </a:cubicBezTo>
                    <a:cubicBezTo>
                      <a:pt x="224" y="45"/>
                      <a:pt x="220" y="35"/>
                      <a:pt x="218" y="27"/>
                    </a:cubicBezTo>
                    <a:cubicBezTo>
                      <a:pt x="216" y="23"/>
                      <a:pt x="215" y="20"/>
                      <a:pt x="213" y="16"/>
                    </a:cubicBezTo>
                    <a:cubicBezTo>
                      <a:pt x="212" y="13"/>
                      <a:pt x="210" y="10"/>
                      <a:pt x="209" y="7"/>
                    </a:cubicBezTo>
                    <a:lnTo>
                      <a:pt x="206" y="1"/>
                    </a:lnTo>
                    <a:cubicBezTo>
                      <a:pt x="205" y="1"/>
                      <a:pt x="205" y="0"/>
                      <a:pt x="205" y="0"/>
                    </a:cubicBezTo>
                    <a:cubicBezTo>
                      <a:pt x="205" y="0"/>
                      <a:pt x="204" y="0"/>
                      <a:pt x="203" y="1"/>
                    </a:cubicBezTo>
                    <a:cubicBezTo>
                      <a:pt x="202" y="1"/>
                      <a:pt x="200" y="1"/>
                      <a:pt x="198" y="2"/>
                    </a:cubicBezTo>
                    <a:cubicBezTo>
                      <a:pt x="195" y="3"/>
                      <a:pt x="192" y="4"/>
                      <a:pt x="189" y="6"/>
                    </a:cubicBezTo>
                    <a:cubicBezTo>
                      <a:pt x="186" y="8"/>
                      <a:pt x="182" y="9"/>
                      <a:pt x="179" y="11"/>
                    </a:cubicBezTo>
                    <a:cubicBezTo>
                      <a:pt x="171" y="15"/>
                      <a:pt x="161" y="20"/>
                      <a:pt x="152" y="26"/>
                    </a:cubicBezTo>
                    <a:cubicBezTo>
                      <a:pt x="142" y="32"/>
                      <a:pt x="132" y="40"/>
                      <a:pt x="122" y="47"/>
                    </a:cubicBezTo>
                    <a:cubicBezTo>
                      <a:pt x="102" y="63"/>
                      <a:pt x="82" y="83"/>
                      <a:pt x="65" y="107"/>
                    </a:cubicBezTo>
                    <a:cubicBezTo>
                      <a:pt x="48" y="130"/>
                      <a:pt x="33" y="156"/>
                      <a:pt x="23" y="184"/>
                    </a:cubicBezTo>
                    <a:cubicBezTo>
                      <a:pt x="12" y="211"/>
                      <a:pt x="5" y="242"/>
                      <a:pt x="3" y="270"/>
                    </a:cubicBezTo>
                    <a:cubicBezTo>
                      <a:pt x="0" y="299"/>
                      <a:pt x="1" y="327"/>
                      <a:pt x="6" y="353"/>
                    </a:cubicBezTo>
                    <a:cubicBezTo>
                      <a:pt x="10" y="379"/>
                      <a:pt x="17" y="401"/>
                      <a:pt x="23" y="418"/>
                    </a:cubicBezTo>
                    <a:cubicBezTo>
                      <a:pt x="25" y="422"/>
                      <a:pt x="26" y="425"/>
                      <a:pt x="28" y="429"/>
                    </a:cubicBezTo>
                    <a:cubicBezTo>
                      <a:pt x="29" y="432"/>
                      <a:pt x="31" y="435"/>
                      <a:pt x="32" y="438"/>
                    </a:cubicBezTo>
                    <a:lnTo>
                      <a:pt x="35" y="444"/>
                    </a:lnTo>
                    <a:cubicBezTo>
                      <a:pt x="32" y="444"/>
                      <a:pt x="33" y="444"/>
                      <a:pt x="33" y="444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" name="Google Shape;67;p6"/>
              <p:cNvSpPr/>
              <p:nvPr/>
            </p:nvSpPr>
            <p:spPr>
              <a:xfrm rot="-2826886">
                <a:off x="8476913" y="4622864"/>
                <a:ext cx="101324" cy="230280"/>
              </a:xfrm>
              <a:custGeom>
                <a:avLst/>
                <a:gdLst/>
                <a:ahLst/>
                <a:cxnLst/>
                <a:rect l="l" t="t" r="r" b="b"/>
                <a:pathLst>
                  <a:path w="192" h="440" extrusionOk="0">
                    <a:moveTo>
                      <a:pt x="94" y="439"/>
                    </a:moveTo>
                    <a:cubicBezTo>
                      <a:pt x="94" y="439"/>
                      <a:pt x="95" y="439"/>
                      <a:pt x="96" y="438"/>
                    </a:cubicBezTo>
                    <a:cubicBezTo>
                      <a:pt x="97" y="437"/>
                      <a:pt x="99" y="436"/>
                      <a:pt x="100" y="434"/>
                    </a:cubicBezTo>
                    <a:cubicBezTo>
                      <a:pt x="102" y="432"/>
                      <a:pt x="104" y="430"/>
                      <a:pt x="106" y="428"/>
                    </a:cubicBezTo>
                    <a:cubicBezTo>
                      <a:pt x="108" y="426"/>
                      <a:pt x="111" y="424"/>
                      <a:pt x="114" y="421"/>
                    </a:cubicBezTo>
                    <a:cubicBezTo>
                      <a:pt x="124" y="408"/>
                      <a:pt x="137" y="391"/>
                      <a:pt x="150" y="371"/>
                    </a:cubicBezTo>
                    <a:cubicBezTo>
                      <a:pt x="162" y="350"/>
                      <a:pt x="173" y="326"/>
                      <a:pt x="179" y="301"/>
                    </a:cubicBezTo>
                    <a:cubicBezTo>
                      <a:pt x="187" y="275"/>
                      <a:pt x="190" y="247"/>
                      <a:pt x="191" y="220"/>
                    </a:cubicBezTo>
                    <a:cubicBezTo>
                      <a:pt x="191" y="192"/>
                      <a:pt x="186" y="165"/>
                      <a:pt x="180" y="139"/>
                    </a:cubicBezTo>
                    <a:cubicBezTo>
                      <a:pt x="173" y="113"/>
                      <a:pt x="163" y="89"/>
                      <a:pt x="151" y="68"/>
                    </a:cubicBezTo>
                    <a:cubicBezTo>
                      <a:pt x="145" y="58"/>
                      <a:pt x="138" y="48"/>
                      <a:pt x="133" y="40"/>
                    </a:cubicBezTo>
                    <a:cubicBezTo>
                      <a:pt x="126" y="31"/>
                      <a:pt x="120" y="24"/>
                      <a:pt x="114" y="18"/>
                    </a:cubicBezTo>
                    <a:cubicBezTo>
                      <a:pt x="112" y="15"/>
                      <a:pt x="110" y="12"/>
                      <a:pt x="107" y="10"/>
                    </a:cubicBezTo>
                    <a:cubicBezTo>
                      <a:pt x="105" y="8"/>
                      <a:pt x="102" y="5"/>
                      <a:pt x="101" y="4"/>
                    </a:cubicBezTo>
                    <a:cubicBezTo>
                      <a:pt x="99" y="2"/>
                      <a:pt x="98" y="2"/>
                      <a:pt x="97" y="1"/>
                    </a:cubicBezTo>
                    <a:cubicBezTo>
                      <a:pt x="96" y="0"/>
                      <a:pt x="95" y="0"/>
                      <a:pt x="95" y="0"/>
                    </a:cubicBezTo>
                    <a:cubicBezTo>
                      <a:pt x="95" y="0"/>
                      <a:pt x="94" y="0"/>
                      <a:pt x="94" y="1"/>
                    </a:cubicBezTo>
                    <a:cubicBezTo>
                      <a:pt x="93" y="2"/>
                      <a:pt x="91" y="3"/>
                      <a:pt x="90" y="4"/>
                    </a:cubicBezTo>
                    <a:cubicBezTo>
                      <a:pt x="88" y="6"/>
                      <a:pt x="86" y="8"/>
                      <a:pt x="84" y="10"/>
                    </a:cubicBezTo>
                    <a:cubicBezTo>
                      <a:pt x="82" y="12"/>
                      <a:pt x="79" y="15"/>
                      <a:pt x="76" y="18"/>
                    </a:cubicBezTo>
                    <a:cubicBezTo>
                      <a:pt x="71" y="24"/>
                      <a:pt x="65" y="31"/>
                      <a:pt x="58" y="40"/>
                    </a:cubicBezTo>
                    <a:cubicBezTo>
                      <a:pt x="53" y="48"/>
                      <a:pt x="46" y="58"/>
                      <a:pt x="40" y="68"/>
                    </a:cubicBezTo>
                    <a:cubicBezTo>
                      <a:pt x="28" y="89"/>
                      <a:pt x="17" y="113"/>
                      <a:pt x="11" y="139"/>
                    </a:cubicBezTo>
                    <a:cubicBezTo>
                      <a:pt x="3" y="165"/>
                      <a:pt x="0" y="192"/>
                      <a:pt x="0" y="220"/>
                    </a:cubicBezTo>
                    <a:cubicBezTo>
                      <a:pt x="0" y="247"/>
                      <a:pt x="4" y="275"/>
                      <a:pt x="11" y="301"/>
                    </a:cubicBezTo>
                    <a:cubicBezTo>
                      <a:pt x="17" y="326"/>
                      <a:pt x="28" y="350"/>
                      <a:pt x="40" y="371"/>
                    </a:cubicBezTo>
                    <a:cubicBezTo>
                      <a:pt x="52" y="392"/>
                      <a:pt x="65" y="409"/>
                      <a:pt x="76" y="421"/>
                    </a:cubicBezTo>
                    <a:cubicBezTo>
                      <a:pt x="79" y="424"/>
                      <a:pt x="81" y="426"/>
                      <a:pt x="84" y="428"/>
                    </a:cubicBezTo>
                    <a:cubicBezTo>
                      <a:pt x="86" y="430"/>
                      <a:pt x="89" y="433"/>
                      <a:pt x="90" y="434"/>
                    </a:cubicBezTo>
                    <a:cubicBezTo>
                      <a:pt x="92" y="436"/>
                      <a:pt x="93" y="437"/>
                      <a:pt x="94" y="438"/>
                    </a:cubicBezTo>
                    <a:cubicBezTo>
                      <a:pt x="94" y="439"/>
                      <a:pt x="94" y="439"/>
                      <a:pt x="94" y="439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" name="Google Shape;68;p6"/>
              <p:cNvSpPr/>
              <p:nvPr/>
            </p:nvSpPr>
            <p:spPr>
              <a:xfrm rot="-2826885">
                <a:off x="8288151" y="4376905"/>
                <a:ext cx="497407" cy="695439"/>
              </a:xfrm>
              <a:custGeom>
                <a:avLst/>
                <a:gdLst/>
                <a:ahLst/>
                <a:cxnLst/>
                <a:rect l="l" t="t" r="r" b="b"/>
                <a:pathLst>
                  <a:path w="951" h="1332" extrusionOk="0">
                    <a:moveTo>
                      <a:pt x="944" y="1331"/>
                    </a:moveTo>
                    <a:cubicBezTo>
                      <a:pt x="396" y="1091"/>
                      <a:pt x="179" y="742"/>
                      <a:pt x="93" y="492"/>
                    </a:cubicBezTo>
                    <a:cubicBezTo>
                      <a:pt x="0" y="220"/>
                      <a:pt x="38" y="3"/>
                      <a:pt x="39" y="0"/>
                    </a:cubicBezTo>
                    <a:lnTo>
                      <a:pt x="53" y="3"/>
                    </a:lnTo>
                    <a:cubicBezTo>
                      <a:pt x="53" y="5"/>
                      <a:pt x="16" y="220"/>
                      <a:pt x="107" y="488"/>
                    </a:cubicBezTo>
                    <a:cubicBezTo>
                      <a:pt x="192" y="735"/>
                      <a:pt x="407" y="1079"/>
                      <a:pt x="950" y="1317"/>
                    </a:cubicBezTo>
                    <a:lnTo>
                      <a:pt x="944" y="1331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" name="Google Shape;69;p6"/>
              <p:cNvSpPr/>
              <p:nvPr/>
            </p:nvSpPr>
            <p:spPr>
              <a:xfrm rot="-2826880">
                <a:off x="8370864" y="4640889"/>
                <a:ext cx="92113" cy="246397"/>
              </a:xfrm>
              <a:custGeom>
                <a:avLst/>
                <a:gdLst/>
                <a:ahLst/>
                <a:cxnLst/>
                <a:rect l="l" t="t" r="r" b="b"/>
                <a:pathLst>
                  <a:path w="175" h="474" extrusionOk="0">
                    <a:moveTo>
                      <a:pt x="70" y="473"/>
                    </a:moveTo>
                    <a:cubicBezTo>
                      <a:pt x="0" y="244"/>
                      <a:pt x="161" y="3"/>
                      <a:pt x="163" y="0"/>
                    </a:cubicBezTo>
                    <a:lnTo>
                      <a:pt x="174" y="8"/>
                    </a:lnTo>
                    <a:cubicBezTo>
                      <a:pt x="172" y="10"/>
                      <a:pt x="15" y="246"/>
                      <a:pt x="84" y="468"/>
                    </a:cubicBezTo>
                    <a:lnTo>
                      <a:pt x="70" y="473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" name="Google Shape;70;p6"/>
              <p:cNvSpPr/>
              <p:nvPr/>
            </p:nvSpPr>
            <p:spPr>
              <a:xfrm rot="-2826889">
                <a:off x="8229459" y="4814264"/>
                <a:ext cx="225675" cy="138167"/>
              </a:xfrm>
              <a:custGeom>
                <a:avLst/>
                <a:gdLst/>
                <a:ahLst/>
                <a:cxnLst/>
                <a:rect l="l" t="t" r="r" b="b"/>
                <a:pathLst>
                  <a:path w="432" h="266" extrusionOk="0">
                    <a:moveTo>
                      <a:pt x="425" y="265"/>
                    </a:moveTo>
                    <a:cubicBezTo>
                      <a:pt x="135" y="145"/>
                      <a:pt x="1" y="11"/>
                      <a:pt x="0" y="9"/>
                    </a:cubicBezTo>
                    <a:lnTo>
                      <a:pt x="11" y="0"/>
                    </a:lnTo>
                    <a:cubicBezTo>
                      <a:pt x="12" y="1"/>
                      <a:pt x="143" y="134"/>
                      <a:pt x="431" y="252"/>
                    </a:cubicBezTo>
                    <a:lnTo>
                      <a:pt x="425" y="265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" name="Google Shape;71;p6"/>
              <p:cNvSpPr/>
              <p:nvPr/>
            </p:nvSpPr>
            <p:spPr>
              <a:xfrm rot="-2826884">
                <a:off x="8553235" y="4667884"/>
                <a:ext cx="89808" cy="255609"/>
              </a:xfrm>
              <a:custGeom>
                <a:avLst/>
                <a:gdLst/>
                <a:ahLst/>
                <a:cxnLst/>
                <a:rect l="l" t="t" r="r" b="b"/>
                <a:pathLst>
                  <a:path w="174" h="490" extrusionOk="0">
                    <a:moveTo>
                      <a:pt x="162" y="489"/>
                    </a:moveTo>
                    <a:cubicBezTo>
                      <a:pt x="0" y="277"/>
                      <a:pt x="63" y="3"/>
                      <a:pt x="64" y="0"/>
                    </a:cubicBezTo>
                    <a:lnTo>
                      <a:pt x="78" y="4"/>
                    </a:lnTo>
                    <a:cubicBezTo>
                      <a:pt x="77" y="7"/>
                      <a:pt x="16" y="275"/>
                      <a:pt x="173" y="480"/>
                    </a:cubicBezTo>
                    <a:lnTo>
                      <a:pt x="162" y="489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2" name="Google Shape;72;p6"/>
            <p:cNvGrpSpPr/>
            <p:nvPr/>
          </p:nvGrpSpPr>
          <p:grpSpPr>
            <a:xfrm rot="-8847906" flipH="1">
              <a:off x="8450629" y="4125290"/>
              <a:ext cx="948051" cy="863464"/>
              <a:chOff x="8337075" y="299713"/>
              <a:chExt cx="947899" cy="863325"/>
            </a:xfrm>
          </p:grpSpPr>
          <p:sp>
            <p:nvSpPr>
              <p:cNvPr id="73" name="Google Shape;73;p6"/>
              <p:cNvSpPr/>
              <p:nvPr/>
            </p:nvSpPr>
            <p:spPr>
              <a:xfrm>
                <a:off x="8337075" y="372628"/>
                <a:ext cx="942062" cy="790409"/>
              </a:xfrm>
              <a:custGeom>
                <a:avLst/>
                <a:gdLst/>
                <a:ahLst/>
                <a:cxnLst/>
                <a:rect l="l" t="t" r="r" b="b"/>
                <a:pathLst>
                  <a:path w="1423" h="1196" extrusionOk="0">
                    <a:moveTo>
                      <a:pt x="715" y="109"/>
                    </a:moveTo>
                    <a:cubicBezTo>
                      <a:pt x="723" y="133"/>
                      <a:pt x="741" y="154"/>
                      <a:pt x="766" y="171"/>
                    </a:cubicBezTo>
                    <a:cubicBezTo>
                      <a:pt x="791" y="187"/>
                      <a:pt x="821" y="199"/>
                      <a:pt x="851" y="208"/>
                    </a:cubicBezTo>
                    <a:cubicBezTo>
                      <a:pt x="881" y="216"/>
                      <a:pt x="910" y="219"/>
                      <a:pt x="933" y="222"/>
                    </a:cubicBezTo>
                    <a:cubicBezTo>
                      <a:pt x="955" y="224"/>
                      <a:pt x="969" y="223"/>
                      <a:pt x="969" y="223"/>
                    </a:cubicBezTo>
                    <a:cubicBezTo>
                      <a:pt x="969" y="223"/>
                      <a:pt x="958" y="225"/>
                      <a:pt x="939" y="227"/>
                    </a:cubicBezTo>
                    <a:cubicBezTo>
                      <a:pt x="930" y="228"/>
                      <a:pt x="918" y="229"/>
                      <a:pt x="905" y="231"/>
                    </a:cubicBezTo>
                    <a:cubicBezTo>
                      <a:pt x="892" y="232"/>
                      <a:pt x="877" y="233"/>
                      <a:pt x="861" y="235"/>
                    </a:cubicBezTo>
                    <a:cubicBezTo>
                      <a:pt x="797" y="241"/>
                      <a:pt x="714" y="245"/>
                      <a:pt x="633" y="246"/>
                    </a:cubicBezTo>
                    <a:cubicBezTo>
                      <a:pt x="552" y="248"/>
                      <a:pt x="474" y="247"/>
                      <a:pt x="414" y="255"/>
                    </a:cubicBezTo>
                    <a:cubicBezTo>
                      <a:pt x="355" y="264"/>
                      <a:pt x="316" y="284"/>
                      <a:pt x="312" y="329"/>
                    </a:cubicBezTo>
                    <a:cubicBezTo>
                      <a:pt x="307" y="377"/>
                      <a:pt x="352" y="419"/>
                      <a:pt x="401" y="446"/>
                    </a:cubicBezTo>
                    <a:cubicBezTo>
                      <a:pt x="426" y="459"/>
                      <a:pt x="451" y="469"/>
                      <a:pt x="470" y="476"/>
                    </a:cubicBezTo>
                    <a:cubicBezTo>
                      <a:pt x="489" y="482"/>
                      <a:pt x="502" y="486"/>
                      <a:pt x="502" y="486"/>
                    </a:cubicBezTo>
                    <a:cubicBezTo>
                      <a:pt x="502" y="486"/>
                      <a:pt x="467" y="493"/>
                      <a:pt x="416" y="506"/>
                    </a:cubicBezTo>
                    <a:cubicBezTo>
                      <a:pt x="366" y="518"/>
                      <a:pt x="298" y="536"/>
                      <a:pt x="235" y="562"/>
                    </a:cubicBezTo>
                    <a:cubicBezTo>
                      <a:pt x="171" y="588"/>
                      <a:pt x="109" y="620"/>
                      <a:pt x="64" y="670"/>
                    </a:cubicBezTo>
                    <a:cubicBezTo>
                      <a:pt x="52" y="682"/>
                      <a:pt x="43" y="695"/>
                      <a:pt x="34" y="711"/>
                    </a:cubicBezTo>
                    <a:cubicBezTo>
                      <a:pt x="26" y="725"/>
                      <a:pt x="19" y="741"/>
                      <a:pt x="13" y="758"/>
                    </a:cubicBezTo>
                    <a:cubicBezTo>
                      <a:pt x="3" y="793"/>
                      <a:pt x="0" y="834"/>
                      <a:pt x="8" y="880"/>
                    </a:cubicBezTo>
                    <a:cubicBezTo>
                      <a:pt x="15" y="927"/>
                      <a:pt x="32" y="964"/>
                      <a:pt x="54" y="994"/>
                    </a:cubicBezTo>
                    <a:cubicBezTo>
                      <a:pt x="66" y="1008"/>
                      <a:pt x="79" y="1020"/>
                      <a:pt x="94" y="1031"/>
                    </a:cubicBezTo>
                    <a:cubicBezTo>
                      <a:pt x="110" y="1041"/>
                      <a:pt x="126" y="1049"/>
                      <a:pt x="143" y="1055"/>
                    </a:cubicBezTo>
                    <a:cubicBezTo>
                      <a:pt x="213" y="1082"/>
                      <a:pt x="302" y="1078"/>
                      <a:pt x="387" y="1058"/>
                    </a:cubicBezTo>
                    <a:cubicBezTo>
                      <a:pt x="472" y="1038"/>
                      <a:pt x="552" y="1001"/>
                      <a:pt x="610" y="969"/>
                    </a:cubicBezTo>
                    <a:cubicBezTo>
                      <a:pt x="667" y="936"/>
                      <a:pt x="702" y="909"/>
                      <a:pt x="702" y="909"/>
                    </a:cubicBezTo>
                    <a:cubicBezTo>
                      <a:pt x="702" y="909"/>
                      <a:pt x="694" y="922"/>
                      <a:pt x="682" y="943"/>
                    </a:cubicBezTo>
                    <a:cubicBezTo>
                      <a:pt x="671" y="964"/>
                      <a:pt x="655" y="992"/>
                      <a:pt x="642" y="1022"/>
                    </a:cubicBezTo>
                    <a:cubicBezTo>
                      <a:pt x="616" y="1081"/>
                      <a:pt x="597" y="1148"/>
                      <a:pt x="647" y="1173"/>
                    </a:cubicBezTo>
                    <a:cubicBezTo>
                      <a:pt x="691" y="1195"/>
                      <a:pt x="760" y="1169"/>
                      <a:pt x="836" y="1112"/>
                    </a:cubicBezTo>
                    <a:cubicBezTo>
                      <a:pt x="911" y="1055"/>
                      <a:pt x="988" y="968"/>
                      <a:pt x="1051" y="874"/>
                    </a:cubicBezTo>
                    <a:cubicBezTo>
                      <a:pt x="1114" y="782"/>
                      <a:pt x="1161" y="684"/>
                      <a:pt x="1190" y="611"/>
                    </a:cubicBezTo>
                    <a:cubicBezTo>
                      <a:pt x="1198" y="593"/>
                      <a:pt x="1203" y="575"/>
                      <a:pt x="1209" y="560"/>
                    </a:cubicBezTo>
                    <a:cubicBezTo>
                      <a:pt x="1214" y="545"/>
                      <a:pt x="1219" y="532"/>
                      <a:pt x="1222" y="521"/>
                    </a:cubicBezTo>
                    <a:cubicBezTo>
                      <a:pt x="1229" y="499"/>
                      <a:pt x="1232" y="487"/>
                      <a:pt x="1232" y="487"/>
                    </a:cubicBezTo>
                    <a:cubicBezTo>
                      <a:pt x="1232" y="487"/>
                      <a:pt x="1230" y="503"/>
                      <a:pt x="1227" y="529"/>
                    </a:cubicBezTo>
                    <a:cubicBezTo>
                      <a:pt x="1224" y="553"/>
                      <a:pt x="1221" y="588"/>
                      <a:pt x="1220" y="623"/>
                    </a:cubicBezTo>
                    <a:cubicBezTo>
                      <a:pt x="1219" y="658"/>
                      <a:pt x="1221" y="695"/>
                      <a:pt x="1229" y="726"/>
                    </a:cubicBezTo>
                    <a:cubicBezTo>
                      <a:pt x="1238" y="756"/>
                      <a:pt x="1253" y="780"/>
                      <a:pt x="1280" y="789"/>
                    </a:cubicBezTo>
                    <a:cubicBezTo>
                      <a:pt x="1308" y="797"/>
                      <a:pt x="1341" y="750"/>
                      <a:pt x="1368" y="673"/>
                    </a:cubicBezTo>
                    <a:cubicBezTo>
                      <a:pt x="1395" y="597"/>
                      <a:pt x="1414" y="492"/>
                      <a:pt x="1418" y="390"/>
                    </a:cubicBezTo>
                    <a:cubicBezTo>
                      <a:pt x="1422" y="287"/>
                      <a:pt x="1411" y="188"/>
                      <a:pt x="1398" y="116"/>
                    </a:cubicBezTo>
                    <a:cubicBezTo>
                      <a:pt x="1390" y="80"/>
                      <a:pt x="1383" y="51"/>
                      <a:pt x="1378" y="31"/>
                    </a:cubicBezTo>
                    <a:cubicBezTo>
                      <a:pt x="1372" y="11"/>
                      <a:pt x="1368" y="0"/>
                      <a:pt x="1368" y="0"/>
                    </a:cubicBezTo>
                    <a:cubicBezTo>
                      <a:pt x="1368" y="0"/>
                      <a:pt x="1357" y="4"/>
                      <a:pt x="1337" y="10"/>
                    </a:cubicBezTo>
                    <a:cubicBezTo>
                      <a:pt x="1318" y="15"/>
                      <a:pt x="1289" y="22"/>
                      <a:pt x="1256" y="30"/>
                    </a:cubicBezTo>
                    <a:cubicBezTo>
                      <a:pt x="1189" y="45"/>
                      <a:pt x="1101" y="60"/>
                      <a:pt x="1017" y="67"/>
                    </a:cubicBezTo>
                    <a:cubicBezTo>
                      <a:pt x="933" y="73"/>
                      <a:pt x="853" y="72"/>
                      <a:pt x="797" y="75"/>
                    </a:cubicBezTo>
                    <a:cubicBezTo>
                      <a:pt x="739" y="76"/>
                      <a:pt x="707" y="83"/>
                      <a:pt x="715" y="109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" name="Google Shape;74;p6"/>
              <p:cNvSpPr/>
              <p:nvPr/>
            </p:nvSpPr>
            <p:spPr>
              <a:xfrm>
                <a:off x="8386657" y="299713"/>
                <a:ext cx="898317" cy="647493"/>
              </a:xfrm>
              <a:custGeom>
                <a:avLst/>
                <a:gdLst/>
                <a:ahLst/>
                <a:cxnLst/>
                <a:rect l="l" t="t" r="r" b="b"/>
                <a:pathLst>
                  <a:path w="1357" h="979" extrusionOk="0">
                    <a:moveTo>
                      <a:pt x="7" y="978"/>
                    </a:moveTo>
                    <a:cubicBezTo>
                      <a:pt x="3" y="978"/>
                      <a:pt x="0" y="975"/>
                      <a:pt x="0" y="971"/>
                    </a:cubicBezTo>
                    <a:cubicBezTo>
                      <a:pt x="0" y="967"/>
                      <a:pt x="2" y="964"/>
                      <a:pt x="7" y="964"/>
                    </a:cubicBezTo>
                    <a:cubicBezTo>
                      <a:pt x="9" y="964"/>
                      <a:pt x="243" y="935"/>
                      <a:pt x="523" y="803"/>
                    </a:cubicBezTo>
                    <a:cubicBezTo>
                      <a:pt x="781" y="682"/>
                      <a:pt x="1133" y="444"/>
                      <a:pt x="1342" y="4"/>
                    </a:cubicBezTo>
                    <a:cubicBezTo>
                      <a:pt x="1344" y="0"/>
                      <a:pt x="1347" y="0"/>
                      <a:pt x="1351" y="0"/>
                    </a:cubicBezTo>
                    <a:cubicBezTo>
                      <a:pt x="1355" y="2"/>
                      <a:pt x="1356" y="6"/>
                      <a:pt x="1355" y="10"/>
                    </a:cubicBezTo>
                    <a:cubicBezTo>
                      <a:pt x="1145" y="454"/>
                      <a:pt x="790" y="693"/>
                      <a:pt x="530" y="816"/>
                    </a:cubicBezTo>
                    <a:cubicBezTo>
                      <a:pt x="246" y="949"/>
                      <a:pt x="10" y="977"/>
                      <a:pt x="7" y="978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" name="Google Shape;75;p6"/>
              <p:cNvSpPr/>
              <p:nvPr/>
            </p:nvSpPr>
            <p:spPr>
              <a:xfrm>
                <a:off x="8514988" y="818874"/>
                <a:ext cx="244996" cy="244998"/>
              </a:xfrm>
              <a:custGeom>
                <a:avLst/>
                <a:gdLst/>
                <a:ahLst/>
                <a:cxnLst/>
                <a:rect l="l" t="t" r="r" b="b"/>
                <a:pathLst>
                  <a:path w="371" h="371" extrusionOk="0">
                    <a:moveTo>
                      <a:pt x="8" y="370"/>
                    </a:moveTo>
                    <a:cubicBezTo>
                      <a:pt x="7" y="370"/>
                      <a:pt x="6" y="370"/>
                      <a:pt x="5" y="370"/>
                    </a:cubicBezTo>
                    <a:cubicBezTo>
                      <a:pt x="2" y="369"/>
                      <a:pt x="0" y="364"/>
                      <a:pt x="2" y="360"/>
                    </a:cubicBezTo>
                    <a:cubicBezTo>
                      <a:pt x="4" y="354"/>
                      <a:pt x="71" y="183"/>
                      <a:pt x="359" y="2"/>
                    </a:cubicBezTo>
                    <a:cubicBezTo>
                      <a:pt x="363" y="0"/>
                      <a:pt x="366" y="1"/>
                      <a:pt x="368" y="4"/>
                    </a:cubicBezTo>
                    <a:cubicBezTo>
                      <a:pt x="370" y="8"/>
                      <a:pt x="369" y="12"/>
                      <a:pt x="366" y="14"/>
                    </a:cubicBezTo>
                    <a:cubicBezTo>
                      <a:pt x="83" y="192"/>
                      <a:pt x="16" y="363"/>
                      <a:pt x="15" y="364"/>
                    </a:cubicBezTo>
                    <a:cubicBezTo>
                      <a:pt x="14" y="369"/>
                      <a:pt x="11" y="370"/>
                      <a:pt x="8" y="37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" name="Google Shape;76;p6"/>
              <p:cNvSpPr/>
              <p:nvPr/>
            </p:nvSpPr>
            <p:spPr>
              <a:xfrm>
                <a:off x="8447906" y="795541"/>
                <a:ext cx="347076" cy="81666"/>
              </a:xfrm>
              <a:custGeom>
                <a:avLst/>
                <a:gdLst/>
                <a:ahLst/>
                <a:cxnLst/>
                <a:rect l="l" t="t" r="r" b="b"/>
                <a:pathLst>
                  <a:path w="526" h="124" extrusionOk="0">
                    <a:moveTo>
                      <a:pt x="263" y="74"/>
                    </a:moveTo>
                    <a:cubicBezTo>
                      <a:pt x="218" y="74"/>
                      <a:pt x="180" y="69"/>
                      <a:pt x="148" y="63"/>
                    </a:cubicBezTo>
                    <a:cubicBezTo>
                      <a:pt x="59" y="46"/>
                      <a:pt x="6" y="15"/>
                      <a:pt x="4" y="14"/>
                    </a:cubicBezTo>
                    <a:cubicBezTo>
                      <a:pt x="1" y="13"/>
                      <a:pt x="0" y="8"/>
                      <a:pt x="2" y="5"/>
                    </a:cubicBezTo>
                    <a:cubicBezTo>
                      <a:pt x="4" y="1"/>
                      <a:pt x="8" y="0"/>
                      <a:pt x="11" y="2"/>
                    </a:cubicBezTo>
                    <a:cubicBezTo>
                      <a:pt x="13" y="3"/>
                      <a:pt x="221" y="123"/>
                      <a:pt x="514" y="12"/>
                    </a:cubicBezTo>
                    <a:cubicBezTo>
                      <a:pt x="518" y="11"/>
                      <a:pt x="522" y="12"/>
                      <a:pt x="524" y="15"/>
                    </a:cubicBezTo>
                    <a:cubicBezTo>
                      <a:pt x="525" y="19"/>
                      <a:pt x="524" y="23"/>
                      <a:pt x="520" y="25"/>
                    </a:cubicBezTo>
                    <a:cubicBezTo>
                      <a:pt x="423" y="61"/>
                      <a:pt x="335" y="74"/>
                      <a:pt x="263" y="74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" name="Google Shape;77;p6"/>
              <p:cNvSpPr/>
              <p:nvPr/>
            </p:nvSpPr>
            <p:spPr>
              <a:xfrm>
                <a:off x="8873732" y="617625"/>
                <a:ext cx="177913" cy="411243"/>
              </a:xfrm>
              <a:custGeom>
                <a:avLst/>
                <a:gdLst/>
                <a:ahLst/>
                <a:cxnLst/>
                <a:rect l="l" t="t" r="r" b="b"/>
                <a:pathLst>
                  <a:path w="269" h="621" extrusionOk="0">
                    <a:moveTo>
                      <a:pt x="7" y="620"/>
                    </a:moveTo>
                    <a:lnTo>
                      <a:pt x="7" y="620"/>
                    </a:lnTo>
                    <a:cubicBezTo>
                      <a:pt x="2" y="620"/>
                      <a:pt x="0" y="616"/>
                      <a:pt x="1" y="612"/>
                    </a:cubicBezTo>
                    <a:cubicBezTo>
                      <a:pt x="1" y="608"/>
                      <a:pt x="43" y="205"/>
                      <a:pt x="255" y="2"/>
                    </a:cubicBezTo>
                    <a:cubicBezTo>
                      <a:pt x="258" y="0"/>
                      <a:pt x="263" y="0"/>
                      <a:pt x="265" y="2"/>
                    </a:cubicBezTo>
                    <a:cubicBezTo>
                      <a:pt x="268" y="5"/>
                      <a:pt x="268" y="10"/>
                      <a:pt x="265" y="13"/>
                    </a:cubicBezTo>
                    <a:cubicBezTo>
                      <a:pt x="58" y="212"/>
                      <a:pt x="15" y="609"/>
                      <a:pt x="15" y="613"/>
                    </a:cubicBezTo>
                    <a:cubicBezTo>
                      <a:pt x="14" y="617"/>
                      <a:pt x="11" y="620"/>
                      <a:pt x="7" y="62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" name="Google Shape;78;p6"/>
              <p:cNvSpPr/>
              <p:nvPr/>
            </p:nvSpPr>
            <p:spPr>
              <a:xfrm>
                <a:off x="9147894" y="439711"/>
                <a:ext cx="58332" cy="344162"/>
              </a:xfrm>
              <a:custGeom>
                <a:avLst/>
                <a:gdLst/>
                <a:ahLst/>
                <a:cxnLst/>
                <a:rect l="l" t="t" r="r" b="b"/>
                <a:pathLst>
                  <a:path w="90" h="522" extrusionOk="0">
                    <a:moveTo>
                      <a:pt x="81" y="521"/>
                    </a:moveTo>
                    <a:cubicBezTo>
                      <a:pt x="78" y="521"/>
                      <a:pt x="74" y="519"/>
                      <a:pt x="74" y="515"/>
                    </a:cubicBezTo>
                    <a:cubicBezTo>
                      <a:pt x="72" y="500"/>
                      <a:pt x="0" y="145"/>
                      <a:pt x="69" y="5"/>
                    </a:cubicBezTo>
                    <a:cubicBezTo>
                      <a:pt x="71" y="1"/>
                      <a:pt x="74" y="0"/>
                      <a:pt x="78" y="2"/>
                    </a:cubicBezTo>
                    <a:cubicBezTo>
                      <a:pt x="82" y="4"/>
                      <a:pt x="83" y="7"/>
                      <a:pt x="81" y="11"/>
                    </a:cubicBezTo>
                    <a:cubicBezTo>
                      <a:pt x="15" y="147"/>
                      <a:pt x="88" y="509"/>
                      <a:pt x="88" y="512"/>
                    </a:cubicBezTo>
                    <a:cubicBezTo>
                      <a:pt x="89" y="516"/>
                      <a:pt x="86" y="520"/>
                      <a:pt x="82" y="521"/>
                    </a:cubicBezTo>
                    <a:cubicBezTo>
                      <a:pt x="82" y="521"/>
                      <a:pt x="82" y="521"/>
                      <a:pt x="81" y="521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" name="Google Shape;79;p6"/>
              <p:cNvSpPr/>
              <p:nvPr/>
            </p:nvSpPr>
            <p:spPr>
              <a:xfrm>
                <a:off x="8894147" y="422211"/>
                <a:ext cx="317909" cy="96248"/>
              </a:xfrm>
              <a:custGeom>
                <a:avLst/>
                <a:gdLst/>
                <a:ahLst/>
                <a:cxnLst/>
                <a:rect l="l" t="t" r="r" b="b"/>
                <a:pathLst>
                  <a:path w="482" h="144" extrusionOk="0">
                    <a:moveTo>
                      <a:pt x="177" y="96"/>
                    </a:moveTo>
                    <a:cubicBezTo>
                      <a:pt x="72" y="96"/>
                      <a:pt x="6" y="67"/>
                      <a:pt x="5" y="66"/>
                    </a:cubicBezTo>
                    <a:cubicBezTo>
                      <a:pt x="1" y="64"/>
                      <a:pt x="0" y="60"/>
                      <a:pt x="1" y="56"/>
                    </a:cubicBezTo>
                    <a:cubicBezTo>
                      <a:pt x="3" y="53"/>
                      <a:pt x="7" y="52"/>
                      <a:pt x="11" y="53"/>
                    </a:cubicBezTo>
                    <a:cubicBezTo>
                      <a:pt x="12" y="54"/>
                      <a:pt x="216" y="143"/>
                      <a:pt x="470" y="2"/>
                    </a:cubicBezTo>
                    <a:cubicBezTo>
                      <a:pt x="474" y="0"/>
                      <a:pt x="477" y="1"/>
                      <a:pt x="479" y="5"/>
                    </a:cubicBezTo>
                    <a:cubicBezTo>
                      <a:pt x="481" y="9"/>
                      <a:pt x="480" y="13"/>
                      <a:pt x="476" y="15"/>
                    </a:cubicBezTo>
                    <a:cubicBezTo>
                      <a:pt x="363" y="78"/>
                      <a:pt x="259" y="96"/>
                      <a:pt x="177" y="96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" name="Google Shape;80;p6"/>
              <p:cNvSpPr/>
              <p:nvPr/>
            </p:nvSpPr>
            <p:spPr>
              <a:xfrm>
                <a:off x="8631652" y="608876"/>
                <a:ext cx="399575" cy="119581"/>
              </a:xfrm>
              <a:custGeom>
                <a:avLst/>
                <a:gdLst/>
                <a:ahLst/>
                <a:cxnLst/>
                <a:rect l="l" t="t" r="r" b="b"/>
                <a:pathLst>
                  <a:path w="605" h="179" extrusionOk="0">
                    <a:moveTo>
                      <a:pt x="393" y="110"/>
                    </a:moveTo>
                    <a:cubicBezTo>
                      <a:pt x="344" y="110"/>
                      <a:pt x="286" y="103"/>
                      <a:pt x="219" y="88"/>
                    </a:cubicBezTo>
                    <a:cubicBezTo>
                      <a:pt x="100" y="60"/>
                      <a:pt x="6" y="14"/>
                      <a:pt x="5" y="14"/>
                    </a:cubicBezTo>
                    <a:cubicBezTo>
                      <a:pt x="1" y="12"/>
                      <a:pt x="0" y="9"/>
                      <a:pt x="2" y="5"/>
                    </a:cubicBezTo>
                    <a:cubicBezTo>
                      <a:pt x="4" y="1"/>
                      <a:pt x="7" y="0"/>
                      <a:pt x="11" y="2"/>
                    </a:cubicBezTo>
                    <a:cubicBezTo>
                      <a:pt x="14" y="4"/>
                      <a:pt x="382" y="178"/>
                      <a:pt x="592" y="47"/>
                    </a:cubicBezTo>
                    <a:cubicBezTo>
                      <a:pt x="596" y="45"/>
                      <a:pt x="600" y="46"/>
                      <a:pt x="602" y="49"/>
                    </a:cubicBezTo>
                    <a:cubicBezTo>
                      <a:pt x="604" y="52"/>
                      <a:pt x="603" y="56"/>
                      <a:pt x="600" y="58"/>
                    </a:cubicBezTo>
                    <a:cubicBezTo>
                      <a:pt x="558" y="85"/>
                      <a:pt x="492" y="110"/>
                      <a:pt x="393" y="11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4686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7"/>
          <p:cNvSpPr txBox="1">
            <a:spLocks noGrp="1"/>
          </p:cNvSpPr>
          <p:nvPr>
            <p:ph type="body" idx="1"/>
          </p:nvPr>
        </p:nvSpPr>
        <p:spPr>
          <a:xfrm>
            <a:off x="720000" y="1611800"/>
            <a:ext cx="3819300" cy="245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solidFill>
                  <a:srgbClr val="434343"/>
                </a:solidFill>
              </a:defRPr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84" name="Google Shape;84;p7"/>
          <p:cNvSpPr>
            <a:spLocks noGrp="1"/>
          </p:cNvSpPr>
          <p:nvPr>
            <p:ph type="pic" idx="2"/>
          </p:nvPr>
        </p:nvSpPr>
        <p:spPr>
          <a:xfrm>
            <a:off x="5063025" y="535000"/>
            <a:ext cx="3366000" cy="4073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8"/>
          <p:cNvSpPr txBox="1">
            <a:spLocks noGrp="1"/>
          </p:cNvSpPr>
          <p:nvPr>
            <p:ph type="title"/>
          </p:nvPr>
        </p:nvSpPr>
        <p:spPr>
          <a:xfrm>
            <a:off x="715100" y="1307100"/>
            <a:ext cx="36957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87" name="Google Shape;87;p8"/>
          <p:cNvGrpSpPr/>
          <p:nvPr/>
        </p:nvGrpSpPr>
        <p:grpSpPr>
          <a:xfrm>
            <a:off x="-2210716" y="-2879463"/>
            <a:ext cx="12704449" cy="11299221"/>
            <a:chOff x="-2210716" y="-2879463"/>
            <a:chExt cx="12704449" cy="11299221"/>
          </a:xfrm>
        </p:grpSpPr>
        <p:sp>
          <p:nvSpPr>
            <p:cNvPr id="88" name="Google Shape;88;p8"/>
            <p:cNvSpPr/>
            <p:nvPr/>
          </p:nvSpPr>
          <p:spPr>
            <a:xfrm rot="-518693">
              <a:off x="-1936868" y="-2575760"/>
              <a:ext cx="4341237" cy="3971959"/>
            </a:xfrm>
            <a:custGeom>
              <a:avLst/>
              <a:gdLst/>
              <a:ahLst/>
              <a:cxnLst/>
              <a:rect l="l" t="t" r="r" b="b"/>
              <a:pathLst>
                <a:path w="25107" h="22971" extrusionOk="0">
                  <a:moveTo>
                    <a:pt x="6029" y="1"/>
                  </a:moveTo>
                  <a:cubicBezTo>
                    <a:pt x="4338" y="1"/>
                    <a:pt x="2979" y="676"/>
                    <a:pt x="2106" y="1643"/>
                  </a:cubicBezTo>
                  <a:cubicBezTo>
                    <a:pt x="580" y="3337"/>
                    <a:pt x="1" y="6173"/>
                    <a:pt x="2576" y="10368"/>
                  </a:cubicBezTo>
                  <a:cubicBezTo>
                    <a:pt x="4339" y="13239"/>
                    <a:pt x="4269" y="14957"/>
                    <a:pt x="3934" y="17793"/>
                  </a:cubicBezTo>
                  <a:cubicBezTo>
                    <a:pt x="3597" y="20624"/>
                    <a:pt x="4165" y="21865"/>
                    <a:pt x="5284" y="22550"/>
                  </a:cubicBezTo>
                  <a:cubicBezTo>
                    <a:pt x="5735" y="22827"/>
                    <a:pt x="6253" y="22970"/>
                    <a:pt x="6788" y="22970"/>
                  </a:cubicBezTo>
                  <a:cubicBezTo>
                    <a:pt x="7978" y="22970"/>
                    <a:pt x="9255" y="22259"/>
                    <a:pt x="10087" y="20722"/>
                  </a:cubicBezTo>
                  <a:cubicBezTo>
                    <a:pt x="11061" y="18911"/>
                    <a:pt x="11691" y="17303"/>
                    <a:pt x="13839" y="17303"/>
                  </a:cubicBezTo>
                  <a:cubicBezTo>
                    <a:pt x="14341" y="17303"/>
                    <a:pt x="14925" y="17391"/>
                    <a:pt x="15616" y="17584"/>
                  </a:cubicBezTo>
                  <a:cubicBezTo>
                    <a:pt x="16571" y="17851"/>
                    <a:pt x="17477" y="17980"/>
                    <a:pt x="18320" y="17980"/>
                  </a:cubicBezTo>
                  <a:cubicBezTo>
                    <a:pt x="20695" y="17980"/>
                    <a:pt x="22564" y="16954"/>
                    <a:pt x="23591" y="15113"/>
                  </a:cubicBezTo>
                  <a:cubicBezTo>
                    <a:pt x="24984" y="12619"/>
                    <a:pt x="25106" y="8192"/>
                    <a:pt x="22164" y="6325"/>
                  </a:cubicBezTo>
                  <a:cubicBezTo>
                    <a:pt x="19224" y="4462"/>
                    <a:pt x="16596" y="6173"/>
                    <a:pt x="12118" y="2548"/>
                  </a:cubicBezTo>
                  <a:cubicBezTo>
                    <a:pt x="9850" y="712"/>
                    <a:pt x="7765" y="1"/>
                    <a:pt x="60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FE2EF"/>
                </a:solidFill>
              </a:endParaRPr>
            </a:p>
          </p:txBody>
        </p:sp>
        <p:grpSp>
          <p:nvGrpSpPr>
            <p:cNvPr id="89" name="Google Shape;89;p8"/>
            <p:cNvGrpSpPr/>
            <p:nvPr/>
          </p:nvGrpSpPr>
          <p:grpSpPr>
            <a:xfrm>
              <a:off x="5893778" y="3512592"/>
              <a:ext cx="4599955" cy="4907166"/>
              <a:chOff x="5893778" y="3512592"/>
              <a:chExt cx="4599955" cy="4907166"/>
            </a:xfrm>
          </p:grpSpPr>
          <p:sp>
            <p:nvSpPr>
              <p:cNvPr id="90" name="Google Shape;90;p8"/>
              <p:cNvSpPr/>
              <p:nvPr/>
            </p:nvSpPr>
            <p:spPr>
              <a:xfrm rot="4862095">
                <a:off x="6023132" y="3980190"/>
                <a:ext cx="4341248" cy="3971969"/>
              </a:xfrm>
              <a:custGeom>
                <a:avLst/>
                <a:gdLst/>
                <a:ahLst/>
                <a:cxnLst/>
                <a:rect l="l" t="t" r="r" b="b"/>
                <a:pathLst>
                  <a:path w="25107" h="22971" extrusionOk="0">
                    <a:moveTo>
                      <a:pt x="6029" y="1"/>
                    </a:moveTo>
                    <a:cubicBezTo>
                      <a:pt x="4338" y="1"/>
                      <a:pt x="2979" y="676"/>
                      <a:pt x="2106" y="1643"/>
                    </a:cubicBezTo>
                    <a:cubicBezTo>
                      <a:pt x="580" y="3337"/>
                      <a:pt x="1" y="6173"/>
                      <a:pt x="2576" y="10368"/>
                    </a:cubicBezTo>
                    <a:cubicBezTo>
                      <a:pt x="4339" y="13239"/>
                      <a:pt x="4269" y="14957"/>
                      <a:pt x="3934" y="17793"/>
                    </a:cubicBezTo>
                    <a:cubicBezTo>
                      <a:pt x="3597" y="20624"/>
                      <a:pt x="4165" y="21865"/>
                      <a:pt x="5284" y="22550"/>
                    </a:cubicBezTo>
                    <a:cubicBezTo>
                      <a:pt x="5735" y="22827"/>
                      <a:pt x="6253" y="22970"/>
                      <a:pt x="6788" y="22970"/>
                    </a:cubicBezTo>
                    <a:cubicBezTo>
                      <a:pt x="7978" y="22970"/>
                      <a:pt x="9255" y="22259"/>
                      <a:pt x="10087" y="20722"/>
                    </a:cubicBezTo>
                    <a:cubicBezTo>
                      <a:pt x="11061" y="18911"/>
                      <a:pt x="11691" y="17303"/>
                      <a:pt x="13839" y="17303"/>
                    </a:cubicBezTo>
                    <a:cubicBezTo>
                      <a:pt x="14341" y="17303"/>
                      <a:pt x="14925" y="17391"/>
                      <a:pt x="15616" y="17584"/>
                    </a:cubicBezTo>
                    <a:cubicBezTo>
                      <a:pt x="16571" y="17851"/>
                      <a:pt x="17477" y="17980"/>
                      <a:pt x="18320" y="17980"/>
                    </a:cubicBezTo>
                    <a:cubicBezTo>
                      <a:pt x="20695" y="17980"/>
                      <a:pt x="22564" y="16954"/>
                      <a:pt x="23591" y="15113"/>
                    </a:cubicBezTo>
                    <a:cubicBezTo>
                      <a:pt x="24984" y="12619"/>
                      <a:pt x="25106" y="8192"/>
                      <a:pt x="22164" y="6325"/>
                    </a:cubicBezTo>
                    <a:cubicBezTo>
                      <a:pt x="19224" y="4462"/>
                      <a:pt x="16596" y="6173"/>
                      <a:pt x="12118" y="2548"/>
                    </a:cubicBezTo>
                    <a:cubicBezTo>
                      <a:pt x="9850" y="712"/>
                      <a:pt x="7765" y="1"/>
                      <a:pt x="60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grpSp>
            <p:nvGrpSpPr>
              <p:cNvPr id="91" name="Google Shape;91;p8"/>
              <p:cNvGrpSpPr/>
              <p:nvPr/>
            </p:nvGrpSpPr>
            <p:grpSpPr>
              <a:xfrm rot="3447505">
                <a:off x="6416114" y="3978178"/>
                <a:ext cx="1313595" cy="1166160"/>
                <a:chOff x="8017245" y="4305760"/>
                <a:chExt cx="943640" cy="837728"/>
              </a:xfrm>
            </p:grpSpPr>
            <p:sp>
              <p:nvSpPr>
                <p:cNvPr id="92" name="Google Shape;92;p8"/>
                <p:cNvSpPr/>
                <p:nvPr/>
              </p:nvSpPr>
              <p:spPr>
                <a:xfrm rot="-2826888">
                  <a:off x="8112182" y="4536514"/>
                  <a:ext cx="145076" cy="3223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" h="619" extrusionOk="0">
                      <a:moveTo>
                        <a:pt x="172" y="618"/>
                      </a:moveTo>
                      <a:cubicBezTo>
                        <a:pt x="172" y="618"/>
                        <a:pt x="173" y="617"/>
                        <a:pt x="174" y="616"/>
                      </a:cubicBezTo>
                      <a:cubicBezTo>
                        <a:pt x="175" y="615"/>
                        <a:pt x="177" y="613"/>
                        <a:pt x="179" y="610"/>
                      </a:cubicBezTo>
                      <a:cubicBezTo>
                        <a:pt x="181" y="607"/>
                        <a:pt x="183" y="604"/>
                        <a:pt x="186" y="601"/>
                      </a:cubicBezTo>
                      <a:cubicBezTo>
                        <a:pt x="188" y="597"/>
                        <a:pt x="192" y="593"/>
                        <a:pt x="196" y="588"/>
                      </a:cubicBezTo>
                      <a:cubicBezTo>
                        <a:pt x="209" y="569"/>
                        <a:pt x="226" y="543"/>
                        <a:pt x="239" y="513"/>
                      </a:cubicBezTo>
                      <a:cubicBezTo>
                        <a:pt x="252" y="483"/>
                        <a:pt x="263" y="446"/>
                        <a:pt x="269" y="409"/>
                      </a:cubicBezTo>
                      <a:cubicBezTo>
                        <a:pt x="275" y="372"/>
                        <a:pt x="276" y="333"/>
                        <a:pt x="271" y="294"/>
                      </a:cubicBezTo>
                      <a:cubicBezTo>
                        <a:pt x="266" y="255"/>
                        <a:pt x="258" y="217"/>
                        <a:pt x="244" y="182"/>
                      </a:cubicBezTo>
                      <a:cubicBezTo>
                        <a:pt x="229" y="146"/>
                        <a:pt x="211" y="116"/>
                        <a:pt x="191" y="88"/>
                      </a:cubicBezTo>
                      <a:cubicBezTo>
                        <a:pt x="182" y="75"/>
                        <a:pt x="170" y="62"/>
                        <a:pt x="161" y="52"/>
                      </a:cubicBezTo>
                      <a:cubicBezTo>
                        <a:pt x="150" y="41"/>
                        <a:pt x="141" y="32"/>
                        <a:pt x="132" y="24"/>
                      </a:cubicBezTo>
                      <a:cubicBezTo>
                        <a:pt x="128" y="21"/>
                        <a:pt x="124" y="17"/>
                        <a:pt x="121" y="14"/>
                      </a:cubicBezTo>
                      <a:cubicBezTo>
                        <a:pt x="117" y="11"/>
                        <a:pt x="114" y="8"/>
                        <a:pt x="111" y="6"/>
                      </a:cubicBezTo>
                      <a:cubicBezTo>
                        <a:pt x="108" y="4"/>
                        <a:pt x="106" y="1"/>
                        <a:pt x="105" y="1"/>
                      </a:cubicBezTo>
                      <a:cubicBezTo>
                        <a:pt x="103" y="0"/>
                        <a:pt x="103" y="0"/>
                        <a:pt x="103" y="0"/>
                      </a:cubicBezTo>
                      <a:cubicBezTo>
                        <a:pt x="103" y="0"/>
                        <a:pt x="102" y="1"/>
                        <a:pt x="101" y="1"/>
                      </a:cubicBezTo>
                      <a:cubicBezTo>
                        <a:pt x="100" y="2"/>
                        <a:pt x="98" y="4"/>
                        <a:pt x="96" y="7"/>
                      </a:cubicBezTo>
                      <a:cubicBezTo>
                        <a:pt x="94" y="10"/>
                        <a:pt x="91" y="13"/>
                        <a:pt x="88" y="17"/>
                      </a:cubicBezTo>
                      <a:cubicBezTo>
                        <a:pt x="85" y="21"/>
                        <a:pt x="83" y="24"/>
                        <a:pt x="79" y="29"/>
                      </a:cubicBezTo>
                      <a:cubicBezTo>
                        <a:pt x="72" y="39"/>
                        <a:pt x="65" y="50"/>
                        <a:pt x="58" y="62"/>
                      </a:cubicBezTo>
                      <a:cubicBezTo>
                        <a:pt x="50" y="75"/>
                        <a:pt x="43" y="89"/>
                        <a:pt x="37" y="105"/>
                      </a:cubicBezTo>
                      <a:cubicBezTo>
                        <a:pt x="24" y="136"/>
                        <a:pt x="13" y="172"/>
                        <a:pt x="6" y="209"/>
                      </a:cubicBezTo>
                      <a:cubicBezTo>
                        <a:pt x="1" y="246"/>
                        <a:pt x="0" y="285"/>
                        <a:pt x="5" y="324"/>
                      </a:cubicBezTo>
                      <a:cubicBezTo>
                        <a:pt x="9" y="363"/>
                        <a:pt x="19" y="401"/>
                        <a:pt x="33" y="436"/>
                      </a:cubicBezTo>
                      <a:cubicBezTo>
                        <a:pt x="47" y="471"/>
                        <a:pt x="65" y="503"/>
                        <a:pt x="85" y="530"/>
                      </a:cubicBezTo>
                      <a:cubicBezTo>
                        <a:pt x="106" y="557"/>
                        <a:pt x="126" y="579"/>
                        <a:pt x="144" y="594"/>
                      </a:cubicBezTo>
                      <a:cubicBezTo>
                        <a:pt x="147" y="598"/>
                        <a:pt x="152" y="602"/>
                        <a:pt x="155" y="604"/>
                      </a:cubicBezTo>
                      <a:cubicBezTo>
                        <a:pt x="159" y="607"/>
                        <a:pt x="162" y="610"/>
                        <a:pt x="165" y="612"/>
                      </a:cubicBezTo>
                      <a:cubicBezTo>
                        <a:pt x="167" y="614"/>
                        <a:pt x="169" y="616"/>
                        <a:pt x="171" y="617"/>
                      </a:cubicBezTo>
                      <a:cubicBezTo>
                        <a:pt x="171" y="618"/>
                        <a:pt x="172" y="618"/>
                        <a:pt x="172" y="618"/>
                      </a:cubicBezTo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3" name="Google Shape;93;p8"/>
                <p:cNvSpPr/>
                <p:nvPr/>
              </p:nvSpPr>
              <p:spPr>
                <a:xfrm rot="-2826872">
                  <a:off x="8093848" y="4826636"/>
                  <a:ext cx="271731" cy="1934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9" h="370" extrusionOk="0">
                      <a:moveTo>
                        <a:pt x="518" y="355"/>
                      </a:moveTo>
                      <a:cubicBezTo>
                        <a:pt x="518" y="355"/>
                        <a:pt x="518" y="354"/>
                        <a:pt x="518" y="352"/>
                      </a:cubicBezTo>
                      <a:cubicBezTo>
                        <a:pt x="518" y="350"/>
                        <a:pt x="517" y="347"/>
                        <a:pt x="517" y="344"/>
                      </a:cubicBezTo>
                      <a:cubicBezTo>
                        <a:pt x="516" y="342"/>
                        <a:pt x="516" y="337"/>
                        <a:pt x="515" y="333"/>
                      </a:cubicBezTo>
                      <a:cubicBezTo>
                        <a:pt x="514" y="328"/>
                        <a:pt x="513" y="324"/>
                        <a:pt x="511" y="318"/>
                      </a:cubicBezTo>
                      <a:cubicBezTo>
                        <a:pt x="505" y="296"/>
                        <a:pt x="496" y="266"/>
                        <a:pt x="481" y="237"/>
                      </a:cubicBezTo>
                      <a:cubicBezTo>
                        <a:pt x="465" y="206"/>
                        <a:pt x="445" y="176"/>
                        <a:pt x="421" y="147"/>
                      </a:cubicBezTo>
                      <a:cubicBezTo>
                        <a:pt x="396" y="119"/>
                        <a:pt x="366" y="93"/>
                        <a:pt x="334" y="71"/>
                      </a:cubicBezTo>
                      <a:cubicBezTo>
                        <a:pt x="301" y="49"/>
                        <a:pt x="266" y="32"/>
                        <a:pt x="230" y="21"/>
                      </a:cubicBezTo>
                      <a:cubicBezTo>
                        <a:pt x="194" y="9"/>
                        <a:pt x="158" y="2"/>
                        <a:pt x="124" y="1"/>
                      </a:cubicBezTo>
                      <a:cubicBezTo>
                        <a:pt x="107" y="0"/>
                        <a:pt x="91" y="0"/>
                        <a:pt x="77" y="1"/>
                      </a:cubicBezTo>
                      <a:cubicBezTo>
                        <a:pt x="62" y="2"/>
                        <a:pt x="49" y="2"/>
                        <a:pt x="38" y="4"/>
                      </a:cubicBezTo>
                      <a:cubicBezTo>
                        <a:pt x="32" y="5"/>
                        <a:pt x="27" y="6"/>
                        <a:pt x="22" y="7"/>
                      </a:cubicBezTo>
                      <a:cubicBezTo>
                        <a:pt x="18" y="8"/>
                        <a:pt x="14" y="9"/>
                        <a:pt x="11" y="10"/>
                      </a:cubicBezTo>
                      <a:cubicBezTo>
                        <a:pt x="8" y="11"/>
                        <a:pt x="5" y="12"/>
                        <a:pt x="3" y="12"/>
                      </a:cubicBezTo>
                      <a:cubicBezTo>
                        <a:pt x="1" y="12"/>
                        <a:pt x="0" y="13"/>
                        <a:pt x="0" y="13"/>
                      </a:cubicBezTo>
                      <a:cubicBezTo>
                        <a:pt x="0" y="13"/>
                        <a:pt x="0" y="14"/>
                        <a:pt x="0" y="16"/>
                      </a:cubicBezTo>
                      <a:cubicBezTo>
                        <a:pt x="0" y="18"/>
                        <a:pt x="1" y="21"/>
                        <a:pt x="1" y="23"/>
                      </a:cubicBezTo>
                      <a:cubicBezTo>
                        <a:pt x="2" y="26"/>
                        <a:pt x="2" y="31"/>
                        <a:pt x="3" y="35"/>
                      </a:cubicBezTo>
                      <a:cubicBezTo>
                        <a:pt x="4" y="40"/>
                        <a:pt x="5" y="44"/>
                        <a:pt x="7" y="50"/>
                      </a:cubicBezTo>
                      <a:cubicBezTo>
                        <a:pt x="10" y="62"/>
                        <a:pt x="14" y="74"/>
                        <a:pt x="19" y="88"/>
                      </a:cubicBezTo>
                      <a:cubicBezTo>
                        <a:pt x="23" y="102"/>
                        <a:pt x="30" y="117"/>
                        <a:pt x="38" y="132"/>
                      </a:cubicBezTo>
                      <a:cubicBezTo>
                        <a:pt x="53" y="163"/>
                        <a:pt x="73" y="193"/>
                        <a:pt x="98" y="222"/>
                      </a:cubicBezTo>
                      <a:cubicBezTo>
                        <a:pt x="122" y="250"/>
                        <a:pt x="152" y="276"/>
                        <a:pt x="184" y="297"/>
                      </a:cubicBezTo>
                      <a:cubicBezTo>
                        <a:pt x="217" y="318"/>
                        <a:pt x="252" y="336"/>
                        <a:pt x="288" y="347"/>
                      </a:cubicBezTo>
                      <a:cubicBezTo>
                        <a:pt x="324" y="359"/>
                        <a:pt x="361" y="365"/>
                        <a:pt x="394" y="367"/>
                      </a:cubicBezTo>
                      <a:cubicBezTo>
                        <a:pt x="427" y="369"/>
                        <a:pt x="458" y="367"/>
                        <a:pt x="481" y="364"/>
                      </a:cubicBezTo>
                      <a:cubicBezTo>
                        <a:pt x="486" y="363"/>
                        <a:pt x="491" y="362"/>
                        <a:pt x="496" y="361"/>
                      </a:cubicBezTo>
                      <a:cubicBezTo>
                        <a:pt x="501" y="360"/>
                        <a:pt x="504" y="359"/>
                        <a:pt x="507" y="358"/>
                      </a:cubicBezTo>
                      <a:cubicBezTo>
                        <a:pt x="510" y="357"/>
                        <a:pt x="513" y="356"/>
                        <a:pt x="515" y="356"/>
                      </a:cubicBezTo>
                      <a:cubicBezTo>
                        <a:pt x="517" y="356"/>
                        <a:pt x="518" y="355"/>
                        <a:pt x="518" y="355"/>
                      </a:cubicBezTo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4" name="Google Shape;94;p8"/>
                <p:cNvSpPr/>
                <p:nvPr/>
              </p:nvSpPr>
              <p:spPr>
                <a:xfrm rot="-2826883">
                  <a:off x="8314007" y="4568602"/>
                  <a:ext cx="126653" cy="232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1" h="445" extrusionOk="0">
                      <a:moveTo>
                        <a:pt x="33" y="444"/>
                      </a:moveTo>
                      <a:cubicBezTo>
                        <a:pt x="33" y="444"/>
                        <a:pt x="34" y="444"/>
                        <a:pt x="35" y="444"/>
                      </a:cubicBezTo>
                      <a:cubicBezTo>
                        <a:pt x="36" y="443"/>
                        <a:pt x="38" y="443"/>
                        <a:pt x="40" y="442"/>
                      </a:cubicBezTo>
                      <a:cubicBezTo>
                        <a:pt x="42" y="441"/>
                        <a:pt x="46" y="440"/>
                        <a:pt x="49" y="438"/>
                      </a:cubicBezTo>
                      <a:cubicBezTo>
                        <a:pt x="52" y="436"/>
                        <a:pt x="56" y="435"/>
                        <a:pt x="59" y="433"/>
                      </a:cubicBezTo>
                      <a:cubicBezTo>
                        <a:pt x="75" y="425"/>
                        <a:pt x="95" y="413"/>
                        <a:pt x="116" y="397"/>
                      </a:cubicBezTo>
                      <a:cubicBezTo>
                        <a:pt x="136" y="381"/>
                        <a:pt x="156" y="361"/>
                        <a:pt x="173" y="337"/>
                      </a:cubicBezTo>
                      <a:cubicBezTo>
                        <a:pt x="190" y="314"/>
                        <a:pt x="204" y="287"/>
                        <a:pt x="216" y="260"/>
                      </a:cubicBezTo>
                      <a:cubicBezTo>
                        <a:pt x="226" y="232"/>
                        <a:pt x="234" y="202"/>
                        <a:pt x="237" y="174"/>
                      </a:cubicBezTo>
                      <a:cubicBezTo>
                        <a:pt x="240" y="145"/>
                        <a:pt x="239" y="117"/>
                        <a:pt x="235" y="91"/>
                      </a:cubicBezTo>
                      <a:cubicBezTo>
                        <a:pt x="233" y="79"/>
                        <a:pt x="230" y="66"/>
                        <a:pt x="227" y="56"/>
                      </a:cubicBezTo>
                      <a:cubicBezTo>
                        <a:pt x="224" y="45"/>
                        <a:pt x="220" y="35"/>
                        <a:pt x="218" y="27"/>
                      </a:cubicBezTo>
                      <a:cubicBezTo>
                        <a:pt x="216" y="23"/>
                        <a:pt x="215" y="20"/>
                        <a:pt x="213" y="16"/>
                      </a:cubicBezTo>
                      <a:cubicBezTo>
                        <a:pt x="212" y="13"/>
                        <a:pt x="210" y="10"/>
                        <a:pt x="209" y="7"/>
                      </a:cubicBezTo>
                      <a:lnTo>
                        <a:pt x="206" y="1"/>
                      </a:lnTo>
                      <a:cubicBezTo>
                        <a:pt x="205" y="1"/>
                        <a:pt x="205" y="0"/>
                        <a:pt x="205" y="0"/>
                      </a:cubicBezTo>
                      <a:cubicBezTo>
                        <a:pt x="205" y="0"/>
                        <a:pt x="204" y="0"/>
                        <a:pt x="203" y="1"/>
                      </a:cubicBezTo>
                      <a:cubicBezTo>
                        <a:pt x="202" y="1"/>
                        <a:pt x="200" y="1"/>
                        <a:pt x="198" y="2"/>
                      </a:cubicBezTo>
                      <a:cubicBezTo>
                        <a:pt x="195" y="3"/>
                        <a:pt x="192" y="4"/>
                        <a:pt x="189" y="6"/>
                      </a:cubicBezTo>
                      <a:cubicBezTo>
                        <a:pt x="186" y="8"/>
                        <a:pt x="182" y="9"/>
                        <a:pt x="179" y="11"/>
                      </a:cubicBezTo>
                      <a:cubicBezTo>
                        <a:pt x="171" y="15"/>
                        <a:pt x="161" y="20"/>
                        <a:pt x="152" y="26"/>
                      </a:cubicBezTo>
                      <a:cubicBezTo>
                        <a:pt x="142" y="32"/>
                        <a:pt x="132" y="40"/>
                        <a:pt x="122" y="47"/>
                      </a:cubicBezTo>
                      <a:cubicBezTo>
                        <a:pt x="102" y="63"/>
                        <a:pt x="82" y="83"/>
                        <a:pt x="65" y="107"/>
                      </a:cubicBezTo>
                      <a:cubicBezTo>
                        <a:pt x="48" y="130"/>
                        <a:pt x="33" y="156"/>
                        <a:pt x="23" y="184"/>
                      </a:cubicBezTo>
                      <a:cubicBezTo>
                        <a:pt x="12" y="211"/>
                        <a:pt x="5" y="242"/>
                        <a:pt x="3" y="270"/>
                      </a:cubicBezTo>
                      <a:cubicBezTo>
                        <a:pt x="0" y="299"/>
                        <a:pt x="1" y="327"/>
                        <a:pt x="6" y="353"/>
                      </a:cubicBezTo>
                      <a:cubicBezTo>
                        <a:pt x="10" y="379"/>
                        <a:pt x="17" y="401"/>
                        <a:pt x="23" y="418"/>
                      </a:cubicBezTo>
                      <a:cubicBezTo>
                        <a:pt x="25" y="422"/>
                        <a:pt x="26" y="425"/>
                        <a:pt x="28" y="429"/>
                      </a:cubicBezTo>
                      <a:cubicBezTo>
                        <a:pt x="29" y="432"/>
                        <a:pt x="31" y="435"/>
                        <a:pt x="32" y="438"/>
                      </a:cubicBezTo>
                      <a:lnTo>
                        <a:pt x="35" y="444"/>
                      </a:lnTo>
                      <a:cubicBezTo>
                        <a:pt x="32" y="444"/>
                        <a:pt x="33" y="444"/>
                        <a:pt x="33" y="444"/>
                      </a:cubicBezTo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5" name="Google Shape;95;p8"/>
                <p:cNvSpPr/>
                <p:nvPr/>
              </p:nvSpPr>
              <p:spPr>
                <a:xfrm rot="-2826886">
                  <a:off x="8476913" y="4622864"/>
                  <a:ext cx="101324" cy="2302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2" h="440" extrusionOk="0">
                      <a:moveTo>
                        <a:pt x="94" y="439"/>
                      </a:moveTo>
                      <a:cubicBezTo>
                        <a:pt x="94" y="439"/>
                        <a:pt x="95" y="439"/>
                        <a:pt x="96" y="438"/>
                      </a:cubicBezTo>
                      <a:cubicBezTo>
                        <a:pt x="97" y="437"/>
                        <a:pt x="99" y="436"/>
                        <a:pt x="100" y="434"/>
                      </a:cubicBezTo>
                      <a:cubicBezTo>
                        <a:pt x="102" y="432"/>
                        <a:pt x="104" y="430"/>
                        <a:pt x="106" y="428"/>
                      </a:cubicBezTo>
                      <a:cubicBezTo>
                        <a:pt x="108" y="426"/>
                        <a:pt x="111" y="424"/>
                        <a:pt x="114" y="421"/>
                      </a:cubicBezTo>
                      <a:cubicBezTo>
                        <a:pt x="124" y="408"/>
                        <a:pt x="137" y="391"/>
                        <a:pt x="150" y="371"/>
                      </a:cubicBezTo>
                      <a:cubicBezTo>
                        <a:pt x="162" y="350"/>
                        <a:pt x="173" y="326"/>
                        <a:pt x="179" y="301"/>
                      </a:cubicBezTo>
                      <a:cubicBezTo>
                        <a:pt x="187" y="275"/>
                        <a:pt x="190" y="247"/>
                        <a:pt x="191" y="220"/>
                      </a:cubicBezTo>
                      <a:cubicBezTo>
                        <a:pt x="191" y="192"/>
                        <a:pt x="186" y="165"/>
                        <a:pt x="180" y="139"/>
                      </a:cubicBezTo>
                      <a:cubicBezTo>
                        <a:pt x="173" y="113"/>
                        <a:pt x="163" y="89"/>
                        <a:pt x="151" y="68"/>
                      </a:cubicBezTo>
                      <a:cubicBezTo>
                        <a:pt x="145" y="58"/>
                        <a:pt x="138" y="48"/>
                        <a:pt x="133" y="40"/>
                      </a:cubicBezTo>
                      <a:cubicBezTo>
                        <a:pt x="126" y="31"/>
                        <a:pt x="120" y="24"/>
                        <a:pt x="114" y="18"/>
                      </a:cubicBezTo>
                      <a:cubicBezTo>
                        <a:pt x="112" y="15"/>
                        <a:pt x="110" y="12"/>
                        <a:pt x="107" y="10"/>
                      </a:cubicBezTo>
                      <a:cubicBezTo>
                        <a:pt x="105" y="8"/>
                        <a:pt x="102" y="5"/>
                        <a:pt x="101" y="4"/>
                      </a:cubicBezTo>
                      <a:cubicBezTo>
                        <a:pt x="99" y="2"/>
                        <a:pt x="98" y="2"/>
                        <a:pt x="97" y="1"/>
                      </a:cubicBezTo>
                      <a:cubicBezTo>
                        <a:pt x="96" y="0"/>
                        <a:pt x="95" y="0"/>
                        <a:pt x="95" y="0"/>
                      </a:cubicBezTo>
                      <a:cubicBezTo>
                        <a:pt x="95" y="0"/>
                        <a:pt x="94" y="0"/>
                        <a:pt x="94" y="1"/>
                      </a:cubicBezTo>
                      <a:cubicBezTo>
                        <a:pt x="93" y="2"/>
                        <a:pt x="91" y="3"/>
                        <a:pt x="90" y="4"/>
                      </a:cubicBezTo>
                      <a:cubicBezTo>
                        <a:pt x="88" y="6"/>
                        <a:pt x="86" y="8"/>
                        <a:pt x="84" y="10"/>
                      </a:cubicBezTo>
                      <a:cubicBezTo>
                        <a:pt x="82" y="12"/>
                        <a:pt x="79" y="15"/>
                        <a:pt x="76" y="18"/>
                      </a:cubicBezTo>
                      <a:cubicBezTo>
                        <a:pt x="71" y="24"/>
                        <a:pt x="65" y="31"/>
                        <a:pt x="58" y="40"/>
                      </a:cubicBezTo>
                      <a:cubicBezTo>
                        <a:pt x="53" y="48"/>
                        <a:pt x="46" y="58"/>
                        <a:pt x="40" y="68"/>
                      </a:cubicBezTo>
                      <a:cubicBezTo>
                        <a:pt x="28" y="89"/>
                        <a:pt x="17" y="113"/>
                        <a:pt x="11" y="139"/>
                      </a:cubicBezTo>
                      <a:cubicBezTo>
                        <a:pt x="3" y="165"/>
                        <a:pt x="0" y="192"/>
                        <a:pt x="0" y="220"/>
                      </a:cubicBezTo>
                      <a:cubicBezTo>
                        <a:pt x="0" y="247"/>
                        <a:pt x="4" y="275"/>
                        <a:pt x="11" y="301"/>
                      </a:cubicBezTo>
                      <a:cubicBezTo>
                        <a:pt x="17" y="326"/>
                        <a:pt x="28" y="350"/>
                        <a:pt x="40" y="371"/>
                      </a:cubicBezTo>
                      <a:cubicBezTo>
                        <a:pt x="52" y="392"/>
                        <a:pt x="65" y="409"/>
                        <a:pt x="76" y="421"/>
                      </a:cubicBezTo>
                      <a:cubicBezTo>
                        <a:pt x="79" y="424"/>
                        <a:pt x="81" y="426"/>
                        <a:pt x="84" y="428"/>
                      </a:cubicBezTo>
                      <a:cubicBezTo>
                        <a:pt x="86" y="430"/>
                        <a:pt x="89" y="433"/>
                        <a:pt x="90" y="434"/>
                      </a:cubicBezTo>
                      <a:cubicBezTo>
                        <a:pt x="92" y="436"/>
                        <a:pt x="93" y="437"/>
                        <a:pt x="94" y="438"/>
                      </a:cubicBezTo>
                      <a:cubicBezTo>
                        <a:pt x="94" y="439"/>
                        <a:pt x="94" y="439"/>
                        <a:pt x="94" y="439"/>
                      </a:cubicBezTo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6" name="Google Shape;96;p8"/>
                <p:cNvSpPr/>
                <p:nvPr/>
              </p:nvSpPr>
              <p:spPr>
                <a:xfrm rot="-2826885">
                  <a:off x="8288151" y="4376905"/>
                  <a:ext cx="497407" cy="6954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1" h="1332" extrusionOk="0">
                      <a:moveTo>
                        <a:pt x="944" y="1331"/>
                      </a:moveTo>
                      <a:cubicBezTo>
                        <a:pt x="396" y="1091"/>
                        <a:pt x="179" y="742"/>
                        <a:pt x="93" y="492"/>
                      </a:cubicBezTo>
                      <a:cubicBezTo>
                        <a:pt x="0" y="220"/>
                        <a:pt x="38" y="3"/>
                        <a:pt x="39" y="0"/>
                      </a:cubicBezTo>
                      <a:lnTo>
                        <a:pt x="53" y="3"/>
                      </a:lnTo>
                      <a:cubicBezTo>
                        <a:pt x="53" y="5"/>
                        <a:pt x="16" y="220"/>
                        <a:pt x="107" y="488"/>
                      </a:cubicBezTo>
                      <a:cubicBezTo>
                        <a:pt x="192" y="735"/>
                        <a:pt x="407" y="1079"/>
                        <a:pt x="950" y="1317"/>
                      </a:cubicBezTo>
                      <a:lnTo>
                        <a:pt x="944" y="1331"/>
                      </a:lnTo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7" name="Google Shape;97;p8"/>
                <p:cNvSpPr/>
                <p:nvPr/>
              </p:nvSpPr>
              <p:spPr>
                <a:xfrm rot="-2826880">
                  <a:off x="8370864" y="4640889"/>
                  <a:ext cx="92113" cy="2463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" h="474" extrusionOk="0">
                      <a:moveTo>
                        <a:pt x="70" y="473"/>
                      </a:moveTo>
                      <a:cubicBezTo>
                        <a:pt x="0" y="244"/>
                        <a:pt x="161" y="3"/>
                        <a:pt x="163" y="0"/>
                      </a:cubicBezTo>
                      <a:lnTo>
                        <a:pt x="174" y="8"/>
                      </a:lnTo>
                      <a:cubicBezTo>
                        <a:pt x="172" y="10"/>
                        <a:pt x="15" y="246"/>
                        <a:pt x="84" y="468"/>
                      </a:cubicBezTo>
                      <a:lnTo>
                        <a:pt x="70" y="473"/>
                      </a:lnTo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8" name="Google Shape;98;p8"/>
                <p:cNvSpPr/>
                <p:nvPr/>
              </p:nvSpPr>
              <p:spPr>
                <a:xfrm rot="-2826889">
                  <a:off x="8229459" y="4814264"/>
                  <a:ext cx="225675" cy="1381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2" h="266" extrusionOk="0">
                      <a:moveTo>
                        <a:pt x="425" y="265"/>
                      </a:moveTo>
                      <a:cubicBezTo>
                        <a:pt x="135" y="145"/>
                        <a:pt x="1" y="11"/>
                        <a:pt x="0" y="9"/>
                      </a:cubicBezTo>
                      <a:lnTo>
                        <a:pt x="11" y="0"/>
                      </a:lnTo>
                      <a:cubicBezTo>
                        <a:pt x="12" y="1"/>
                        <a:pt x="143" y="134"/>
                        <a:pt x="431" y="252"/>
                      </a:cubicBezTo>
                      <a:lnTo>
                        <a:pt x="425" y="265"/>
                      </a:lnTo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9" name="Google Shape;99;p8"/>
                <p:cNvSpPr/>
                <p:nvPr/>
              </p:nvSpPr>
              <p:spPr>
                <a:xfrm rot="-2826884">
                  <a:off x="8553235" y="4667884"/>
                  <a:ext cx="89808" cy="2556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" h="490" extrusionOk="0">
                      <a:moveTo>
                        <a:pt x="162" y="489"/>
                      </a:moveTo>
                      <a:cubicBezTo>
                        <a:pt x="0" y="277"/>
                        <a:pt x="63" y="3"/>
                        <a:pt x="64" y="0"/>
                      </a:cubicBezTo>
                      <a:lnTo>
                        <a:pt x="78" y="4"/>
                      </a:lnTo>
                      <a:cubicBezTo>
                        <a:pt x="77" y="7"/>
                        <a:pt x="16" y="275"/>
                        <a:pt x="173" y="480"/>
                      </a:cubicBezTo>
                      <a:lnTo>
                        <a:pt x="162" y="489"/>
                      </a:lnTo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00" name="Google Shape;100;p8"/>
              <p:cNvGrpSpPr/>
              <p:nvPr/>
            </p:nvGrpSpPr>
            <p:grpSpPr>
              <a:xfrm rot="-8632975" flipH="1">
                <a:off x="7317531" y="4176784"/>
                <a:ext cx="947999" cy="863416"/>
                <a:chOff x="8337075" y="299713"/>
                <a:chExt cx="947899" cy="863325"/>
              </a:xfrm>
            </p:grpSpPr>
            <p:sp>
              <p:nvSpPr>
                <p:cNvPr id="101" name="Google Shape;101;p8"/>
                <p:cNvSpPr/>
                <p:nvPr/>
              </p:nvSpPr>
              <p:spPr>
                <a:xfrm>
                  <a:off x="8337075" y="372628"/>
                  <a:ext cx="942062" cy="7904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3" h="1196" extrusionOk="0">
                      <a:moveTo>
                        <a:pt x="715" y="109"/>
                      </a:moveTo>
                      <a:cubicBezTo>
                        <a:pt x="723" y="133"/>
                        <a:pt x="741" y="154"/>
                        <a:pt x="766" y="171"/>
                      </a:cubicBezTo>
                      <a:cubicBezTo>
                        <a:pt x="791" y="187"/>
                        <a:pt x="821" y="199"/>
                        <a:pt x="851" y="208"/>
                      </a:cubicBezTo>
                      <a:cubicBezTo>
                        <a:pt x="881" y="216"/>
                        <a:pt x="910" y="219"/>
                        <a:pt x="933" y="222"/>
                      </a:cubicBezTo>
                      <a:cubicBezTo>
                        <a:pt x="955" y="224"/>
                        <a:pt x="969" y="223"/>
                        <a:pt x="969" y="223"/>
                      </a:cubicBezTo>
                      <a:cubicBezTo>
                        <a:pt x="969" y="223"/>
                        <a:pt x="958" y="225"/>
                        <a:pt x="939" y="227"/>
                      </a:cubicBezTo>
                      <a:cubicBezTo>
                        <a:pt x="930" y="228"/>
                        <a:pt x="918" y="229"/>
                        <a:pt x="905" y="231"/>
                      </a:cubicBezTo>
                      <a:cubicBezTo>
                        <a:pt x="892" y="232"/>
                        <a:pt x="877" y="233"/>
                        <a:pt x="861" y="235"/>
                      </a:cubicBezTo>
                      <a:cubicBezTo>
                        <a:pt x="797" y="241"/>
                        <a:pt x="714" y="245"/>
                        <a:pt x="633" y="246"/>
                      </a:cubicBezTo>
                      <a:cubicBezTo>
                        <a:pt x="552" y="248"/>
                        <a:pt x="474" y="247"/>
                        <a:pt x="414" y="255"/>
                      </a:cubicBezTo>
                      <a:cubicBezTo>
                        <a:pt x="355" y="264"/>
                        <a:pt x="316" y="284"/>
                        <a:pt x="312" y="329"/>
                      </a:cubicBezTo>
                      <a:cubicBezTo>
                        <a:pt x="307" y="377"/>
                        <a:pt x="352" y="419"/>
                        <a:pt x="401" y="446"/>
                      </a:cubicBezTo>
                      <a:cubicBezTo>
                        <a:pt x="426" y="459"/>
                        <a:pt x="451" y="469"/>
                        <a:pt x="470" y="476"/>
                      </a:cubicBezTo>
                      <a:cubicBezTo>
                        <a:pt x="489" y="482"/>
                        <a:pt x="502" y="486"/>
                        <a:pt x="502" y="486"/>
                      </a:cubicBezTo>
                      <a:cubicBezTo>
                        <a:pt x="502" y="486"/>
                        <a:pt x="467" y="493"/>
                        <a:pt x="416" y="506"/>
                      </a:cubicBezTo>
                      <a:cubicBezTo>
                        <a:pt x="366" y="518"/>
                        <a:pt x="298" y="536"/>
                        <a:pt x="235" y="562"/>
                      </a:cubicBezTo>
                      <a:cubicBezTo>
                        <a:pt x="171" y="588"/>
                        <a:pt x="109" y="620"/>
                        <a:pt x="64" y="670"/>
                      </a:cubicBezTo>
                      <a:cubicBezTo>
                        <a:pt x="52" y="682"/>
                        <a:pt x="43" y="695"/>
                        <a:pt x="34" y="711"/>
                      </a:cubicBezTo>
                      <a:cubicBezTo>
                        <a:pt x="26" y="725"/>
                        <a:pt x="19" y="741"/>
                        <a:pt x="13" y="758"/>
                      </a:cubicBezTo>
                      <a:cubicBezTo>
                        <a:pt x="3" y="793"/>
                        <a:pt x="0" y="834"/>
                        <a:pt x="8" y="880"/>
                      </a:cubicBezTo>
                      <a:cubicBezTo>
                        <a:pt x="15" y="927"/>
                        <a:pt x="32" y="964"/>
                        <a:pt x="54" y="994"/>
                      </a:cubicBezTo>
                      <a:cubicBezTo>
                        <a:pt x="66" y="1008"/>
                        <a:pt x="79" y="1020"/>
                        <a:pt x="94" y="1031"/>
                      </a:cubicBezTo>
                      <a:cubicBezTo>
                        <a:pt x="110" y="1041"/>
                        <a:pt x="126" y="1049"/>
                        <a:pt x="143" y="1055"/>
                      </a:cubicBezTo>
                      <a:cubicBezTo>
                        <a:pt x="213" y="1082"/>
                        <a:pt x="302" y="1078"/>
                        <a:pt x="387" y="1058"/>
                      </a:cubicBezTo>
                      <a:cubicBezTo>
                        <a:pt x="472" y="1038"/>
                        <a:pt x="552" y="1001"/>
                        <a:pt x="610" y="969"/>
                      </a:cubicBezTo>
                      <a:cubicBezTo>
                        <a:pt x="667" y="936"/>
                        <a:pt x="702" y="909"/>
                        <a:pt x="702" y="909"/>
                      </a:cubicBezTo>
                      <a:cubicBezTo>
                        <a:pt x="702" y="909"/>
                        <a:pt x="694" y="922"/>
                        <a:pt x="682" y="943"/>
                      </a:cubicBezTo>
                      <a:cubicBezTo>
                        <a:pt x="671" y="964"/>
                        <a:pt x="655" y="992"/>
                        <a:pt x="642" y="1022"/>
                      </a:cubicBezTo>
                      <a:cubicBezTo>
                        <a:pt x="616" y="1081"/>
                        <a:pt x="597" y="1148"/>
                        <a:pt x="647" y="1173"/>
                      </a:cubicBezTo>
                      <a:cubicBezTo>
                        <a:pt x="691" y="1195"/>
                        <a:pt x="760" y="1169"/>
                        <a:pt x="836" y="1112"/>
                      </a:cubicBezTo>
                      <a:cubicBezTo>
                        <a:pt x="911" y="1055"/>
                        <a:pt x="988" y="968"/>
                        <a:pt x="1051" y="874"/>
                      </a:cubicBezTo>
                      <a:cubicBezTo>
                        <a:pt x="1114" y="782"/>
                        <a:pt x="1161" y="684"/>
                        <a:pt x="1190" y="611"/>
                      </a:cubicBezTo>
                      <a:cubicBezTo>
                        <a:pt x="1198" y="593"/>
                        <a:pt x="1203" y="575"/>
                        <a:pt x="1209" y="560"/>
                      </a:cubicBezTo>
                      <a:cubicBezTo>
                        <a:pt x="1214" y="545"/>
                        <a:pt x="1219" y="532"/>
                        <a:pt x="1222" y="521"/>
                      </a:cubicBezTo>
                      <a:cubicBezTo>
                        <a:pt x="1229" y="499"/>
                        <a:pt x="1232" y="487"/>
                        <a:pt x="1232" y="487"/>
                      </a:cubicBezTo>
                      <a:cubicBezTo>
                        <a:pt x="1232" y="487"/>
                        <a:pt x="1230" y="503"/>
                        <a:pt x="1227" y="529"/>
                      </a:cubicBezTo>
                      <a:cubicBezTo>
                        <a:pt x="1224" y="553"/>
                        <a:pt x="1221" y="588"/>
                        <a:pt x="1220" y="623"/>
                      </a:cubicBezTo>
                      <a:cubicBezTo>
                        <a:pt x="1219" y="658"/>
                        <a:pt x="1221" y="695"/>
                        <a:pt x="1229" y="726"/>
                      </a:cubicBezTo>
                      <a:cubicBezTo>
                        <a:pt x="1238" y="756"/>
                        <a:pt x="1253" y="780"/>
                        <a:pt x="1280" y="789"/>
                      </a:cubicBezTo>
                      <a:cubicBezTo>
                        <a:pt x="1308" y="797"/>
                        <a:pt x="1341" y="750"/>
                        <a:pt x="1368" y="673"/>
                      </a:cubicBezTo>
                      <a:cubicBezTo>
                        <a:pt x="1395" y="597"/>
                        <a:pt x="1414" y="492"/>
                        <a:pt x="1418" y="390"/>
                      </a:cubicBezTo>
                      <a:cubicBezTo>
                        <a:pt x="1422" y="287"/>
                        <a:pt x="1411" y="188"/>
                        <a:pt x="1398" y="116"/>
                      </a:cubicBezTo>
                      <a:cubicBezTo>
                        <a:pt x="1390" y="80"/>
                        <a:pt x="1383" y="51"/>
                        <a:pt x="1378" y="31"/>
                      </a:cubicBezTo>
                      <a:cubicBezTo>
                        <a:pt x="1372" y="11"/>
                        <a:pt x="1368" y="0"/>
                        <a:pt x="1368" y="0"/>
                      </a:cubicBezTo>
                      <a:cubicBezTo>
                        <a:pt x="1368" y="0"/>
                        <a:pt x="1357" y="4"/>
                        <a:pt x="1337" y="10"/>
                      </a:cubicBezTo>
                      <a:cubicBezTo>
                        <a:pt x="1318" y="15"/>
                        <a:pt x="1289" y="22"/>
                        <a:pt x="1256" y="30"/>
                      </a:cubicBezTo>
                      <a:cubicBezTo>
                        <a:pt x="1189" y="45"/>
                        <a:pt x="1101" y="60"/>
                        <a:pt x="1017" y="67"/>
                      </a:cubicBezTo>
                      <a:cubicBezTo>
                        <a:pt x="933" y="73"/>
                        <a:pt x="853" y="72"/>
                        <a:pt x="797" y="75"/>
                      </a:cubicBezTo>
                      <a:cubicBezTo>
                        <a:pt x="739" y="76"/>
                        <a:pt x="707" y="83"/>
                        <a:pt x="715" y="109"/>
                      </a:cubicBezTo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2" name="Google Shape;102;p8"/>
                <p:cNvSpPr/>
                <p:nvPr/>
              </p:nvSpPr>
              <p:spPr>
                <a:xfrm>
                  <a:off x="8386657" y="299713"/>
                  <a:ext cx="898317" cy="6474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57" h="979" extrusionOk="0">
                      <a:moveTo>
                        <a:pt x="7" y="978"/>
                      </a:moveTo>
                      <a:cubicBezTo>
                        <a:pt x="3" y="978"/>
                        <a:pt x="0" y="975"/>
                        <a:pt x="0" y="971"/>
                      </a:cubicBezTo>
                      <a:cubicBezTo>
                        <a:pt x="0" y="967"/>
                        <a:pt x="2" y="964"/>
                        <a:pt x="7" y="964"/>
                      </a:cubicBezTo>
                      <a:cubicBezTo>
                        <a:pt x="9" y="964"/>
                        <a:pt x="243" y="935"/>
                        <a:pt x="523" y="803"/>
                      </a:cubicBezTo>
                      <a:cubicBezTo>
                        <a:pt x="781" y="682"/>
                        <a:pt x="1133" y="444"/>
                        <a:pt x="1342" y="4"/>
                      </a:cubicBezTo>
                      <a:cubicBezTo>
                        <a:pt x="1344" y="0"/>
                        <a:pt x="1347" y="0"/>
                        <a:pt x="1351" y="0"/>
                      </a:cubicBezTo>
                      <a:cubicBezTo>
                        <a:pt x="1355" y="2"/>
                        <a:pt x="1356" y="6"/>
                        <a:pt x="1355" y="10"/>
                      </a:cubicBezTo>
                      <a:cubicBezTo>
                        <a:pt x="1145" y="454"/>
                        <a:pt x="790" y="693"/>
                        <a:pt x="530" y="816"/>
                      </a:cubicBezTo>
                      <a:cubicBezTo>
                        <a:pt x="246" y="949"/>
                        <a:pt x="10" y="977"/>
                        <a:pt x="7" y="978"/>
                      </a:cubicBezTo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3" name="Google Shape;103;p8"/>
                <p:cNvSpPr/>
                <p:nvPr/>
              </p:nvSpPr>
              <p:spPr>
                <a:xfrm>
                  <a:off x="8514988" y="818874"/>
                  <a:ext cx="244996" cy="2449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" h="371" extrusionOk="0">
                      <a:moveTo>
                        <a:pt x="8" y="370"/>
                      </a:moveTo>
                      <a:cubicBezTo>
                        <a:pt x="7" y="370"/>
                        <a:pt x="6" y="370"/>
                        <a:pt x="5" y="370"/>
                      </a:cubicBezTo>
                      <a:cubicBezTo>
                        <a:pt x="2" y="369"/>
                        <a:pt x="0" y="364"/>
                        <a:pt x="2" y="360"/>
                      </a:cubicBezTo>
                      <a:cubicBezTo>
                        <a:pt x="4" y="354"/>
                        <a:pt x="71" y="183"/>
                        <a:pt x="359" y="2"/>
                      </a:cubicBezTo>
                      <a:cubicBezTo>
                        <a:pt x="363" y="0"/>
                        <a:pt x="366" y="1"/>
                        <a:pt x="368" y="4"/>
                      </a:cubicBezTo>
                      <a:cubicBezTo>
                        <a:pt x="370" y="8"/>
                        <a:pt x="369" y="12"/>
                        <a:pt x="366" y="14"/>
                      </a:cubicBezTo>
                      <a:cubicBezTo>
                        <a:pt x="83" y="192"/>
                        <a:pt x="16" y="363"/>
                        <a:pt x="15" y="364"/>
                      </a:cubicBezTo>
                      <a:cubicBezTo>
                        <a:pt x="14" y="369"/>
                        <a:pt x="11" y="370"/>
                        <a:pt x="8" y="370"/>
                      </a:cubicBezTo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4" name="Google Shape;104;p8"/>
                <p:cNvSpPr/>
                <p:nvPr/>
              </p:nvSpPr>
              <p:spPr>
                <a:xfrm>
                  <a:off x="8447906" y="795541"/>
                  <a:ext cx="347076" cy="816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6" h="124" extrusionOk="0">
                      <a:moveTo>
                        <a:pt x="263" y="74"/>
                      </a:moveTo>
                      <a:cubicBezTo>
                        <a:pt x="218" y="74"/>
                        <a:pt x="180" y="69"/>
                        <a:pt x="148" y="63"/>
                      </a:cubicBezTo>
                      <a:cubicBezTo>
                        <a:pt x="59" y="46"/>
                        <a:pt x="6" y="15"/>
                        <a:pt x="4" y="14"/>
                      </a:cubicBezTo>
                      <a:cubicBezTo>
                        <a:pt x="1" y="13"/>
                        <a:pt x="0" y="8"/>
                        <a:pt x="2" y="5"/>
                      </a:cubicBezTo>
                      <a:cubicBezTo>
                        <a:pt x="4" y="1"/>
                        <a:pt x="8" y="0"/>
                        <a:pt x="11" y="2"/>
                      </a:cubicBezTo>
                      <a:cubicBezTo>
                        <a:pt x="13" y="3"/>
                        <a:pt x="221" y="123"/>
                        <a:pt x="514" y="12"/>
                      </a:cubicBezTo>
                      <a:cubicBezTo>
                        <a:pt x="518" y="11"/>
                        <a:pt x="522" y="12"/>
                        <a:pt x="524" y="15"/>
                      </a:cubicBezTo>
                      <a:cubicBezTo>
                        <a:pt x="525" y="19"/>
                        <a:pt x="524" y="23"/>
                        <a:pt x="520" y="25"/>
                      </a:cubicBezTo>
                      <a:cubicBezTo>
                        <a:pt x="423" y="61"/>
                        <a:pt x="335" y="74"/>
                        <a:pt x="263" y="74"/>
                      </a:cubicBezTo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5" name="Google Shape;105;p8"/>
                <p:cNvSpPr/>
                <p:nvPr/>
              </p:nvSpPr>
              <p:spPr>
                <a:xfrm>
                  <a:off x="8873732" y="617625"/>
                  <a:ext cx="177913" cy="4112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" h="621" extrusionOk="0">
                      <a:moveTo>
                        <a:pt x="7" y="620"/>
                      </a:moveTo>
                      <a:lnTo>
                        <a:pt x="7" y="620"/>
                      </a:lnTo>
                      <a:cubicBezTo>
                        <a:pt x="2" y="620"/>
                        <a:pt x="0" y="616"/>
                        <a:pt x="1" y="612"/>
                      </a:cubicBezTo>
                      <a:cubicBezTo>
                        <a:pt x="1" y="608"/>
                        <a:pt x="43" y="205"/>
                        <a:pt x="255" y="2"/>
                      </a:cubicBezTo>
                      <a:cubicBezTo>
                        <a:pt x="258" y="0"/>
                        <a:pt x="263" y="0"/>
                        <a:pt x="265" y="2"/>
                      </a:cubicBezTo>
                      <a:cubicBezTo>
                        <a:pt x="268" y="5"/>
                        <a:pt x="268" y="10"/>
                        <a:pt x="265" y="13"/>
                      </a:cubicBezTo>
                      <a:cubicBezTo>
                        <a:pt x="58" y="212"/>
                        <a:pt x="15" y="609"/>
                        <a:pt x="15" y="613"/>
                      </a:cubicBezTo>
                      <a:cubicBezTo>
                        <a:pt x="14" y="617"/>
                        <a:pt x="11" y="620"/>
                        <a:pt x="7" y="620"/>
                      </a:cubicBezTo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6" name="Google Shape;106;p8"/>
                <p:cNvSpPr/>
                <p:nvPr/>
              </p:nvSpPr>
              <p:spPr>
                <a:xfrm>
                  <a:off x="9147894" y="439711"/>
                  <a:ext cx="58332" cy="3441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" h="522" extrusionOk="0">
                      <a:moveTo>
                        <a:pt x="81" y="521"/>
                      </a:moveTo>
                      <a:cubicBezTo>
                        <a:pt x="78" y="521"/>
                        <a:pt x="74" y="519"/>
                        <a:pt x="74" y="515"/>
                      </a:cubicBezTo>
                      <a:cubicBezTo>
                        <a:pt x="72" y="500"/>
                        <a:pt x="0" y="145"/>
                        <a:pt x="69" y="5"/>
                      </a:cubicBezTo>
                      <a:cubicBezTo>
                        <a:pt x="71" y="1"/>
                        <a:pt x="74" y="0"/>
                        <a:pt x="78" y="2"/>
                      </a:cubicBezTo>
                      <a:cubicBezTo>
                        <a:pt x="82" y="4"/>
                        <a:pt x="83" y="7"/>
                        <a:pt x="81" y="11"/>
                      </a:cubicBezTo>
                      <a:cubicBezTo>
                        <a:pt x="15" y="147"/>
                        <a:pt x="88" y="509"/>
                        <a:pt x="88" y="512"/>
                      </a:cubicBezTo>
                      <a:cubicBezTo>
                        <a:pt x="89" y="516"/>
                        <a:pt x="86" y="520"/>
                        <a:pt x="82" y="521"/>
                      </a:cubicBezTo>
                      <a:cubicBezTo>
                        <a:pt x="82" y="521"/>
                        <a:pt x="82" y="521"/>
                        <a:pt x="81" y="521"/>
                      </a:cubicBezTo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7" name="Google Shape;107;p8"/>
                <p:cNvSpPr/>
                <p:nvPr/>
              </p:nvSpPr>
              <p:spPr>
                <a:xfrm>
                  <a:off x="8894147" y="422211"/>
                  <a:ext cx="317909" cy="962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2" h="144" extrusionOk="0">
                      <a:moveTo>
                        <a:pt x="177" y="96"/>
                      </a:moveTo>
                      <a:cubicBezTo>
                        <a:pt x="72" y="96"/>
                        <a:pt x="6" y="67"/>
                        <a:pt x="5" y="66"/>
                      </a:cubicBezTo>
                      <a:cubicBezTo>
                        <a:pt x="1" y="64"/>
                        <a:pt x="0" y="60"/>
                        <a:pt x="1" y="56"/>
                      </a:cubicBezTo>
                      <a:cubicBezTo>
                        <a:pt x="3" y="53"/>
                        <a:pt x="7" y="52"/>
                        <a:pt x="11" y="53"/>
                      </a:cubicBezTo>
                      <a:cubicBezTo>
                        <a:pt x="12" y="54"/>
                        <a:pt x="216" y="143"/>
                        <a:pt x="470" y="2"/>
                      </a:cubicBezTo>
                      <a:cubicBezTo>
                        <a:pt x="474" y="0"/>
                        <a:pt x="477" y="1"/>
                        <a:pt x="479" y="5"/>
                      </a:cubicBezTo>
                      <a:cubicBezTo>
                        <a:pt x="481" y="9"/>
                        <a:pt x="480" y="13"/>
                        <a:pt x="476" y="15"/>
                      </a:cubicBezTo>
                      <a:cubicBezTo>
                        <a:pt x="363" y="78"/>
                        <a:pt x="259" y="96"/>
                        <a:pt x="177" y="96"/>
                      </a:cubicBezTo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" name="Google Shape;108;p8"/>
                <p:cNvSpPr/>
                <p:nvPr/>
              </p:nvSpPr>
              <p:spPr>
                <a:xfrm>
                  <a:off x="8631652" y="608876"/>
                  <a:ext cx="399575" cy="119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5" h="179" extrusionOk="0">
                      <a:moveTo>
                        <a:pt x="393" y="110"/>
                      </a:moveTo>
                      <a:cubicBezTo>
                        <a:pt x="344" y="110"/>
                        <a:pt x="286" y="103"/>
                        <a:pt x="219" y="88"/>
                      </a:cubicBezTo>
                      <a:cubicBezTo>
                        <a:pt x="100" y="60"/>
                        <a:pt x="6" y="14"/>
                        <a:pt x="5" y="14"/>
                      </a:cubicBezTo>
                      <a:cubicBezTo>
                        <a:pt x="1" y="12"/>
                        <a:pt x="0" y="9"/>
                        <a:pt x="2" y="5"/>
                      </a:cubicBezTo>
                      <a:cubicBezTo>
                        <a:pt x="4" y="1"/>
                        <a:pt x="7" y="0"/>
                        <a:pt x="11" y="2"/>
                      </a:cubicBezTo>
                      <a:cubicBezTo>
                        <a:pt x="14" y="4"/>
                        <a:pt x="382" y="178"/>
                        <a:pt x="592" y="47"/>
                      </a:cubicBezTo>
                      <a:cubicBezTo>
                        <a:pt x="596" y="45"/>
                        <a:pt x="600" y="46"/>
                        <a:pt x="602" y="49"/>
                      </a:cubicBezTo>
                      <a:cubicBezTo>
                        <a:pt x="604" y="52"/>
                        <a:pt x="603" y="56"/>
                        <a:pt x="600" y="58"/>
                      </a:cubicBezTo>
                      <a:cubicBezTo>
                        <a:pt x="558" y="85"/>
                        <a:pt x="492" y="110"/>
                        <a:pt x="393" y="110"/>
                      </a:cubicBezTo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9"/>
          <p:cNvSpPr txBox="1">
            <a:spLocks noGrp="1"/>
          </p:cNvSpPr>
          <p:nvPr>
            <p:ph type="title"/>
          </p:nvPr>
        </p:nvSpPr>
        <p:spPr>
          <a:xfrm>
            <a:off x="715100" y="1584874"/>
            <a:ext cx="47403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11" name="Google Shape;111;p9"/>
          <p:cNvSpPr txBox="1">
            <a:spLocks noGrp="1"/>
          </p:cNvSpPr>
          <p:nvPr>
            <p:ph type="subTitle" idx="1"/>
          </p:nvPr>
        </p:nvSpPr>
        <p:spPr>
          <a:xfrm>
            <a:off x="715175" y="2427926"/>
            <a:ext cx="4740300" cy="113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112" name="Google Shape;112;p9"/>
          <p:cNvGrpSpPr/>
          <p:nvPr/>
        </p:nvGrpSpPr>
        <p:grpSpPr>
          <a:xfrm>
            <a:off x="-2210716" y="-2879463"/>
            <a:ext cx="14012599" cy="11105685"/>
            <a:chOff x="-2210716" y="-2879463"/>
            <a:chExt cx="14012599" cy="11105685"/>
          </a:xfrm>
        </p:grpSpPr>
        <p:sp>
          <p:nvSpPr>
            <p:cNvPr id="113" name="Google Shape;113;p9"/>
            <p:cNvSpPr/>
            <p:nvPr/>
          </p:nvSpPr>
          <p:spPr>
            <a:xfrm rot="-518693">
              <a:off x="-1936868" y="-2575760"/>
              <a:ext cx="4341237" cy="3971959"/>
            </a:xfrm>
            <a:custGeom>
              <a:avLst/>
              <a:gdLst/>
              <a:ahLst/>
              <a:cxnLst/>
              <a:rect l="l" t="t" r="r" b="b"/>
              <a:pathLst>
                <a:path w="25107" h="22971" extrusionOk="0">
                  <a:moveTo>
                    <a:pt x="6029" y="1"/>
                  </a:moveTo>
                  <a:cubicBezTo>
                    <a:pt x="4338" y="1"/>
                    <a:pt x="2979" y="676"/>
                    <a:pt x="2106" y="1643"/>
                  </a:cubicBezTo>
                  <a:cubicBezTo>
                    <a:pt x="580" y="3337"/>
                    <a:pt x="1" y="6173"/>
                    <a:pt x="2576" y="10368"/>
                  </a:cubicBezTo>
                  <a:cubicBezTo>
                    <a:pt x="4339" y="13239"/>
                    <a:pt x="4269" y="14957"/>
                    <a:pt x="3934" y="17793"/>
                  </a:cubicBezTo>
                  <a:cubicBezTo>
                    <a:pt x="3597" y="20624"/>
                    <a:pt x="4165" y="21865"/>
                    <a:pt x="5284" y="22550"/>
                  </a:cubicBezTo>
                  <a:cubicBezTo>
                    <a:pt x="5735" y="22827"/>
                    <a:pt x="6253" y="22970"/>
                    <a:pt x="6788" y="22970"/>
                  </a:cubicBezTo>
                  <a:cubicBezTo>
                    <a:pt x="7978" y="22970"/>
                    <a:pt x="9255" y="22259"/>
                    <a:pt x="10087" y="20722"/>
                  </a:cubicBezTo>
                  <a:cubicBezTo>
                    <a:pt x="11061" y="18911"/>
                    <a:pt x="11691" y="17303"/>
                    <a:pt x="13839" y="17303"/>
                  </a:cubicBezTo>
                  <a:cubicBezTo>
                    <a:pt x="14341" y="17303"/>
                    <a:pt x="14925" y="17391"/>
                    <a:pt x="15616" y="17584"/>
                  </a:cubicBezTo>
                  <a:cubicBezTo>
                    <a:pt x="16571" y="17851"/>
                    <a:pt x="17477" y="17980"/>
                    <a:pt x="18320" y="17980"/>
                  </a:cubicBezTo>
                  <a:cubicBezTo>
                    <a:pt x="20695" y="17980"/>
                    <a:pt x="22564" y="16954"/>
                    <a:pt x="23591" y="15113"/>
                  </a:cubicBezTo>
                  <a:cubicBezTo>
                    <a:pt x="24984" y="12619"/>
                    <a:pt x="25106" y="8192"/>
                    <a:pt x="22164" y="6325"/>
                  </a:cubicBezTo>
                  <a:cubicBezTo>
                    <a:pt x="19224" y="4462"/>
                    <a:pt x="16596" y="6173"/>
                    <a:pt x="12118" y="2548"/>
                  </a:cubicBezTo>
                  <a:cubicBezTo>
                    <a:pt x="9850" y="712"/>
                    <a:pt x="7765" y="1"/>
                    <a:pt x="60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FE2EF"/>
                </a:solidFill>
              </a:endParaRPr>
            </a:p>
          </p:txBody>
        </p:sp>
        <p:grpSp>
          <p:nvGrpSpPr>
            <p:cNvPr id="114" name="Google Shape;114;p9"/>
            <p:cNvGrpSpPr/>
            <p:nvPr/>
          </p:nvGrpSpPr>
          <p:grpSpPr>
            <a:xfrm>
              <a:off x="6113252" y="2426678"/>
              <a:ext cx="5688631" cy="5799544"/>
              <a:chOff x="5761202" y="1971278"/>
              <a:chExt cx="5688631" cy="5799544"/>
            </a:xfrm>
          </p:grpSpPr>
          <p:sp>
            <p:nvSpPr>
              <p:cNvPr id="115" name="Google Shape;115;p9"/>
              <p:cNvSpPr/>
              <p:nvPr/>
            </p:nvSpPr>
            <p:spPr>
              <a:xfrm rot="3435988">
                <a:off x="6434906" y="2885081"/>
                <a:ext cx="4341224" cy="3971938"/>
              </a:xfrm>
              <a:custGeom>
                <a:avLst/>
                <a:gdLst/>
                <a:ahLst/>
                <a:cxnLst/>
                <a:rect l="l" t="t" r="r" b="b"/>
                <a:pathLst>
                  <a:path w="25107" h="22971" extrusionOk="0">
                    <a:moveTo>
                      <a:pt x="6029" y="1"/>
                    </a:moveTo>
                    <a:cubicBezTo>
                      <a:pt x="4338" y="1"/>
                      <a:pt x="2979" y="676"/>
                      <a:pt x="2106" y="1643"/>
                    </a:cubicBezTo>
                    <a:cubicBezTo>
                      <a:pt x="580" y="3337"/>
                      <a:pt x="1" y="6173"/>
                      <a:pt x="2576" y="10368"/>
                    </a:cubicBezTo>
                    <a:cubicBezTo>
                      <a:pt x="4339" y="13239"/>
                      <a:pt x="4269" y="14957"/>
                      <a:pt x="3934" y="17793"/>
                    </a:cubicBezTo>
                    <a:cubicBezTo>
                      <a:pt x="3597" y="20624"/>
                      <a:pt x="4165" y="21865"/>
                      <a:pt x="5284" y="22550"/>
                    </a:cubicBezTo>
                    <a:cubicBezTo>
                      <a:pt x="5735" y="22827"/>
                      <a:pt x="6253" y="22970"/>
                      <a:pt x="6788" y="22970"/>
                    </a:cubicBezTo>
                    <a:cubicBezTo>
                      <a:pt x="7978" y="22970"/>
                      <a:pt x="9255" y="22259"/>
                      <a:pt x="10087" y="20722"/>
                    </a:cubicBezTo>
                    <a:cubicBezTo>
                      <a:pt x="11061" y="18911"/>
                      <a:pt x="11691" y="17303"/>
                      <a:pt x="13839" y="17303"/>
                    </a:cubicBezTo>
                    <a:cubicBezTo>
                      <a:pt x="14341" y="17303"/>
                      <a:pt x="14925" y="17391"/>
                      <a:pt x="15616" y="17584"/>
                    </a:cubicBezTo>
                    <a:cubicBezTo>
                      <a:pt x="16571" y="17851"/>
                      <a:pt x="17477" y="17980"/>
                      <a:pt x="18320" y="17980"/>
                    </a:cubicBezTo>
                    <a:cubicBezTo>
                      <a:pt x="20695" y="17980"/>
                      <a:pt x="22564" y="16954"/>
                      <a:pt x="23591" y="15113"/>
                    </a:cubicBezTo>
                    <a:cubicBezTo>
                      <a:pt x="24984" y="12619"/>
                      <a:pt x="25106" y="8192"/>
                      <a:pt x="22164" y="6325"/>
                    </a:cubicBezTo>
                    <a:cubicBezTo>
                      <a:pt x="19224" y="4462"/>
                      <a:pt x="16596" y="6173"/>
                      <a:pt x="12118" y="2548"/>
                    </a:cubicBezTo>
                    <a:cubicBezTo>
                      <a:pt x="9850" y="712"/>
                      <a:pt x="7765" y="1"/>
                      <a:pt x="60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grpSp>
            <p:nvGrpSpPr>
              <p:cNvPr id="116" name="Google Shape;116;p9"/>
              <p:cNvGrpSpPr/>
              <p:nvPr/>
            </p:nvGrpSpPr>
            <p:grpSpPr>
              <a:xfrm rot="-8727257" flipH="1">
                <a:off x="8221476" y="3013182"/>
                <a:ext cx="1130411" cy="1003536"/>
                <a:chOff x="8017245" y="4305760"/>
                <a:chExt cx="943640" cy="837728"/>
              </a:xfrm>
            </p:grpSpPr>
            <p:sp>
              <p:nvSpPr>
                <p:cNvPr id="117" name="Google Shape;117;p9"/>
                <p:cNvSpPr/>
                <p:nvPr/>
              </p:nvSpPr>
              <p:spPr>
                <a:xfrm rot="-2826888">
                  <a:off x="8112182" y="4536514"/>
                  <a:ext cx="145076" cy="3223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" h="619" extrusionOk="0">
                      <a:moveTo>
                        <a:pt x="172" y="618"/>
                      </a:moveTo>
                      <a:cubicBezTo>
                        <a:pt x="172" y="618"/>
                        <a:pt x="173" y="617"/>
                        <a:pt x="174" y="616"/>
                      </a:cubicBezTo>
                      <a:cubicBezTo>
                        <a:pt x="175" y="615"/>
                        <a:pt x="177" y="613"/>
                        <a:pt x="179" y="610"/>
                      </a:cubicBezTo>
                      <a:cubicBezTo>
                        <a:pt x="181" y="607"/>
                        <a:pt x="183" y="604"/>
                        <a:pt x="186" y="601"/>
                      </a:cubicBezTo>
                      <a:cubicBezTo>
                        <a:pt x="188" y="597"/>
                        <a:pt x="192" y="593"/>
                        <a:pt x="196" y="588"/>
                      </a:cubicBezTo>
                      <a:cubicBezTo>
                        <a:pt x="209" y="569"/>
                        <a:pt x="226" y="543"/>
                        <a:pt x="239" y="513"/>
                      </a:cubicBezTo>
                      <a:cubicBezTo>
                        <a:pt x="252" y="483"/>
                        <a:pt x="263" y="446"/>
                        <a:pt x="269" y="409"/>
                      </a:cubicBezTo>
                      <a:cubicBezTo>
                        <a:pt x="275" y="372"/>
                        <a:pt x="276" y="333"/>
                        <a:pt x="271" y="294"/>
                      </a:cubicBezTo>
                      <a:cubicBezTo>
                        <a:pt x="266" y="255"/>
                        <a:pt x="258" y="217"/>
                        <a:pt x="244" y="182"/>
                      </a:cubicBezTo>
                      <a:cubicBezTo>
                        <a:pt x="229" y="146"/>
                        <a:pt x="211" y="116"/>
                        <a:pt x="191" y="88"/>
                      </a:cubicBezTo>
                      <a:cubicBezTo>
                        <a:pt x="182" y="75"/>
                        <a:pt x="170" y="62"/>
                        <a:pt x="161" y="52"/>
                      </a:cubicBezTo>
                      <a:cubicBezTo>
                        <a:pt x="150" y="41"/>
                        <a:pt x="141" y="32"/>
                        <a:pt x="132" y="24"/>
                      </a:cubicBezTo>
                      <a:cubicBezTo>
                        <a:pt x="128" y="21"/>
                        <a:pt x="124" y="17"/>
                        <a:pt x="121" y="14"/>
                      </a:cubicBezTo>
                      <a:cubicBezTo>
                        <a:pt x="117" y="11"/>
                        <a:pt x="114" y="8"/>
                        <a:pt x="111" y="6"/>
                      </a:cubicBezTo>
                      <a:cubicBezTo>
                        <a:pt x="108" y="4"/>
                        <a:pt x="106" y="1"/>
                        <a:pt x="105" y="1"/>
                      </a:cubicBezTo>
                      <a:cubicBezTo>
                        <a:pt x="103" y="0"/>
                        <a:pt x="103" y="0"/>
                        <a:pt x="103" y="0"/>
                      </a:cubicBezTo>
                      <a:cubicBezTo>
                        <a:pt x="103" y="0"/>
                        <a:pt x="102" y="1"/>
                        <a:pt x="101" y="1"/>
                      </a:cubicBezTo>
                      <a:cubicBezTo>
                        <a:pt x="100" y="2"/>
                        <a:pt x="98" y="4"/>
                        <a:pt x="96" y="7"/>
                      </a:cubicBezTo>
                      <a:cubicBezTo>
                        <a:pt x="94" y="10"/>
                        <a:pt x="91" y="13"/>
                        <a:pt x="88" y="17"/>
                      </a:cubicBezTo>
                      <a:cubicBezTo>
                        <a:pt x="85" y="21"/>
                        <a:pt x="83" y="24"/>
                        <a:pt x="79" y="29"/>
                      </a:cubicBezTo>
                      <a:cubicBezTo>
                        <a:pt x="72" y="39"/>
                        <a:pt x="65" y="50"/>
                        <a:pt x="58" y="62"/>
                      </a:cubicBezTo>
                      <a:cubicBezTo>
                        <a:pt x="50" y="75"/>
                        <a:pt x="43" y="89"/>
                        <a:pt x="37" y="105"/>
                      </a:cubicBezTo>
                      <a:cubicBezTo>
                        <a:pt x="24" y="136"/>
                        <a:pt x="13" y="172"/>
                        <a:pt x="6" y="209"/>
                      </a:cubicBezTo>
                      <a:cubicBezTo>
                        <a:pt x="1" y="246"/>
                        <a:pt x="0" y="285"/>
                        <a:pt x="5" y="324"/>
                      </a:cubicBezTo>
                      <a:cubicBezTo>
                        <a:pt x="9" y="363"/>
                        <a:pt x="19" y="401"/>
                        <a:pt x="33" y="436"/>
                      </a:cubicBezTo>
                      <a:cubicBezTo>
                        <a:pt x="47" y="471"/>
                        <a:pt x="65" y="503"/>
                        <a:pt x="85" y="530"/>
                      </a:cubicBezTo>
                      <a:cubicBezTo>
                        <a:pt x="106" y="557"/>
                        <a:pt x="126" y="579"/>
                        <a:pt x="144" y="594"/>
                      </a:cubicBezTo>
                      <a:cubicBezTo>
                        <a:pt x="147" y="598"/>
                        <a:pt x="152" y="602"/>
                        <a:pt x="155" y="604"/>
                      </a:cubicBezTo>
                      <a:cubicBezTo>
                        <a:pt x="159" y="607"/>
                        <a:pt x="162" y="610"/>
                        <a:pt x="165" y="612"/>
                      </a:cubicBezTo>
                      <a:cubicBezTo>
                        <a:pt x="167" y="614"/>
                        <a:pt x="169" y="616"/>
                        <a:pt x="171" y="617"/>
                      </a:cubicBezTo>
                      <a:cubicBezTo>
                        <a:pt x="171" y="618"/>
                        <a:pt x="172" y="618"/>
                        <a:pt x="172" y="618"/>
                      </a:cubicBezTo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8" name="Google Shape;118;p9"/>
                <p:cNvSpPr/>
                <p:nvPr/>
              </p:nvSpPr>
              <p:spPr>
                <a:xfrm rot="-2826872">
                  <a:off x="8093848" y="4826636"/>
                  <a:ext cx="271731" cy="1934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9" h="370" extrusionOk="0">
                      <a:moveTo>
                        <a:pt x="518" y="355"/>
                      </a:moveTo>
                      <a:cubicBezTo>
                        <a:pt x="518" y="355"/>
                        <a:pt x="518" y="354"/>
                        <a:pt x="518" y="352"/>
                      </a:cubicBezTo>
                      <a:cubicBezTo>
                        <a:pt x="518" y="350"/>
                        <a:pt x="517" y="347"/>
                        <a:pt x="517" y="344"/>
                      </a:cubicBezTo>
                      <a:cubicBezTo>
                        <a:pt x="516" y="342"/>
                        <a:pt x="516" y="337"/>
                        <a:pt x="515" y="333"/>
                      </a:cubicBezTo>
                      <a:cubicBezTo>
                        <a:pt x="514" y="328"/>
                        <a:pt x="513" y="324"/>
                        <a:pt x="511" y="318"/>
                      </a:cubicBezTo>
                      <a:cubicBezTo>
                        <a:pt x="505" y="296"/>
                        <a:pt x="496" y="266"/>
                        <a:pt x="481" y="237"/>
                      </a:cubicBezTo>
                      <a:cubicBezTo>
                        <a:pt x="465" y="206"/>
                        <a:pt x="445" y="176"/>
                        <a:pt x="421" y="147"/>
                      </a:cubicBezTo>
                      <a:cubicBezTo>
                        <a:pt x="396" y="119"/>
                        <a:pt x="366" y="93"/>
                        <a:pt x="334" y="71"/>
                      </a:cubicBezTo>
                      <a:cubicBezTo>
                        <a:pt x="301" y="49"/>
                        <a:pt x="266" y="32"/>
                        <a:pt x="230" y="21"/>
                      </a:cubicBezTo>
                      <a:cubicBezTo>
                        <a:pt x="194" y="9"/>
                        <a:pt x="158" y="2"/>
                        <a:pt x="124" y="1"/>
                      </a:cubicBezTo>
                      <a:cubicBezTo>
                        <a:pt x="107" y="0"/>
                        <a:pt x="91" y="0"/>
                        <a:pt x="77" y="1"/>
                      </a:cubicBezTo>
                      <a:cubicBezTo>
                        <a:pt x="62" y="2"/>
                        <a:pt x="49" y="2"/>
                        <a:pt x="38" y="4"/>
                      </a:cubicBezTo>
                      <a:cubicBezTo>
                        <a:pt x="32" y="5"/>
                        <a:pt x="27" y="6"/>
                        <a:pt x="22" y="7"/>
                      </a:cubicBezTo>
                      <a:cubicBezTo>
                        <a:pt x="18" y="8"/>
                        <a:pt x="14" y="9"/>
                        <a:pt x="11" y="10"/>
                      </a:cubicBezTo>
                      <a:cubicBezTo>
                        <a:pt x="8" y="11"/>
                        <a:pt x="5" y="12"/>
                        <a:pt x="3" y="12"/>
                      </a:cubicBezTo>
                      <a:cubicBezTo>
                        <a:pt x="1" y="12"/>
                        <a:pt x="0" y="13"/>
                        <a:pt x="0" y="13"/>
                      </a:cubicBezTo>
                      <a:cubicBezTo>
                        <a:pt x="0" y="13"/>
                        <a:pt x="0" y="14"/>
                        <a:pt x="0" y="16"/>
                      </a:cubicBezTo>
                      <a:cubicBezTo>
                        <a:pt x="0" y="18"/>
                        <a:pt x="1" y="21"/>
                        <a:pt x="1" y="23"/>
                      </a:cubicBezTo>
                      <a:cubicBezTo>
                        <a:pt x="2" y="26"/>
                        <a:pt x="2" y="31"/>
                        <a:pt x="3" y="35"/>
                      </a:cubicBezTo>
                      <a:cubicBezTo>
                        <a:pt x="4" y="40"/>
                        <a:pt x="5" y="44"/>
                        <a:pt x="7" y="50"/>
                      </a:cubicBezTo>
                      <a:cubicBezTo>
                        <a:pt x="10" y="62"/>
                        <a:pt x="14" y="74"/>
                        <a:pt x="19" y="88"/>
                      </a:cubicBezTo>
                      <a:cubicBezTo>
                        <a:pt x="23" y="102"/>
                        <a:pt x="30" y="117"/>
                        <a:pt x="38" y="132"/>
                      </a:cubicBezTo>
                      <a:cubicBezTo>
                        <a:pt x="53" y="163"/>
                        <a:pt x="73" y="193"/>
                        <a:pt x="98" y="222"/>
                      </a:cubicBezTo>
                      <a:cubicBezTo>
                        <a:pt x="122" y="250"/>
                        <a:pt x="152" y="276"/>
                        <a:pt x="184" y="297"/>
                      </a:cubicBezTo>
                      <a:cubicBezTo>
                        <a:pt x="217" y="318"/>
                        <a:pt x="252" y="336"/>
                        <a:pt x="288" y="347"/>
                      </a:cubicBezTo>
                      <a:cubicBezTo>
                        <a:pt x="324" y="359"/>
                        <a:pt x="361" y="365"/>
                        <a:pt x="394" y="367"/>
                      </a:cubicBezTo>
                      <a:cubicBezTo>
                        <a:pt x="427" y="369"/>
                        <a:pt x="458" y="367"/>
                        <a:pt x="481" y="364"/>
                      </a:cubicBezTo>
                      <a:cubicBezTo>
                        <a:pt x="486" y="363"/>
                        <a:pt x="491" y="362"/>
                        <a:pt x="496" y="361"/>
                      </a:cubicBezTo>
                      <a:cubicBezTo>
                        <a:pt x="501" y="360"/>
                        <a:pt x="504" y="359"/>
                        <a:pt x="507" y="358"/>
                      </a:cubicBezTo>
                      <a:cubicBezTo>
                        <a:pt x="510" y="357"/>
                        <a:pt x="513" y="356"/>
                        <a:pt x="515" y="356"/>
                      </a:cubicBezTo>
                      <a:cubicBezTo>
                        <a:pt x="517" y="356"/>
                        <a:pt x="518" y="355"/>
                        <a:pt x="518" y="355"/>
                      </a:cubicBezTo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9" name="Google Shape;119;p9"/>
                <p:cNvSpPr/>
                <p:nvPr/>
              </p:nvSpPr>
              <p:spPr>
                <a:xfrm rot="-2826883">
                  <a:off x="8314007" y="4568602"/>
                  <a:ext cx="126653" cy="232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1" h="445" extrusionOk="0">
                      <a:moveTo>
                        <a:pt x="33" y="444"/>
                      </a:moveTo>
                      <a:cubicBezTo>
                        <a:pt x="33" y="444"/>
                        <a:pt x="34" y="444"/>
                        <a:pt x="35" y="444"/>
                      </a:cubicBezTo>
                      <a:cubicBezTo>
                        <a:pt x="36" y="443"/>
                        <a:pt x="38" y="443"/>
                        <a:pt x="40" y="442"/>
                      </a:cubicBezTo>
                      <a:cubicBezTo>
                        <a:pt x="42" y="441"/>
                        <a:pt x="46" y="440"/>
                        <a:pt x="49" y="438"/>
                      </a:cubicBezTo>
                      <a:cubicBezTo>
                        <a:pt x="52" y="436"/>
                        <a:pt x="56" y="435"/>
                        <a:pt x="59" y="433"/>
                      </a:cubicBezTo>
                      <a:cubicBezTo>
                        <a:pt x="75" y="425"/>
                        <a:pt x="95" y="413"/>
                        <a:pt x="116" y="397"/>
                      </a:cubicBezTo>
                      <a:cubicBezTo>
                        <a:pt x="136" y="381"/>
                        <a:pt x="156" y="361"/>
                        <a:pt x="173" y="337"/>
                      </a:cubicBezTo>
                      <a:cubicBezTo>
                        <a:pt x="190" y="314"/>
                        <a:pt x="204" y="287"/>
                        <a:pt x="216" y="260"/>
                      </a:cubicBezTo>
                      <a:cubicBezTo>
                        <a:pt x="226" y="232"/>
                        <a:pt x="234" y="202"/>
                        <a:pt x="237" y="174"/>
                      </a:cubicBezTo>
                      <a:cubicBezTo>
                        <a:pt x="240" y="145"/>
                        <a:pt x="239" y="117"/>
                        <a:pt x="235" y="91"/>
                      </a:cubicBezTo>
                      <a:cubicBezTo>
                        <a:pt x="233" y="79"/>
                        <a:pt x="230" y="66"/>
                        <a:pt x="227" y="56"/>
                      </a:cubicBezTo>
                      <a:cubicBezTo>
                        <a:pt x="224" y="45"/>
                        <a:pt x="220" y="35"/>
                        <a:pt x="218" y="27"/>
                      </a:cubicBezTo>
                      <a:cubicBezTo>
                        <a:pt x="216" y="23"/>
                        <a:pt x="215" y="20"/>
                        <a:pt x="213" y="16"/>
                      </a:cubicBezTo>
                      <a:cubicBezTo>
                        <a:pt x="212" y="13"/>
                        <a:pt x="210" y="10"/>
                        <a:pt x="209" y="7"/>
                      </a:cubicBezTo>
                      <a:lnTo>
                        <a:pt x="206" y="1"/>
                      </a:lnTo>
                      <a:cubicBezTo>
                        <a:pt x="205" y="1"/>
                        <a:pt x="205" y="0"/>
                        <a:pt x="205" y="0"/>
                      </a:cubicBezTo>
                      <a:cubicBezTo>
                        <a:pt x="205" y="0"/>
                        <a:pt x="204" y="0"/>
                        <a:pt x="203" y="1"/>
                      </a:cubicBezTo>
                      <a:cubicBezTo>
                        <a:pt x="202" y="1"/>
                        <a:pt x="200" y="1"/>
                        <a:pt x="198" y="2"/>
                      </a:cubicBezTo>
                      <a:cubicBezTo>
                        <a:pt x="195" y="3"/>
                        <a:pt x="192" y="4"/>
                        <a:pt x="189" y="6"/>
                      </a:cubicBezTo>
                      <a:cubicBezTo>
                        <a:pt x="186" y="8"/>
                        <a:pt x="182" y="9"/>
                        <a:pt x="179" y="11"/>
                      </a:cubicBezTo>
                      <a:cubicBezTo>
                        <a:pt x="171" y="15"/>
                        <a:pt x="161" y="20"/>
                        <a:pt x="152" y="26"/>
                      </a:cubicBezTo>
                      <a:cubicBezTo>
                        <a:pt x="142" y="32"/>
                        <a:pt x="132" y="40"/>
                        <a:pt x="122" y="47"/>
                      </a:cubicBezTo>
                      <a:cubicBezTo>
                        <a:pt x="102" y="63"/>
                        <a:pt x="82" y="83"/>
                        <a:pt x="65" y="107"/>
                      </a:cubicBezTo>
                      <a:cubicBezTo>
                        <a:pt x="48" y="130"/>
                        <a:pt x="33" y="156"/>
                        <a:pt x="23" y="184"/>
                      </a:cubicBezTo>
                      <a:cubicBezTo>
                        <a:pt x="12" y="211"/>
                        <a:pt x="5" y="242"/>
                        <a:pt x="3" y="270"/>
                      </a:cubicBezTo>
                      <a:cubicBezTo>
                        <a:pt x="0" y="299"/>
                        <a:pt x="1" y="327"/>
                        <a:pt x="6" y="353"/>
                      </a:cubicBezTo>
                      <a:cubicBezTo>
                        <a:pt x="10" y="379"/>
                        <a:pt x="17" y="401"/>
                        <a:pt x="23" y="418"/>
                      </a:cubicBezTo>
                      <a:cubicBezTo>
                        <a:pt x="25" y="422"/>
                        <a:pt x="26" y="425"/>
                        <a:pt x="28" y="429"/>
                      </a:cubicBezTo>
                      <a:cubicBezTo>
                        <a:pt x="29" y="432"/>
                        <a:pt x="31" y="435"/>
                        <a:pt x="32" y="438"/>
                      </a:cubicBezTo>
                      <a:lnTo>
                        <a:pt x="35" y="444"/>
                      </a:lnTo>
                      <a:cubicBezTo>
                        <a:pt x="32" y="444"/>
                        <a:pt x="33" y="444"/>
                        <a:pt x="33" y="444"/>
                      </a:cubicBezTo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0" name="Google Shape;120;p9"/>
                <p:cNvSpPr/>
                <p:nvPr/>
              </p:nvSpPr>
              <p:spPr>
                <a:xfrm rot="-2826886">
                  <a:off x="8476913" y="4622864"/>
                  <a:ext cx="101324" cy="2302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2" h="440" extrusionOk="0">
                      <a:moveTo>
                        <a:pt x="94" y="439"/>
                      </a:moveTo>
                      <a:cubicBezTo>
                        <a:pt x="94" y="439"/>
                        <a:pt x="95" y="439"/>
                        <a:pt x="96" y="438"/>
                      </a:cubicBezTo>
                      <a:cubicBezTo>
                        <a:pt x="97" y="437"/>
                        <a:pt x="99" y="436"/>
                        <a:pt x="100" y="434"/>
                      </a:cubicBezTo>
                      <a:cubicBezTo>
                        <a:pt x="102" y="432"/>
                        <a:pt x="104" y="430"/>
                        <a:pt x="106" y="428"/>
                      </a:cubicBezTo>
                      <a:cubicBezTo>
                        <a:pt x="108" y="426"/>
                        <a:pt x="111" y="424"/>
                        <a:pt x="114" y="421"/>
                      </a:cubicBezTo>
                      <a:cubicBezTo>
                        <a:pt x="124" y="408"/>
                        <a:pt x="137" y="391"/>
                        <a:pt x="150" y="371"/>
                      </a:cubicBezTo>
                      <a:cubicBezTo>
                        <a:pt x="162" y="350"/>
                        <a:pt x="173" y="326"/>
                        <a:pt x="179" y="301"/>
                      </a:cubicBezTo>
                      <a:cubicBezTo>
                        <a:pt x="187" y="275"/>
                        <a:pt x="190" y="247"/>
                        <a:pt x="191" y="220"/>
                      </a:cubicBezTo>
                      <a:cubicBezTo>
                        <a:pt x="191" y="192"/>
                        <a:pt x="186" y="165"/>
                        <a:pt x="180" y="139"/>
                      </a:cubicBezTo>
                      <a:cubicBezTo>
                        <a:pt x="173" y="113"/>
                        <a:pt x="163" y="89"/>
                        <a:pt x="151" y="68"/>
                      </a:cubicBezTo>
                      <a:cubicBezTo>
                        <a:pt x="145" y="58"/>
                        <a:pt x="138" y="48"/>
                        <a:pt x="133" y="40"/>
                      </a:cubicBezTo>
                      <a:cubicBezTo>
                        <a:pt x="126" y="31"/>
                        <a:pt x="120" y="24"/>
                        <a:pt x="114" y="18"/>
                      </a:cubicBezTo>
                      <a:cubicBezTo>
                        <a:pt x="112" y="15"/>
                        <a:pt x="110" y="12"/>
                        <a:pt x="107" y="10"/>
                      </a:cubicBezTo>
                      <a:cubicBezTo>
                        <a:pt x="105" y="8"/>
                        <a:pt x="102" y="5"/>
                        <a:pt x="101" y="4"/>
                      </a:cubicBezTo>
                      <a:cubicBezTo>
                        <a:pt x="99" y="2"/>
                        <a:pt x="98" y="2"/>
                        <a:pt x="97" y="1"/>
                      </a:cubicBezTo>
                      <a:cubicBezTo>
                        <a:pt x="96" y="0"/>
                        <a:pt x="95" y="0"/>
                        <a:pt x="95" y="0"/>
                      </a:cubicBezTo>
                      <a:cubicBezTo>
                        <a:pt x="95" y="0"/>
                        <a:pt x="94" y="0"/>
                        <a:pt x="94" y="1"/>
                      </a:cubicBezTo>
                      <a:cubicBezTo>
                        <a:pt x="93" y="2"/>
                        <a:pt x="91" y="3"/>
                        <a:pt x="90" y="4"/>
                      </a:cubicBezTo>
                      <a:cubicBezTo>
                        <a:pt x="88" y="6"/>
                        <a:pt x="86" y="8"/>
                        <a:pt x="84" y="10"/>
                      </a:cubicBezTo>
                      <a:cubicBezTo>
                        <a:pt x="82" y="12"/>
                        <a:pt x="79" y="15"/>
                        <a:pt x="76" y="18"/>
                      </a:cubicBezTo>
                      <a:cubicBezTo>
                        <a:pt x="71" y="24"/>
                        <a:pt x="65" y="31"/>
                        <a:pt x="58" y="40"/>
                      </a:cubicBezTo>
                      <a:cubicBezTo>
                        <a:pt x="53" y="48"/>
                        <a:pt x="46" y="58"/>
                        <a:pt x="40" y="68"/>
                      </a:cubicBezTo>
                      <a:cubicBezTo>
                        <a:pt x="28" y="89"/>
                        <a:pt x="17" y="113"/>
                        <a:pt x="11" y="139"/>
                      </a:cubicBezTo>
                      <a:cubicBezTo>
                        <a:pt x="3" y="165"/>
                        <a:pt x="0" y="192"/>
                        <a:pt x="0" y="220"/>
                      </a:cubicBezTo>
                      <a:cubicBezTo>
                        <a:pt x="0" y="247"/>
                        <a:pt x="4" y="275"/>
                        <a:pt x="11" y="301"/>
                      </a:cubicBezTo>
                      <a:cubicBezTo>
                        <a:pt x="17" y="326"/>
                        <a:pt x="28" y="350"/>
                        <a:pt x="40" y="371"/>
                      </a:cubicBezTo>
                      <a:cubicBezTo>
                        <a:pt x="52" y="392"/>
                        <a:pt x="65" y="409"/>
                        <a:pt x="76" y="421"/>
                      </a:cubicBezTo>
                      <a:cubicBezTo>
                        <a:pt x="79" y="424"/>
                        <a:pt x="81" y="426"/>
                        <a:pt x="84" y="428"/>
                      </a:cubicBezTo>
                      <a:cubicBezTo>
                        <a:pt x="86" y="430"/>
                        <a:pt x="89" y="433"/>
                        <a:pt x="90" y="434"/>
                      </a:cubicBezTo>
                      <a:cubicBezTo>
                        <a:pt x="92" y="436"/>
                        <a:pt x="93" y="437"/>
                        <a:pt x="94" y="438"/>
                      </a:cubicBezTo>
                      <a:cubicBezTo>
                        <a:pt x="94" y="439"/>
                        <a:pt x="94" y="439"/>
                        <a:pt x="94" y="439"/>
                      </a:cubicBezTo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1" name="Google Shape;121;p9"/>
                <p:cNvSpPr/>
                <p:nvPr/>
              </p:nvSpPr>
              <p:spPr>
                <a:xfrm rot="-2826885">
                  <a:off x="8288151" y="4376905"/>
                  <a:ext cx="497407" cy="6954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1" h="1332" extrusionOk="0">
                      <a:moveTo>
                        <a:pt x="944" y="1331"/>
                      </a:moveTo>
                      <a:cubicBezTo>
                        <a:pt x="396" y="1091"/>
                        <a:pt x="179" y="742"/>
                        <a:pt x="93" y="492"/>
                      </a:cubicBezTo>
                      <a:cubicBezTo>
                        <a:pt x="0" y="220"/>
                        <a:pt x="38" y="3"/>
                        <a:pt x="39" y="0"/>
                      </a:cubicBezTo>
                      <a:lnTo>
                        <a:pt x="53" y="3"/>
                      </a:lnTo>
                      <a:cubicBezTo>
                        <a:pt x="53" y="5"/>
                        <a:pt x="16" y="220"/>
                        <a:pt x="107" y="488"/>
                      </a:cubicBezTo>
                      <a:cubicBezTo>
                        <a:pt x="192" y="735"/>
                        <a:pt x="407" y="1079"/>
                        <a:pt x="950" y="1317"/>
                      </a:cubicBezTo>
                      <a:lnTo>
                        <a:pt x="944" y="1331"/>
                      </a:lnTo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2" name="Google Shape;122;p9"/>
                <p:cNvSpPr/>
                <p:nvPr/>
              </p:nvSpPr>
              <p:spPr>
                <a:xfrm rot="-2826880">
                  <a:off x="8370864" y="4640889"/>
                  <a:ext cx="92113" cy="2463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" h="474" extrusionOk="0">
                      <a:moveTo>
                        <a:pt x="70" y="473"/>
                      </a:moveTo>
                      <a:cubicBezTo>
                        <a:pt x="0" y="244"/>
                        <a:pt x="161" y="3"/>
                        <a:pt x="163" y="0"/>
                      </a:cubicBezTo>
                      <a:lnTo>
                        <a:pt x="174" y="8"/>
                      </a:lnTo>
                      <a:cubicBezTo>
                        <a:pt x="172" y="10"/>
                        <a:pt x="15" y="246"/>
                        <a:pt x="84" y="468"/>
                      </a:cubicBezTo>
                      <a:lnTo>
                        <a:pt x="70" y="473"/>
                      </a:lnTo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3" name="Google Shape;123;p9"/>
                <p:cNvSpPr/>
                <p:nvPr/>
              </p:nvSpPr>
              <p:spPr>
                <a:xfrm rot="-2826889">
                  <a:off x="8229459" y="4814264"/>
                  <a:ext cx="225675" cy="1381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2" h="266" extrusionOk="0">
                      <a:moveTo>
                        <a:pt x="425" y="265"/>
                      </a:moveTo>
                      <a:cubicBezTo>
                        <a:pt x="135" y="145"/>
                        <a:pt x="1" y="11"/>
                        <a:pt x="0" y="9"/>
                      </a:cubicBezTo>
                      <a:lnTo>
                        <a:pt x="11" y="0"/>
                      </a:lnTo>
                      <a:cubicBezTo>
                        <a:pt x="12" y="1"/>
                        <a:pt x="143" y="134"/>
                        <a:pt x="431" y="252"/>
                      </a:cubicBezTo>
                      <a:lnTo>
                        <a:pt x="425" y="265"/>
                      </a:lnTo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4" name="Google Shape;124;p9"/>
                <p:cNvSpPr/>
                <p:nvPr/>
              </p:nvSpPr>
              <p:spPr>
                <a:xfrm rot="-2826884">
                  <a:off x="8553235" y="4667884"/>
                  <a:ext cx="89808" cy="2556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" h="490" extrusionOk="0">
                      <a:moveTo>
                        <a:pt x="162" y="489"/>
                      </a:moveTo>
                      <a:cubicBezTo>
                        <a:pt x="0" y="277"/>
                        <a:pt x="63" y="3"/>
                        <a:pt x="64" y="0"/>
                      </a:cubicBezTo>
                      <a:lnTo>
                        <a:pt x="78" y="4"/>
                      </a:lnTo>
                      <a:cubicBezTo>
                        <a:pt x="77" y="7"/>
                        <a:pt x="16" y="275"/>
                        <a:pt x="173" y="480"/>
                      </a:cubicBezTo>
                      <a:lnTo>
                        <a:pt x="162" y="489"/>
                      </a:lnTo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0"/>
          <p:cNvSpPr>
            <a:spLocks noGrp="1"/>
          </p:cNvSpPr>
          <p:nvPr>
            <p:ph type="pic" idx="2"/>
          </p:nvPr>
        </p:nvSpPr>
        <p:spPr>
          <a:xfrm>
            <a:off x="-6875" y="0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127" name="Google Shape;127;p10"/>
          <p:cNvSpPr txBox="1">
            <a:spLocks noGrp="1"/>
          </p:cNvSpPr>
          <p:nvPr>
            <p:ph type="title"/>
          </p:nvPr>
        </p:nvSpPr>
        <p:spPr>
          <a:xfrm>
            <a:off x="720000" y="4038000"/>
            <a:ext cx="7704000" cy="5727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1"/>
          <p:cNvSpPr txBox="1">
            <a:spLocks noGrp="1"/>
          </p:cNvSpPr>
          <p:nvPr>
            <p:ph type="title" hasCustomPrompt="1"/>
          </p:nvPr>
        </p:nvSpPr>
        <p:spPr>
          <a:xfrm>
            <a:off x="715100" y="1647825"/>
            <a:ext cx="4527900" cy="96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6000" b="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30" name="Google Shape;130;p11"/>
          <p:cNvSpPr txBox="1">
            <a:spLocks noGrp="1"/>
          </p:cNvSpPr>
          <p:nvPr>
            <p:ph type="subTitle" idx="1"/>
          </p:nvPr>
        </p:nvSpPr>
        <p:spPr>
          <a:xfrm>
            <a:off x="715100" y="2532975"/>
            <a:ext cx="4527900" cy="96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6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13"/>
          <p:cNvSpPr txBox="1">
            <a:spLocks noGrp="1"/>
          </p:cNvSpPr>
          <p:nvPr>
            <p:ph type="title" idx="2" hasCustomPrompt="1"/>
          </p:nvPr>
        </p:nvSpPr>
        <p:spPr>
          <a:xfrm>
            <a:off x="725725" y="1445236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5" name="Google Shape;135;p13"/>
          <p:cNvSpPr txBox="1">
            <a:spLocks noGrp="1"/>
          </p:cNvSpPr>
          <p:nvPr>
            <p:ph type="title" idx="3" hasCustomPrompt="1"/>
          </p:nvPr>
        </p:nvSpPr>
        <p:spPr>
          <a:xfrm>
            <a:off x="725725" y="3194092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6" name="Google Shape;136;p13"/>
          <p:cNvSpPr txBox="1">
            <a:spLocks noGrp="1"/>
          </p:cNvSpPr>
          <p:nvPr>
            <p:ph type="title" idx="4" hasCustomPrompt="1"/>
          </p:nvPr>
        </p:nvSpPr>
        <p:spPr>
          <a:xfrm>
            <a:off x="3163825" y="1445236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7" name="Google Shape;137;p13"/>
          <p:cNvSpPr txBox="1">
            <a:spLocks noGrp="1"/>
          </p:cNvSpPr>
          <p:nvPr>
            <p:ph type="title" idx="5" hasCustomPrompt="1"/>
          </p:nvPr>
        </p:nvSpPr>
        <p:spPr>
          <a:xfrm>
            <a:off x="3163825" y="3194092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8" name="Google Shape;138;p13"/>
          <p:cNvSpPr txBox="1">
            <a:spLocks noGrp="1"/>
          </p:cNvSpPr>
          <p:nvPr>
            <p:ph type="title" idx="6" hasCustomPrompt="1"/>
          </p:nvPr>
        </p:nvSpPr>
        <p:spPr>
          <a:xfrm>
            <a:off x="5601925" y="1445236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9" name="Google Shape;139;p13"/>
          <p:cNvSpPr txBox="1">
            <a:spLocks noGrp="1"/>
          </p:cNvSpPr>
          <p:nvPr>
            <p:ph type="title" idx="7" hasCustomPrompt="1"/>
          </p:nvPr>
        </p:nvSpPr>
        <p:spPr>
          <a:xfrm>
            <a:off x="5601950" y="3194092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40" name="Google Shape;140;p13"/>
          <p:cNvSpPr txBox="1">
            <a:spLocks noGrp="1"/>
          </p:cNvSpPr>
          <p:nvPr>
            <p:ph type="subTitle" idx="1"/>
          </p:nvPr>
        </p:nvSpPr>
        <p:spPr>
          <a:xfrm>
            <a:off x="725725" y="1978475"/>
            <a:ext cx="24381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41" name="Google Shape;141;p13"/>
          <p:cNvSpPr txBox="1">
            <a:spLocks noGrp="1"/>
          </p:cNvSpPr>
          <p:nvPr>
            <p:ph type="subTitle" idx="8"/>
          </p:nvPr>
        </p:nvSpPr>
        <p:spPr>
          <a:xfrm>
            <a:off x="3163825" y="1978475"/>
            <a:ext cx="24381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42" name="Google Shape;142;p13"/>
          <p:cNvSpPr txBox="1">
            <a:spLocks noGrp="1"/>
          </p:cNvSpPr>
          <p:nvPr>
            <p:ph type="subTitle" idx="9"/>
          </p:nvPr>
        </p:nvSpPr>
        <p:spPr>
          <a:xfrm>
            <a:off x="5601925" y="1978475"/>
            <a:ext cx="24381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43" name="Google Shape;143;p13"/>
          <p:cNvSpPr txBox="1">
            <a:spLocks noGrp="1"/>
          </p:cNvSpPr>
          <p:nvPr>
            <p:ph type="subTitle" idx="13"/>
          </p:nvPr>
        </p:nvSpPr>
        <p:spPr>
          <a:xfrm>
            <a:off x="725725" y="3728689"/>
            <a:ext cx="24381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44" name="Google Shape;144;p13"/>
          <p:cNvSpPr txBox="1">
            <a:spLocks noGrp="1"/>
          </p:cNvSpPr>
          <p:nvPr>
            <p:ph type="subTitle" idx="14"/>
          </p:nvPr>
        </p:nvSpPr>
        <p:spPr>
          <a:xfrm>
            <a:off x="3163837" y="3728689"/>
            <a:ext cx="24381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45" name="Google Shape;145;p13"/>
          <p:cNvSpPr txBox="1">
            <a:spLocks noGrp="1"/>
          </p:cNvSpPr>
          <p:nvPr>
            <p:ph type="subTitle" idx="15"/>
          </p:nvPr>
        </p:nvSpPr>
        <p:spPr>
          <a:xfrm>
            <a:off x="5601950" y="3728689"/>
            <a:ext cx="24381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146" name="Google Shape;146;p13"/>
          <p:cNvGrpSpPr/>
          <p:nvPr/>
        </p:nvGrpSpPr>
        <p:grpSpPr>
          <a:xfrm>
            <a:off x="6488252" y="2586478"/>
            <a:ext cx="5688631" cy="5799544"/>
            <a:chOff x="6488252" y="2586478"/>
            <a:chExt cx="5688631" cy="5799544"/>
          </a:xfrm>
        </p:grpSpPr>
        <p:sp>
          <p:nvSpPr>
            <p:cNvPr id="147" name="Google Shape;147;p13"/>
            <p:cNvSpPr/>
            <p:nvPr/>
          </p:nvSpPr>
          <p:spPr>
            <a:xfrm rot="3435988">
              <a:off x="7161956" y="3500281"/>
              <a:ext cx="4341224" cy="3971938"/>
            </a:xfrm>
            <a:custGeom>
              <a:avLst/>
              <a:gdLst/>
              <a:ahLst/>
              <a:cxnLst/>
              <a:rect l="l" t="t" r="r" b="b"/>
              <a:pathLst>
                <a:path w="25107" h="22971" extrusionOk="0">
                  <a:moveTo>
                    <a:pt x="6029" y="1"/>
                  </a:moveTo>
                  <a:cubicBezTo>
                    <a:pt x="4338" y="1"/>
                    <a:pt x="2979" y="676"/>
                    <a:pt x="2106" y="1643"/>
                  </a:cubicBezTo>
                  <a:cubicBezTo>
                    <a:pt x="580" y="3337"/>
                    <a:pt x="1" y="6173"/>
                    <a:pt x="2576" y="10368"/>
                  </a:cubicBezTo>
                  <a:cubicBezTo>
                    <a:pt x="4339" y="13239"/>
                    <a:pt x="4269" y="14957"/>
                    <a:pt x="3934" y="17793"/>
                  </a:cubicBezTo>
                  <a:cubicBezTo>
                    <a:pt x="3597" y="20624"/>
                    <a:pt x="4165" y="21865"/>
                    <a:pt x="5284" y="22550"/>
                  </a:cubicBezTo>
                  <a:cubicBezTo>
                    <a:pt x="5735" y="22827"/>
                    <a:pt x="6253" y="22970"/>
                    <a:pt x="6788" y="22970"/>
                  </a:cubicBezTo>
                  <a:cubicBezTo>
                    <a:pt x="7978" y="22970"/>
                    <a:pt x="9255" y="22259"/>
                    <a:pt x="10087" y="20722"/>
                  </a:cubicBezTo>
                  <a:cubicBezTo>
                    <a:pt x="11061" y="18911"/>
                    <a:pt x="11691" y="17303"/>
                    <a:pt x="13839" y="17303"/>
                  </a:cubicBezTo>
                  <a:cubicBezTo>
                    <a:pt x="14341" y="17303"/>
                    <a:pt x="14925" y="17391"/>
                    <a:pt x="15616" y="17584"/>
                  </a:cubicBezTo>
                  <a:cubicBezTo>
                    <a:pt x="16571" y="17851"/>
                    <a:pt x="17477" y="17980"/>
                    <a:pt x="18320" y="17980"/>
                  </a:cubicBezTo>
                  <a:cubicBezTo>
                    <a:pt x="20695" y="17980"/>
                    <a:pt x="22564" y="16954"/>
                    <a:pt x="23591" y="15113"/>
                  </a:cubicBezTo>
                  <a:cubicBezTo>
                    <a:pt x="24984" y="12619"/>
                    <a:pt x="25106" y="8192"/>
                    <a:pt x="22164" y="6325"/>
                  </a:cubicBezTo>
                  <a:cubicBezTo>
                    <a:pt x="19224" y="4462"/>
                    <a:pt x="16596" y="6173"/>
                    <a:pt x="12118" y="2548"/>
                  </a:cubicBezTo>
                  <a:cubicBezTo>
                    <a:pt x="9850" y="712"/>
                    <a:pt x="7765" y="1"/>
                    <a:pt x="60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grpSp>
          <p:nvGrpSpPr>
            <p:cNvPr id="148" name="Google Shape;148;p13"/>
            <p:cNvGrpSpPr/>
            <p:nvPr/>
          </p:nvGrpSpPr>
          <p:grpSpPr>
            <a:xfrm rot="-6350898" flipH="1">
              <a:off x="8404263" y="4346374"/>
              <a:ext cx="1009668" cy="896346"/>
              <a:chOff x="8017245" y="4305760"/>
              <a:chExt cx="943640" cy="837728"/>
            </a:xfrm>
          </p:grpSpPr>
          <p:sp>
            <p:nvSpPr>
              <p:cNvPr id="149" name="Google Shape;149;p13"/>
              <p:cNvSpPr/>
              <p:nvPr/>
            </p:nvSpPr>
            <p:spPr>
              <a:xfrm rot="-2826888">
                <a:off x="8112182" y="4536514"/>
                <a:ext cx="145076" cy="322392"/>
              </a:xfrm>
              <a:custGeom>
                <a:avLst/>
                <a:gdLst/>
                <a:ahLst/>
                <a:cxnLst/>
                <a:rect l="l" t="t" r="r" b="b"/>
                <a:pathLst>
                  <a:path w="277" h="619" extrusionOk="0">
                    <a:moveTo>
                      <a:pt x="172" y="618"/>
                    </a:moveTo>
                    <a:cubicBezTo>
                      <a:pt x="172" y="618"/>
                      <a:pt x="173" y="617"/>
                      <a:pt x="174" y="616"/>
                    </a:cubicBezTo>
                    <a:cubicBezTo>
                      <a:pt x="175" y="615"/>
                      <a:pt x="177" y="613"/>
                      <a:pt x="179" y="610"/>
                    </a:cubicBezTo>
                    <a:cubicBezTo>
                      <a:pt x="181" y="607"/>
                      <a:pt x="183" y="604"/>
                      <a:pt x="186" y="601"/>
                    </a:cubicBezTo>
                    <a:cubicBezTo>
                      <a:pt x="188" y="597"/>
                      <a:pt x="192" y="593"/>
                      <a:pt x="196" y="588"/>
                    </a:cubicBezTo>
                    <a:cubicBezTo>
                      <a:pt x="209" y="569"/>
                      <a:pt x="226" y="543"/>
                      <a:pt x="239" y="513"/>
                    </a:cubicBezTo>
                    <a:cubicBezTo>
                      <a:pt x="252" y="483"/>
                      <a:pt x="263" y="446"/>
                      <a:pt x="269" y="409"/>
                    </a:cubicBezTo>
                    <a:cubicBezTo>
                      <a:pt x="275" y="372"/>
                      <a:pt x="276" y="333"/>
                      <a:pt x="271" y="294"/>
                    </a:cubicBezTo>
                    <a:cubicBezTo>
                      <a:pt x="266" y="255"/>
                      <a:pt x="258" y="217"/>
                      <a:pt x="244" y="182"/>
                    </a:cubicBezTo>
                    <a:cubicBezTo>
                      <a:pt x="229" y="146"/>
                      <a:pt x="211" y="116"/>
                      <a:pt x="191" y="88"/>
                    </a:cubicBezTo>
                    <a:cubicBezTo>
                      <a:pt x="182" y="75"/>
                      <a:pt x="170" y="62"/>
                      <a:pt x="161" y="52"/>
                    </a:cubicBezTo>
                    <a:cubicBezTo>
                      <a:pt x="150" y="41"/>
                      <a:pt x="141" y="32"/>
                      <a:pt x="132" y="24"/>
                    </a:cubicBezTo>
                    <a:cubicBezTo>
                      <a:pt x="128" y="21"/>
                      <a:pt x="124" y="17"/>
                      <a:pt x="121" y="14"/>
                    </a:cubicBezTo>
                    <a:cubicBezTo>
                      <a:pt x="117" y="11"/>
                      <a:pt x="114" y="8"/>
                      <a:pt x="111" y="6"/>
                    </a:cubicBezTo>
                    <a:cubicBezTo>
                      <a:pt x="108" y="4"/>
                      <a:pt x="106" y="1"/>
                      <a:pt x="105" y="1"/>
                    </a:cubicBezTo>
                    <a:cubicBezTo>
                      <a:pt x="103" y="0"/>
                      <a:pt x="103" y="0"/>
                      <a:pt x="103" y="0"/>
                    </a:cubicBezTo>
                    <a:cubicBezTo>
                      <a:pt x="103" y="0"/>
                      <a:pt x="102" y="1"/>
                      <a:pt x="101" y="1"/>
                    </a:cubicBezTo>
                    <a:cubicBezTo>
                      <a:pt x="100" y="2"/>
                      <a:pt x="98" y="4"/>
                      <a:pt x="96" y="7"/>
                    </a:cubicBezTo>
                    <a:cubicBezTo>
                      <a:pt x="94" y="10"/>
                      <a:pt x="91" y="13"/>
                      <a:pt x="88" y="17"/>
                    </a:cubicBezTo>
                    <a:cubicBezTo>
                      <a:pt x="85" y="21"/>
                      <a:pt x="83" y="24"/>
                      <a:pt x="79" y="29"/>
                    </a:cubicBezTo>
                    <a:cubicBezTo>
                      <a:pt x="72" y="39"/>
                      <a:pt x="65" y="50"/>
                      <a:pt x="58" y="62"/>
                    </a:cubicBezTo>
                    <a:cubicBezTo>
                      <a:pt x="50" y="75"/>
                      <a:pt x="43" y="89"/>
                      <a:pt x="37" y="105"/>
                    </a:cubicBezTo>
                    <a:cubicBezTo>
                      <a:pt x="24" y="136"/>
                      <a:pt x="13" y="172"/>
                      <a:pt x="6" y="209"/>
                    </a:cubicBezTo>
                    <a:cubicBezTo>
                      <a:pt x="1" y="246"/>
                      <a:pt x="0" y="285"/>
                      <a:pt x="5" y="324"/>
                    </a:cubicBezTo>
                    <a:cubicBezTo>
                      <a:pt x="9" y="363"/>
                      <a:pt x="19" y="401"/>
                      <a:pt x="33" y="436"/>
                    </a:cubicBezTo>
                    <a:cubicBezTo>
                      <a:pt x="47" y="471"/>
                      <a:pt x="65" y="503"/>
                      <a:pt x="85" y="530"/>
                    </a:cubicBezTo>
                    <a:cubicBezTo>
                      <a:pt x="106" y="557"/>
                      <a:pt x="126" y="579"/>
                      <a:pt x="144" y="594"/>
                    </a:cubicBezTo>
                    <a:cubicBezTo>
                      <a:pt x="147" y="598"/>
                      <a:pt x="152" y="602"/>
                      <a:pt x="155" y="604"/>
                    </a:cubicBezTo>
                    <a:cubicBezTo>
                      <a:pt x="159" y="607"/>
                      <a:pt x="162" y="610"/>
                      <a:pt x="165" y="612"/>
                    </a:cubicBezTo>
                    <a:cubicBezTo>
                      <a:pt x="167" y="614"/>
                      <a:pt x="169" y="616"/>
                      <a:pt x="171" y="617"/>
                    </a:cubicBezTo>
                    <a:cubicBezTo>
                      <a:pt x="171" y="618"/>
                      <a:pt x="172" y="618"/>
                      <a:pt x="172" y="618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" name="Google Shape;150;p13"/>
              <p:cNvSpPr/>
              <p:nvPr/>
            </p:nvSpPr>
            <p:spPr>
              <a:xfrm rot="-2826872">
                <a:off x="8093848" y="4826636"/>
                <a:ext cx="271731" cy="193434"/>
              </a:xfrm>
              <a:custGeom>
                <a:avLst/>
                <a:gdLst/>
                <a:ahLst/>
                <a:cxnLst/>
                <a:rect l="l" t="t" r="r" b="b"/>
                <a:pathLst>
                  <a:path w="519" h="370" extrusionOk="0">
                    <a:moveTo>
                      <a:pt x="518" y="355"/>
                    </a:moveTo>
                    <a:cubicBezTo>
                      <a:pt x="518" y="355"/>
                      <a:pt x="518" y="354"/>
                      <a:pt x="518" y="352"/>
                    </a:cubicBezTo>
                    <a:cubicBezTo>
                      <a:pt x="518" y="350"/>
                      <a:pt x="517" y="347"/>
                      <a:pt x="517" y="344"/>
                    </a:cubicBezTo>
                    <a:cubicBezTo>
                      <a:pt x="516" y="342"/>
                      <a:pt x="516" y="337"/>
                      <a:pt x="515" y="333"/>
                    </a:cubicBezTo>
                    <a:cubicBezTo>
                      <a:pt x="514" y="328"/>
                      <a:pt x="513" y="324"/>
                      <a:pt x="511" y="318"/>
                    </a:cubicBezTo>
                    <a:cubicBezTo>
                      <a:pt x="505" y="296"/>
                      <a:pt x="496" y="266"/>
                      <a:pt x="481" y="237"/>
                    </a:cubicBezTo>
                    <a:cubicBezTo>
                      <a:pt x="465" y="206"/>
                      <a:pt x="445" y="176"/>
                      <a:pt x="421" y="147"/>
                    </a:cubicBezTo>
                    <a:cubicBezTo>
                      <a:pt x="396" y="119"/>
                      <a:pt x="366" y="93"/>
                      <a:pt x="334" y="71"/>
                    </a:cubicBezTo>
                    <a:cubicBezTo>
                      <a:pt x="301" y="49"/>
                      <a:pt x="266" y="32"/>
                      <a:pt x="230" y="21"/>
                    </a:cubicBezTo>
                    <a:cubicBezTo>
                      <a:pt x="194" y="9"/>
                      <a:pt x="158" y="2"/>
                      <a:pt x="124" y="1"/>
                    </a:cubicBezTo>
                    <a:cubicBezTo>
                      <a:pt x="107" y="0"/>
                      <a:pt x="91" y="0"/>
                      <a:pt x="77" y="1"/>
                    </a:cubicBezTo>
                    <a:cubicBezTo>
                      <a:pt x="62" y="2"/>
                      <a:pt x="49" y="2"/>
                      <a:pt x="38" y="4"/>
                    </a:cubicBezTo>
                    <a:cubicBezTo>
                      <a:pt x="32" y="5"/>
                      <a:pt x="27" y="6"/>
                      <a:pt x="22" y="7"/>
                    </a:cubicBezTo>
                    <a:cubicBezTo>
                      <a:pt x="18" y="8"/>
                      <a:pt x="14" y="9"/>
                      <a:pt x="11" y="10"/>
                    </a:cubicBezTo>
                    <a:cubicBezTo>
                      <a:pt x="8" y="11"/>
                      <a:pt x="5" y="12"/>
                      <a:pt x="3" y="12"/>
                    </a:cubicBezTo>
                    <a:cubicBezTo>
                      <a:pt x="1" y="12"/>
                      <a:pt x="0" y="13"/>
                      <a:pt x="0" y="13"/>
                    </a:cubicBezTo>
                    <a:cubicBezTo>
                      <a:pt x="0" y="13"/>
                      <a:pt x="0" y="14"/>
                      <a:pt x="0" y="16"/>
                    </a:cubicBezTo>
                    <a:cubicBezTo>
                      <a:pt x="0" y="18"/>
                      <a:pt x="1" y="21"/>
                      <a:pt x="1" y="23"/>
                    </a:cubicBezTo>
                    <a:cubicBezTo>
                      <a:pt x="2" y="26"/>
                      <a:pt x="2" y="31"/>
                      <a:pt x="3" y="35"/>
                    </a:cubicBezTo>
                    <a:cubicBezTo>
                      <a:pt x="4" y="40"/>
                      <a:pt x="5" y="44"/>
                      <a:pt x="7" y="50"/>
                    </a:cubicBezTo>
                    <a:cubicBezTo>
                      <a:pt x="10" y="62"/>
                      <a:pt x="14" y="74"/>
                      <a:pt x="19" y="88"/>
                    </a:cubicBezTo>
                    <a:cubicBezTo>
                      <a:pt x="23" y="102"/>
                      <a:pt x="30" y="117"/>
                      <a:pt x="38" y="132"/>
                    </a:cubicBezTo>
                    <a:cubicBezTo>
                      <a:pt x="53" y="163"/>
                      <a:pt x="73" y="193"/>
                      <a:pt x="98" y="222"/>
                    </a:cubicBezTo>
                    <a:cubicBezTo>
                      <a:pt x="122" y="250"/>
                      <a:pt x="152" y="276"/>
                      <a:pt x="184" y="297"/>
                    </a:cubicBezTo>
                    <a:cubicBezTo>
                      <a:pt x="217" y="318"/>
                      <a:pt x="252" y="336"/>
                      <a:pt x="288" y="347"/>
                    </a:cubicBezTo>
                    <a:cubicBezTo>
                      <a:pt x="324" y="359"/>
                      <a:pt x="361" y="365"/>
                      <a:pt x="394" y="367"/>
                    </a:cubicBezTo>
                    <a:cubicBezTo>
                      <a:pt x="427" y="369"/>
                      <a:pt x="458" y="367"/>
                      <a:pt x="481" y="364"/>
                    </a:cubicBezTo>
                    <a:cubicBezTo>
                      <a:pt x="486" y="363"/>
                      <a:pt x="491" y="362"/>
                      <a:pt x="496" y="361"/>
                    </a:cubicBezTo>
                    <a:cubicBezTo>
                      <a:pt x="501" y="360"/>
                      <a:pt x="504" y="359"/>
                      <a:pt x="507" y="358"/>
                    </a:cubicBezTo>
                    <a:cubicBezTo>
                      <a:pt x="510" y="357"/>
                      <a:pt x="513" y="356"/>
                      <a:pt x="515" y="356"/>
                    </a:cubicBezTo>
                    <a:cubicBezTo>
                      <a:pt x="517" y="356"/>
                      <a:pt x="518" y="355"/>
                      <a:pt x="518" y="355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" name="Google Shape;151;p13"/>
              <p:cNvSpPr/>
              <p:nvPr/>
            </p:nvSpPr>
            <p:spPr>
              <a:xfrm rot="-2826883">
                <a:off x="8314007" y="4568602"/>
                <a:ext cx="126653" cy="232581"/>
              </a:xfrm>
              <a:custGeom>
                <a:avLst/>
                <a:gdLst/>
                <a:ahLst/>
                <a:cxnLst/>
                <a:rect l="l" t="t" r="r" b="b"/>
                <a:pathLst>
                  <a:path w="241" h="445" extrusionOk="0">
                    <a:moveTo>
                      <a:pt x="33" y="444"/>
                    </a:moveTo>
                    <a:cubicBezTo>
                      <a:pt x="33" y="444"/>
                      <a:pt x="34" y="444"/>
                      <a:pt x="35" y="444"/>
                    </a:cubicBezTo>
                    <a:cubicBezTo>
                      <a:pt x="36" y="443"/>
                      <a:pt x="38" y="443"/>
                      <a:pt x="40" y="442"/>
                    </a:cubicBezTo>
                    <a:cubicBezTo>
                      <a:pt x="42" y="441"/>
                      <a:pt x="46" y="440"/>
                      <a:pt x="49" y="438"/>
                    </a:cubicBezTo>
                    <a:cubicBezTo>
                      <a:pt x="52" y="436"/>
                      <a:pt x="56" y="435"/>
                      <a:pt x="59" y="433"/>
                    </a:cubicBezTo>
                    <a:cubicBezTo>
                      <a:pt x="75" y="425"/>
                      <a:pt x="95" y="413"/>
                      <a:pt x="116" y="397"/>
                    </a:cubicBezTo>
                    <a:cubicBezTo>
                      <a:pt x="136" y="381"/>
                      <a:pt x="156" y="361"/>
                      <a:pt x="173" y="337"/>
                    </a:cubicBezTo>
                    <a:cubicBezTo>
                      <a:pt x="190" y="314"/>
                      <a:pt x="204" y="287"/>
                      <a:pt x="216" y="260"/>
                    </a:cubicBezTo>
                    <a:cubicBezTo>
                      <a:pt x="226" y="232"/>
                      <a:pt x="234" y="202"/>
                      <a:pt x="237" y="174"/>
                    </a:cubicBezTo>
                    <a:cubicBezTo>
                      <a:pt x="240" y="145"/>
                      <a:pt x="239" y="117"/>
                      <a:pt x="235" y="91"/>
                    </a:cubicBezTo>
                    <a:cubicBezTo>
                      <a:pt x="233" y="79"/>
                      <a:pt x="230" y="66"/>
                      <a:pt x="227" y="56"/>
                    </a:cubicBezTo>
                    <a:cubicBezTo>
                      <a:pt x="224" y="45"/>
                      <a:pt x="220" y="35"/>
                      <a:pt x="218" y="27"/>
                    </a:cubicBezTo>
                    <a:cubicBezTo>
                      <a:pt x="216" y="23"/>
                      <a:pt x="215" y="20"/>
                      <a:pt x="213" y="16"/>
                    </a:cubicBezTo>
                    <a:cubicBezTo>
                      <a:pt x="212" y="13"/>
                      <a:pt x="210" y="10"/>
                      <a:pt x="209" y="7"/>
                    </a:cubicBezTo>
                    <a:lnTo>
                      <a:pt x="206" y="1"/>
                    </a:lnTo>
                    <a:cubicBezTo>
                      <a:pt x="205" y="1"/>
                      <a:pt x="205" y="0"/>
                      <a:pt x="205" y="0"/>
                    </a:cubicBezTo>
                    <a:cubicBezTo>
                      <a:pt x="205" y="0"/>
                      <a:pt x="204" y="0"/>
                      <a:pt x="203" y="1"/>
                    </a:cubicBezTo>
                    <a:cubicBezTo>
                      <a:pt x="202" y="1"/>
                      <a:pt x="200" y="1"/>
                      <a:pt x="198" y="2"/>
                    </a:cubicBezTo>
                    <a:cubicBezTo>
                      <a:pt x="195" y="3"/>
                      <a:pt x="192" y="4"/>
                      <a:pt x="189" y="6"/>
                    </a:cubicBezTo>
                    <a:cubicBezTo>
                      <a:pt x="186" y="8"/>
                      <a:pt x="182" y="9"/>
                      <a:pt x="179" y="11"/>
                    </a:cubicBezTo>
                    <a:cubicBezTo>
                      <a:pt x="171" y="15"/>
                      <a:pt x="161" y="20"/>
                      <a:pt x="152" y="26"/>
                    </a:cubicBezTo>
                    <a:cubicBezTo>
                      <a:pt x="142" y="32"/>
                      <a:pt x="132" y="40"/>
                      <a:pt x="122" y="47"/>
                    </a:cubicBezTo>
                    <a:cubicBezTo>
                      <a:pt x="102" y="63"/>
                      <a:pt x="82" y="83"/>
                      <a:pt x="65" y="107"/>
                    </a:cubicBezTo>
                    <a:cubicBezTo>
                      <a:pt x="48" y="130"/>
                      <a:pt x="33" y="156"/>
                      <a:pt x="23" y="184"/>
                    </a:cubicBezTo>
                    <a:cubicBezTo>
                      <a:pt x="12" y="211"/>
                      <a:pt x="5" y="242"/>
                      <a:pt x="3" y="270"/>
                    </a:cubicBezTo>
                    <a:cubicBezTo>
                      <a:pt x="0" y="299"/>
                      <a:pt x="1" y="327"/>
                      <a:pt x="6" y="353"/>
                    </a:cubicBezTo>
                    <a:cubicBezTo>
                      <a:pt x="10" y="379"/>
                      <a:pt x="17" y="401"/>
                      <a:pt x="23" y="418"/>
                    </a:cubicBezTo>
                    <a:cubicBezTo>
                      <a:pt x="25" y="422"/>
                      <a:pt x="26" y="425"/>
                      <a:pt x="28" y="429"/>
                    </a:cubicBezTo>
                    <a:cubicBezTo>
                      <a:pt x="29" y="432"/>
                      <a:pt x="31" y="435"/>
                      <a:pt x="32" y="438"/>
                    </a:cubicBezTo>
                    <a:lnTo>
                      <a:pt x="35" y="444"/>
                    </a:lnTo>
                    <a:cubicBezTo>
                      <a:pt x="32" y="444"/>
                      <a:pt x="33" y="444"/>
                      <a:pt x="33" y="444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" name="Google Shape;152;p13"/>
              <p:cNvSpPr/>
              <p:nvPr/>
            </p:nvSpPr>
            <p:spPr>
              <a:xfrm rot="-2826886">
                <a:off x="8476913" y="4622864"/>
                <a:ext cx="101324" cy="230280"/>
              </a:xfrm>
              <a:custGeom>
                <a:avLst/>
                <a:gdLst/>
                <a:ahLst/>
                <a:cxnLst/>
                <a:rect l="l" t="t" r="r" b="b"/>
                <a:pathLst>
                  <a:path w="192" h="440" extrusionOk="0">
                    <a:moveTo>
                      <a:pt x="94" y="439"/>
                    </a:moveTo>
                    <a:cubicBezTo>
                      <a:pt x="94" y="439"/>
                      <a:pt x="95" y="439"/>
                      <a:pt x="96" y="438"/>
                    </a:cubicBezTo>
                    <a:cubicBezTo>
                      <a:pt x="97" y="437"/>
                      <a:pt x="99" y="436"/>
                      <a:pt x="100" y="434"/>
                    </a:cubicBezTo>
                    <a:cubicBezTo>
                      <a:pt x="102" y="432"/>
                      <a:pt x="104" y="430"/>
                      <a:pt x="106" y="428"/>
                    </a:cubicBezTo>
                    <a:cubicBezTo>
                      <a:pt x="108" y="426"/>
                      <a:pt x="111" y="424"/>
                      <a:pt x="114" y="421"/>
                    </a:cubicBezTo>
                    <a:cubicBezTo>
                      <a:pt x="124" y="408"/>
                      <a:pt x="137" y="391"/>
                      <a:pt x="150" y="371"/>
                    </a:cubicBezTo>
                    <a:cubicBezTo>
                      <a:pt x="162" y="350"/>
                      <a:pt x="173" y="326"/>
                      <a:pt x="179" y="301"/>
                    </a:cubicBezTo>
                    <a:cubicBezTo>
                      <a:pt x="187" y="275"/>
                      <a:pt x="190" y="247"/>
                      <a:pt x="191" y="220"/>
                    </a:cubicBezTo>
                    <a:cubicBezTo>
                      <a:pt x="191" y="192"/>
                      <a:pt x="186" y="165"/>
                      <a:pt x="180" y="139"/>
                    </a:cubicBezTo>
                    <a:cubicBezTo>
                      <a:pt x="173" y="113"/>
                      <a:pt x="163" y="89"/>
                      <a:pt x="151" y="68"/>
                    </a:cubicBezTo>
                    <a:cubicBezTo>
                      <a:pt x="145" y="58"/>
                      <a:pt x="138" y="48"/>
                      <a:pt x="133" y="40"/>
                    </a:cubicBezTo>
                    <a:cubicBezTo>
                      <a:pt x="126" y="31"/>
                      <a:pt x="120" y="24"/>
                      <a:pt x="114" y="18"/>
                    </a:cubicBezTo>
                    <a:cubicBezTo>
                      <a:pt x="112" y="15"/>
                      <a:pt x="110" y="12"/>
                      <a:pt x="107" y="10"/>
                    </a:cubicBezTo>
                    <a:cubicBezTo>
                      <a:pt x="105" y="8"/>
                      <a:pt x="102" y="5"/>
                      <a:pt x="101" y="4"/>
                    </a:cubicBezTo>
                    <a:cubicBezTo>
                      <a:pt x="99" y="2"/>
                      <a:pt x="98" y="2"/>
                      <a:pt x="97" y="1"/>
                    </a:cubicBezTo>
                    <a:cubicBezTo>
                      <a:pt x="96" y="0"/>
                      <a:pt x="95" y="0"/>
                      <a:pt x="95" y="0"/>
                    </a:cubicBezTo>
                    <a:cubicBezTo>
                      <a:pt x="95" y="0"/>
                      <a:pt x="94" y="0"/>
                      <a:pt x="94" y="1"/>
                    </a:cubicBezTo>
                    <a:cubicBezTo>
                      <a:pt x="93" y="2"/>
                      <a:pt x="91" y="3"/>
                      <a:pt x="90" y="4"/>
                    </a:cubicBezTo>
                    <a:cubicBezTo>
                      <a:pt x="88" y="6"/>
                      <a:pt x="86" y="8"/>
                      <a:pt x="84" y="10"/>
                    </a:cubicBezTo>
                    <a:cubicBezTo>
                      <a:pt x="82" y="12"/>
                      <a:pt x="79" y="15"/>
                      <a:pt x="76" y="18"/>
                    </a:cubicBezTo>
                    <a:cubicBezTo>
                      <a:pt x="71" y="24"/>
                      <a:pt x="65" y="31"/>
                      <a:pt x="58" y="40"/>
                    </a:cubicBezTo>
                    <a:cubicBezTo>
                      <a:pt x="53" y="48"/>
                      <a:pt x="46" y="58"/>
                      <a:pt x="40" y="68"/>
                    </a:cubicBezTo>
                    <a:cubicBezTo>
                      <a:pt x="28" y="89"/>
                      <a:pt x="17" y="113"/>
                      <a:pt x="11" y="139"/>
                    </a:cubicBezTo>
                    <a:cubicBezTo>
                      <a:pt x="3" y="165"/>
                      <a:pt x="0" y="192"/>
                      <a:pt x="0" y="220"/>
                    </a:cubicBezTo>
                    <a:cubicBezTo>
                      <a:pt x="0" y="247"/>
                      <a:pt x="4" y="275"/>
                      <a:pt x="11" y="301"/>
                    </a:cubicBezTo>
                    <a:cubicBezTo>
                      <a:pt x="17" y="326"/>
                      <a:pt x="28" y="350"/>
                      <a:pt x="40" y="371"/>
                    </a:cubicBezTo>
                    <a:cubicBezTo>
                      <a:pt x="52" y="392"/>
                      <a:pt x="65" y="409"/>
                      <a:pt x="76" y="421"/>
                    </a:cubicBezTo>
                    <a:cubicBezTo>
                      <a:pt x="79" y="424"/>
                      <a:pt x="81" y="426"/>
                      <a:pt x="84" y="428"/>
                    </a:cubicBezTo>
                    <a:cubicBezTo>
                      <a:pt x="86" y="430"/>
                      <a:pt x="89" y="433"/>
                      <a:pt x="90" y="434"/>
                    </a:cubicBezTo>
                    <a:cubicBezTo>
                      <a:pt x="92" y="436"/>
                      <a:pt x="93" y="437"/>
                      <a:pt x="94" y="438"/>
                    </a:cubicBezTo>
                    <a:cubicBezTo>
                      <a:pt x="94" y="439"/>
                      <a:pt x="94" y="439"/>
                      <a:pt x="94" y="439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" name="Google Shape;153;p13"/>
              <p:cNvSpPr/>
              <p:nvPr/>
            </p:nvSpPr>
            <p:spPr>
              <a:xfrm rot="-2826885">
                <a:off x="8288151" y="4376905"/>
                <a:ext cx="497407" cy="695439"/>
              </a:xfrm>
              <a:custGeom>
                <a:avLst/>
                <a:gdLst/>
                <a:ahLst/>
                <a:cxnLst/>
                <a:rect l="l" t="t" r="r" b="b"/>
                <a:pathLst>
                  <a:path w="951" h="1332" extrusionOk="0">
                    <a:moveTo>
                      <a:pt x="944" y="1331"/>
                    </a:moveTo>
                    <a:cubicBezTo>
                      <a:pt x="396" y="1091"/>
                      <a:pt x="179" y="742"/>
                      <a:pt x="93" y="492"/>
                    </a:cubicBezTo>
                    <a:cubicBezTo>
                      <a:pt x="0" y="220"/>
                      <a:pt x="38" y="3"/>
                      <a:pt x="39" y="0"/>
                    </a:cubicBezTo>
                    <a:lnTo>
                      <a:pt x="53" y="3"/>
                    </a:lnTo>
                    <a:cubicBezTo>
                      <a:pt x="53" y="5"/>
                      <a:pt x="16" y="220"/>
                      <a:pt x="107" y="488"/>
                    </a:cubicBezTo>
                    <a:cubicBezTo>
                      <a:pt x="192" y="735"/>
                      <a:pt x="407" y="1079"/>
                      <a:pt x="950" y="1317"/>
                    </a:cubicBezTo>
                    <a:lnTo>
                      <a:pt x="944" y="1331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" name="Google Shape;154;p13"/>
              <p:cNvSpPr/>
              <p:nvPr/>
            </p:nvSpPr>
            <p:spPr>
              <a:xfrm rot="-2826880">
                <a:off x="8370864" y="4640889"/>
                <a:ext cx="92113" cy="246397"/>
              </a:xfrm>
              <a:custGeom>
                <a:avLst/>
                <a:gdLst/>
                <a:ahLst/>
                <a:cxnLst/>
                <a:rect l="l" t="t" r="r" b="b"/>
                <a:pathLst>
                  <a:path w="175" h="474" extrusionOk="0">
                    <a:moveTo>
                      <a:pt x="70" y="473"/>
                    </a:moveTo>
                    <a:cubicBezTo>
                      <a:pt x="0" y="244"/>
                      <a:pt x="161" y="3"/>
                      <a:pt x="163" y="0"/>
                    </a:cubicBezTo>
                    <a:lnTo>
                      <a:pt x="174" y="8"/>
                    </a:lnTo>
                    <a:cubicBezTo>
                      <a:pt x="172" y="10"/>
                      <a:pt x="15" y="246"/>
                      <a:pt x="84" y="468"/>
                    </a:cubicBezTo>
                    <a:lnTo>
                      <a:pt x="70" y="473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" name="Google Shape;155;p13"/>
              <p:cNvSpPr/>
              <p:nvPr/>
            </p:nvSpPr>
            <p:spPr>
              <a:xfrm rot="-2826889">
                <a:off x="8229459" y="4814264"/>
                <a:ext cx="225675" cy="138167"/>
              </a:xfrm>
              <a:custGeom>
                <a:avLst/>
                <a:gdLst/>
                <a:ahLst/>
                <a:cxnLst/>
                <a:rect l="l" t="t" r="r" b="b"/>
                <a:pathLst>
                  <a:path w="432" h="266" extrusionOk="0">
                    <a:moveTo>
                      <a:pt x="425" y="265"/>
                    </a:moveTo>
                    <a:cubicBezTo>
                      <a:pt x="135" y="145"/>
                      <a:pt x="1" y="11"/>
                      <a:pt x="0" y="9"/>
                    </a:cubicBezTo>
                    <a:lnTo>
                      <a:pt x="11" y="0"/>
                    </a:lnTo>
                    <a:cubicBezTo>
                      <a:pt x="12" y="1"/>
                      <a:pt x="143" y="134"/>
                      <a:pt x="431" y="252"/>
                    </a:cubicBezTo>
                    <a:lnTo>
                      <a:pt x="425" y="265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" name="Google Shape;156;p13"/>
              <p:cNvSpPr/>
              <p:nvPr/>
            </p:nvSpPr>
            <p:spPr>
              <a:xfrm rot="-2826884">
                <a:off x="8553235" y="4667884"/>
                <a:ext cx="89808" cy="255609"/>
              </a:xfrm>
              <a:custGeom>
                <a:avLst/>
                <a:gdLst/>
                <a:ahLst/>
                <a:cxnLst/>
                <a:rect l="l" t="t" r="r" b="b"/>
                <a:pathLst>
                  <a:path w="174" h="490" extrusionOk="0">
                    <a:moveTo>
                      <a:pt x="162" y="489"/>
                    </a:moveTo>
                    <a:cubicBezTo>
                      <a:pt x="0" y="277"/>
                      <a:pt x="63" y="3"/>
                      <a:pt x="64" y="0"/>
                    </a:cubicBezTo>
                    <a:lnTo>
                      <a:pt x="78" y="4"/>
                    </a:lnTo>
                    <a:cubicBezTo>
                      <a:pt x="77" y="7"/>
                      <a:pt x="16" y="275"/>
                      <a:pt x="173" y="480"/>
                    </a:cubicBezTo>
                    <a:lnTo>
                      <a:pt x="162" y="489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6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p20"/>
          <p:cNvSpPr txBox="1">
            <a:spLocks noGrp="1"/>
          </p:cNvSpPr>
          <p:nvPr>
            <p:ph type="subTitle" idx="1"/>
          </p:nvPr>
        </p:nvSpPr>
        <p:spPr>
          <a:xfrm>
            <a:off x="720000" y="2650025"/>
            <a:ext cx="2352600" cy="144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30" name="Google Shape;230;p20"/>
          <p:cNvSpPr txBox="1">
            <a:spLocks noGrp="1"/>
          </p:cNvSpPr>
          <p:nvPr>
            <p:ph type="subTitle" idx="2"/>
          </p:nvPr>
        </p:nvSpPr>
        <p:spPr>
          <a:xfrm>
            <a:off x="3266725" y="2650025"/>
            <a:ext cx="2352600" cy="144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31" name="Google Shape;231;p20"/>
          <p:cNvSpPr txBox="1">
            <a:spLocks noGrp="1"/>
          </p:cNvSpPr>
          <p:nvPr>
            <p:ph type="subTitle" idx="3"/>
          </p:nvPr>
        </p:nvSpPr>
        <p:spPr>
          <a:xfrm>
            <a:off x="5813450" y="2650025"/>
            <a:ext cx="2352600" cy="144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32" name="Google Shape;232;p20"/>
          <p:cNvSpPr txBox="1">
            <a:spLocks noGrp="1"/>
          </p:cNvSpPr>
          <p:nvPr>
            <p:ph type="subTitle" idx="4"/>
          </p:nvPr>
        </p:nvSpPr>
        <p:spPr>
          <a:xfrm>
            <a:off x="720000" y="2309500"/>
            <a:ext cx="2352600" cy="41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33" name="Google Shape;233;p20"/>
          <p:cNvSpPr txBox="1">
            <a:spLocks noGrp="1"/>
          </p:cNvSpPr>
          <p:nvPr>
            <p:ph type="subTitle" idx="5"/>
          </p:nvPr>
        </p:nvSpPr>
        <p:spPr>
          <a:xfrm>
            <a:off x="3266725" y="2309500"/>
            <a:ext cx="2352600" cy="41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34" name="Google Shape;234;p20"/>
          <p:cNvSpPr txBox="1">
            <a:spLocks noGrp="1"/>
          </p:cNvSpPr>
          <p:nvPr>
            <p:ph type="subTitle" idx="6"/>
          </p:nvPr>
        </p:nvSpPr>
        <p:spPr>
          <a:xfrm>
            <a:off x="5813450" y="2309500"/>
            <a:ext cx="2352600" cy="41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37" name="Google Shape;237;p21"/>
          <p:cNvSpPr txBox="1">
            <a:spLocks noGrp="1"/>
          </p:cNvSpPr>
          <p:nvPr>
            <p:ph type="subTitle" idx="1"/>
          </p:nvPr>
        </p:nvSpPr>
        <p:spPr>
          <a:xfrm>
            <a:off x="720000" y="1455075"/>
            <a:ext cx="2905500" cy="397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38" name="Google Shape;238;p21"/>
          <p:cNvSpPr txBox="1">
            <a:spLocks noGrp="1"/>
          </p:cNvSpPr>
          <p:nvPr>
            <p:ph type="subTitle" idx="2"/>
          </p:nvPr>
        </p:nvSpPr>
        <p:spPr>
          <a:xfrm>
            <a:off x="720001" y="1700049"/>
            <a:ext cx="2905500" cy="102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39" name="Google Shape;239;p21"/>
          <p:cNvSpPr txBox="1">
            <a:spLocks noGrp="1"/>
          </p:cNvSpPr>
          <p:nvPr>
            <p:ph type="subTitle" idx="3"/>
          </p:nvPr>
        </p:nvSpPr>
        <p:spPr>
          <a:xfrm>
            <a:off x="4569527" y="1700049"/>
            <a:ext cx="2905500" cy="102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40" name="Google Shape;240;p21"/>
          <p:cNvSpPr txBox="1">
            <a:spLocks noGrp="1"/>
          </p:cNvSpPr>
          <p:nvPr>
            <p:ph type="subTitle" idx="4"/>
          </p:nvPr>
        </p:nvSpPr>
        <p:spPr>
          <a:xfrm>
            <a:off x="720001" y="3417128"/>
            <a:ext cx="2905500" cy="102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41" name="Google Shape;241;p21"/>
          <p:cNvSpPr txBox="1">
            <a:spLocks noGrp="1"/>
          </p:cNvSpPr>
          <p:nvPr>
            <p:ph type="subTitle" idx="5"/>
          </p:nvPr>
        </p:nvSpPr>
        <p:spPr>
          <a:xfrm>
            <a:off x="4569527" y="3417128"/>
            <a:ext cx="2905500" cy="102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42" name="Google Shape;242;p21"/>
          <p:cNvSpPr txBox="1">
            <a:spLocks noGrp="1"/>
          </p:cNvSpPr>
          <p:nvPr>
            <p:ph type="subTitle" idx="6"/>
          </p:nvPr>
        </p:nvSpPr>
        <p:spPr>
          <a:xfrm>
            <a:off x="720000" y="3172026"/>
            <a:ext cx="2905500" cy="397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43" name="Google Shape;243;p21"/>
          <p:cNvSpPr txBox="1">
            <a:spLocks noGrp="1"/>
          </p:cNvSpPr>
          <p:nvPr>
            <p:ph type="subTitle" idx="7"/>
          </p:nvPr>
        </p:nvSpPr>
        <p:spPr>
          <a:xfrm>
            <a:off x="4569525" y="1454950"/>
            <a:ext cx="2905500" cy="397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44" name="Google Shape;244;p21"/>
          <p:cNvSpPr txBox="1">
            <a:spLocks noGrp="1"/>
          </p:cNvSpPr>
          <p:nvPr>
            <p:ph type="subTitle" idx="8"/>
          </p:nvPr>
        </p:nvSpPr>
        <p:spPr>
          <a:xfrm>
            <a:off x="4569525" y="3172026"/>
            <a:ext cx="2905500" cy="397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245" name="Google Shape;245;p21"/>
          <p:cNvGrpSpPr/>
          <p:nvPr/>
        </p:nvGrpSpPr>
        <p:grpSpPr>
          <a:xfrm>
            <a:off x="6488252" y="2586478"/>
            <a:ext cx="5688631" cy="5799544"/>
            <a:chOff x="6488252" y="2586478"/>
            <a:chExt cx="5688631" cy="5799544"/>
          </a:xfrm>
        </p:grpSpPr>
        <p:grpSp>
          <p:nvGrpSpPr>
            <p:cNvPr id="246" name="Google Shape;246;p21"/>
            <p:cNvGrpSpPr/>
            <p:nvPr/>
          </p:nvGrpSpPr>
          <p:grpSpPr>
            <a:xfrm>
              <a:off x="6488252" y="2586478"/>
              <a:ext cx="5688631" cy="5799544"/>
              <a:chOff x="6488252" y="2586478"/>
              <a:chExt cx="5688631" cy="5799544"/>
            </a:xfrm>
          </p:grpSpPr>
          <p:sp>
            <p:nvSpPr>
              <p:cNvPr id="247" name="Google Shape;247;p21"/>
              <p:cNvSpPr/>
              <p:nvPr/>
            </p:nvSpPr>
            <p:spPr>
              <a:xfrm rot="3435988">
                <a:off x="7161956" y="3500281"/>
                <a:ext cx="4341224" cy="3971938"/>
              </a:xfrm>
              <a:custGeom>
                <a:avLst/>
                <a:gdLst/>
                <a:ahLst/>
                <a:cxnLst/>
                <a:rect l="l" t="t" r="r" b="b"/>
                <a:pathLst>
                  <a:path w="25107" h="22971" extrusionOk="0">
                    <a:moveTo>
                      <a:pt x="6029" y="1"/>
                    </a:moveTo>
                    <a:cubicBezTo>
                      <a:pt x="4338" y="1"/>
                      <a:pt x="2979" y="676"/>
                      <a:pt x="2106" y="1643"/>
                    </a:cubicBezTo>
                    <a:cubicBezTo>
                      <a:pt x="580" y="3337"/>
                      <a:pt x="1" y="6173"/>
                      <a:pt x="2576" y="10368"/>
                    </a:cubicBezTo>
                    <a:cubicBezTo>
                      <a:pt x="4339" y="13239"/>
                      <a:pt x="4269" y="14957"/>
                      <a:pt x="3934" y="17793"/>
                    </a:cubicBezTo>
                    <a:cubicBezTo>
                      <a:pt x="3597" y="20624"/>
                      <a:pt x="4165" y="21865"/>
                      <a:pt x="5284" y="22550"/>
                    </a:cubicBezTo>
                    <a:cubicBezTo>
                      <a:pt x="5735" y="22827"/>
                      <a:pt x="6253" y="22970"/>
                      <a:pt x="6788" y="22970"/>
                    </a:cubicBezTo>
                    <a:cubicBezTo>
                      <a:pt x="7978" y="22970"/>
                      <a:pt x="9255" y="22259"/>
                      <a:pt x="10087" y="20722"/>
                    </a:cubicBezTo>
                    <a:cubicBezTo>
                      <a:pt x="11061" y="18911"/>
                      <a:pt x="11691" y="17303"/>
                      <a:pt x="13839" y="17303"/>
                    </a:cubicBezTo>
                    <a:cubicBezTo>
                      <a:pt x="14341" y="17303"/>
                      <a:pt x="14925" y="17391"/>
                      <a:pt x="15616" y="17584"/>
                    </a:cubicBezTo>
                    <a:cubicBezTo>
                      <a:pt x="16571" y="17851"/>
                      <a:pt x="17477" y="17980"/>
                      <a:pt x="18320" y="17980"/>
                    </a:cubicBezTo>
                    <a:cubicBezTo>
                      <a:pt x="20695" y="17980"/>
                      <a:pt x="22564" y="16954"/>
                      <a:pt x="23591" y="15113"/>
                    </a:cubicBezTo>
                    <a:cubicBezTo>
                      <a:pt x="24984" y="12619"/>
                      <a:pt x="25106" y="8192"/>
                      <a:pt x="22164" y="6325"/>
                    </a:cubicBezTo>
                    <a:cubicBezTo>
                      <a:pt x="19224" y="4462"/>
                      <a:pt x="16596" y="6173"/>
                      <a:pt x="12118" y="2548"/>
                    </a:cubicBezTo>
                    <a:cubicBezTo>
                      <a:pt x="9850" y="712"/>
                      <a:pt x="7765" y="1"/>
                      <a:pt x="60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grpSp>
            <p:nvGrpSpPr>
              <p:cNvPr id="248" name="Google Shape;248;p21"/>
              <p:cNvGrpSpPr/>
              <p:nvPr/>
            </p:nvGrpSpPr>
            <p:grpSpPr>
              <a:xfrm rot="-8847906" flipH="1">
                <a:off x="8450629" y="4125290"/>
                <a:ext cx="948051" cy="863464"/>
                <a:chOff x="8337075" y="299713"/>
                <a:chExt cx="947899" cy="863325"/>
              </a:xfrm>
            </p:grpSpPr>
            <p:sp>
              <p:nvSpPr>
                <p:cNvPr id="249" name="Google Shape;249;p21"/>
                <p:cNvSpPr/>
                <p:nvPr/>
              </p:nvSpPr>
              <p:spPr>
                <a:xfrm>
                  <a:off x="8337075" y="372628"/>
                  <a:ext cx="942062" cy="7904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3" h="1196" extrusionOk="0">
                      <a:moveTo>
                        <a:pt x="715" y="109"/>
                      </a:moveTo>
                      <a:cubicBezTo>
                        <a:pt x="723" y="133"/>
                        <a:pt x="741" y="154"/>
                        <a:pt x="766" y="171"/>
                      </a:cubicBezTo>
                      <a:cubicBezTo>
                        <a:pt x="791" y="187"/>
                        <a:pt x="821" y="199"/>
                        <a:pt x="851" y="208"/>
                      </a:cubicBezTo>
                      <a:cubicBezTo>
                        <a:pt x="881" y="216"/>
                        <a:pt x="910" y="219"/>
                        <a:pt x="933" y="222"/>
                      </a:cubicBezTo>
                      <a:cubicBezTo>
                        <a:pt x="955" y="224"/>
                        <a:pt x="969" y="223"/>
                        <a:pt x="969" y="223"/>
                      </a:cubicBezTo>
                      <a:cubicBezTo>
                        <a:pt x="969" y="223"/>
                        <a:pt x="958" y="225"/>
                        <a:pt x="939" y="227"/>
                      </a:cubicBezTo>
                      <a:cubicBezTo>
                        <a:pt x="930" y="228"/>
                        <a:pt x="918" y="229"/>
                        <a:pt x="905" y="231"/>
                      </a:cubicBezTo>
                      <a:cubicBezTo>
                        <a:pt x="892" y="232"/>
                        <a:pt x="877" y="233"/>
                        <a:pt x="861" y="235"/>
                      </a:cubicBezTo>
                      <a:cubicBezTo>
                        <a:pt x="797" y="241"/>
                        <a:pt x="714" y="245"/>
                        <a:pt x="633" y="246"/>
                      </a:cubicBezTo>
                      <a:cubicBezTo>
                        <a:pt x="552" y="248"/>
                        <a:pt x="474" y="247"/>
                        <a:pt x="414" y="255"/>
                      </a:cubicBezTo>
                      <a:cubicBezTo>
                        <a:pt x="355" y="264"/>
                        <a:pt x="316" y="284"/>
                        <a:pt x="312" y="329"/>
                      </a:cubicBezTo>
                      <a:cubicBezTo>
                        <a:pt x="307" y="377"/>
                        <a:pt x="352" y="419"/>
                        <a:pt x="401" y="446"/>
                      </a:cubicBezTo>
                      <a:cubicBezTo>
                        <a:pt x="426" y="459"/>
                        <a:pt x="451" y="469"/>
                        <a:pt x="470" y="476"/>
                      </a:cubicBezTo>
                      <a:cubicBezTo>
                        <a:pt x="489" y="482"/>
                        <a:pt x="502" y="486"/>
                        <a:pt x="502" y="486"/>
                      </a:cubicBezTo>
                      <a:cubicBezTo>
                        <a:pt x="502" y="486"/>
                        <a:pt x="467" y="493"/>
                        <a:pt x="416" y="506"/>
                      </a:cubicBezTo>
                      <a:cubicBezTo>
                        <a:pt x="366" y="518"/>
                        <a:pt x="298" y="536"/>
                        <a:pt x="235" y="562"/>
                      </a:cubicBezTo>
                      <a:cubicBezTo>
                        <a:pt x="171" y="588"/>
                        <a:pt x="109" y="620"/>
                        <a:pt x="64" y="670"/>
                      </a:cubicBezTo>
                      <a:cubicBezTo>
                        <a:pt x="52" y="682"/>
                        <a:pt x="43" y="695"/>
                        <a:pt x="34" y="711"/>
                      </a:cubicBezTo>
                      <a:cubicBezTo>
                        <a:pt x="26" y="725"/>
                        <a:pt x="19" y="741"/>
                        <a:pt x="13" y="758"/>
                      </a:cubicBezTo>
                      <a:cubicBezTo>
                        <a:pt x="3" y="793"/>
                        <a:pt x="0" y="834"/>
                        <a:pt x="8" y="880"/>
                      </a:cubicBezTo>
                      <a:cubicBezTo>
                        <a:pt x="15" y="927"/>
                        <a:pt x="32" y="964"/>
                        <a:pt x="54" y="994"/>
                      </a:cubicBezTo>
                      <a:cubicBezTo>
                        <a:pt x="66" y="1008"/>
                        <a:pt x="79" y="1020"/>
                        <a:pt x="94" y="1031"/>
                      </a:cubicBezTo>
                      <a:cubicBezTo>
                        <a:pt x="110" y="1041"/>
                        <a:pt x="126" y="1049"/>
                        <a:pt x="143" y="1055"/>
                      </a:cubicBezTo>
                      <a:cubicBezTo>
                        <a:pt x="213" y="1082"/>
                        <a:pt x="302" y="1078"/>
                        <a:pt x="387" y="1058"/>
                      </a:cubicBezTo>
                      <a:cubicBezTo>
                        <a:pt x="472" y="1038"/>
                        <a:pt x="552" y="1001"/>
                        <a:pt x="610" y="969"/>
                      </a:cubicBezTo>
                      <a:cubicBezTo>
                        <a:pt x="667" y="936"/>
                        <a:pt x="702" y="909"/>
                        <a:pt x="702" y="909"/>
                      </a:cubicBezTo>
                      <a:cubicBezTo>
                        <a:pt x="702" y="909"/>
                        <a:pt x="694" y="922"/>
                        <a:pt x="682" y="943"/>
                      </a:cubicBezTo>
                      <a:cubicBezTo>
                        <a:pt x="671" y="964"/>
                        <a:pt x="655" y="992"/>
                        <a:pt x="642" y="1022"/>
                      </a:cubicBezTo>
                      <a:cubicBezTo>
                        <a:pt x="616" y="1081"/>
                        <a:pt x="597" y="1148"/>
                        <a:pt x="647" y="1173"/>
                      </a:cubicBezTo>
                      <a:cubicBezTo>
                        <a:pt x="691" y="1195"/>
                        <a:pt x="760" y="1169"/>
                        <a:pt x="836" y="1112"/>
                      </a:cubicBezTo>
                      <a:cubicBezTo>
                        <a:pt x="911" y="1055"/>
                        <a:pt x="988" y="968"/>
                        <a:pt x="1051" y="874"/>
                      </a:cubicBezTo>
                      <a:cubicBezTo>
                        <a:pt x="1114" y="782"/>
                        <a:pt x="1161" y="684"/>
                        <a:pt x="1190" y="611"/>
                      </a:cubicBezTo>
                      <a:cubicBezTo>
                        <a:pt x="1198" y="593"/>
                        <a:pt x="1203" y="575"/>
                        <a:pt x="1209" y="560"/>
                      </a:cubicBezTo>
                      <a:cubicBezTo>
                        <a:pt x="1214" y="545"/>
                        <a:pt x="1219" y="532"/>
                        <a:pt x="1222" y="521"/>
                      </a:cubicBezTo>
                      <a:cubicBezTo>
                        <a:pt x="1229" y="499"/>
                        <a:pt x="1232" y="487"/>
                        <a:pt x="1232" y="487"/>
                      </a:cubicBezTo>
                      <a:cubicBezTo>
                        <a:pt x="1232" y="487"/>
                        <a:pt x="1230" y="503"/>
                        <a:pt x="1227" y="529"/>
                      </a:cubicBezTo>
                      <a:cubicBezTo>
                        <a:pt x="1224" y="553"/>
                        <a:pt x="1221" y="588"/>
                        <a:pt x="1220" y="623"/>
                      </a:cubicBezTo>
                      <a:cubicBezTo>
                        <a:pt x="1219" y="658"/>
                        <a:pt x="1221" y="695"/>
                        <a:pt x="1229" y="726"/>
                      </a:cubicBezTo>
                      <a:cubicBezTo>
                        <a:pt x="1238" y="756"/>
                        <a:pt x="1253" y="780"/>
                        <a:pt x="1280" y="789"/>
                      </a:cubicBezTo>
                      <a:cubicBezTo>
                        <a:pt x="1308" y="797"/>
                        <a:pt x="1341" y="750"/>
                        <a:pt x="1368" y="673"/>
                      </a:cubicBezTo>
                      <a:cubicBezTo>
                        <a:pt x="1395" y="597"/>
                        <a:pt x="1414" y="492"/>
                        <a:pt x="1418" y="390"/>
                      </a:cubicBezTo>
                      <a:cubicBezTo>
                        <a:pt x="1422" y="287"/>
                        <a:pt x="1411" y="188"/>
                        <a:pt x="1398" y="116"/>
                      </a:cubicBezTo>
                      <a:cubicBezTo>
                        <a:pt x="1390" y="80"/>
                        <a:pt x="1383" y="51"/>
                        <a:pt x="1378" y="31"/>
                      </a:cubicBezTo>
                      <a:cubicBezTo>
                        <a:pt x="1372" y="11"/>
                        <a:pt x="1368" y="0"/>
                        <a:pt x="1368" y="0"/>
                      </a:cubicBezTo>
                      <a:cubicBezTo>
                        <a:pt x="1368" y="0"/>
                        <a:pt x="1357" y="4"/>
                        <a:pt x="1337" y="10"/>
                      </a:cubicBezTo>
                      <a:cubicBezTo>
                        <a:pt x="1318" y="15"/>
                        <a:pt x="1289" y="22"/>
                        <a:pt x="1256" y="30"/>
                      </a:cubicBezTo>
                      <a:cubicBezTo>
                        <a:pt x="1189" y="45"/>
                        <a:pt x="1101" y="60"/>
                        <a:pt x="1017" y="67"/>
                      </a:cubicBezTo>
                      <a:cubicBezTo>
                        <a:pt x="933" y="73"/>
                        <a:pt x="853" y="72"/>
                        <a:pt x="797" y="75"/>
                      </a:cubicBezTo>
                      <a:cubicBezTo>
                        <a:pt x="739" y="76"/>
                        <a:pt x="707" y="83"/>
                        <a:pt x="715" y="109"/>
                      </a:cubicBezTo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0" name="Google Shape;250;p21"/>
                <p:cNvSpPr/>
                <p:nvPr/>
              </p:nvSpPr>
              <p:spPr>
                <a:xfrm>
                  <a:off x="8386657" y="299713"/>
                  <a:ext cx="898317" cy="6474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57" h="979" extrusionOk="0">
                      <a:moveTo>
                        <a:pt x="7" y="978"/>
                      </a:moveTo>
                      <a:cubicBezTo>
                        <a:pt x="3" y="978"/>
                        <a:pt x="0" y="975"/>
                        <a:pt x="0" y="971"/>
                      </a:cubicBezTo>
                      <a:cubicBezTo>
                        <a:pt x="0" y="967"/>
                        <a:pt x="2" y="964"/>
                        <a:pt x="7" y="964"/>
                      </a:cubicBezTo>
                      <a:cubicBezTo>
                        <a:pt x="9" y="964"/>
                        <a:pt x="243" y="935"/>
                        <a:pt x="523" y="803"/>
                      </a:cubicBezTo>
                      <a:cubicBezTo>
                        <a:pt x="781" y="682"/>
                        <a:pt x="1133" y="444"/>
                        <a:pt x="1342" y="4"/>
                      </a:cubicBezTo>
                      <a:cubicBezTo>
                        <a:pt x="1344" y="0"/>
                        <a:pt x="1347" y="0"/>
                        <a:pt x="1351" y="0"/>
                      </a:cubicBezTo>
                      <a:cubicBezTo>
                        <a:pt x="1355" y="2"/>
                        <a:pt x="1356" y="6"/>
                        <a:pt x="1355" y="10"/>
                      </a:cubicBezTo>
                      <a:cubicBezTo>
                        <a:pt x="1145" y="454"/>
                        <a:pt x="790" y="693"/>
                        <a:pt x="530" y="816"/>
                      </a:cubicBezTo>
                      <a:cubicBezTo>
                        <a:pt x="246" y="949"/>
                        <a:pt x="10" y="977"/>
                        <a:pt x="7" y="978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1" name="Google Shape;251;p21"/>
                <p:cNvSpPr/>
                <p:nvPr/>
              </p:nvSpPr>
              <p:spPr>
                <a:xfrm>
                  <a:off x="8514988" y="818874"/>
                  <a:ext cx="244996" cy="2449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" h="371" extrusionOk="0">
                      <a:moveTo>
                        <a:pt x="8" y="370"/>
                      </a:moveTo>
                      <a:cubicBezTo>
                        <a:pt x="7" y="370"/>
                        <a:pt x="6" y="370"/>
                        <a:pt x="5" y="370"/>
                      </a:cubicBezTo>
                      <a:cubicBezTo>
                        <a:pt x="2" y="369"/>
                        <a:pt x="0" y="364"/>
                        <a:pt x="2" y="360"/>
                      </a:cubicBezTo>
                      <a:cubicBezTo>
                        <a:pt x="4" y="354"/>
                        <a:pt x="71" y="183"/>
                        <a:pt x="359" y="2"/>
                      </a:cubicBezTo>
                      <a:cubicBezTo>
                        <a:pt x="363" y="0"/>
                        <a:pt x="366" y="1"/>
                        <a:pt x="368" y="4"/>
                      </a:cubicBezTo>
                      <a:cubicBezTo>
                        <a:pt x="370" y="8"/>
                        <a:pt x="369" y="12"/>
                        <a:pt x="366" y="14"/>
                      </a:cubicBezTo>
                      <a:cubicBezTo>
                        <a:pt x="83" y="192"/>
                        <a:pt x="16" y="363"/>
                        <a:pt x="15" y="364"/>
                      </a:cubicBezTo>
                      <a:cubicBezTo>
                        <a:pt x="14" y="369"/>
                        <a:pt x="11" y="370"/>
                        <a:pt x="8" y="37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2" name="Google Shape;252;p21"/>
                <p:cNvSpPr/>
                <p:nvPr/>
              </p:nvSpPr>
              <p:spPr>
                <a:xfrm>
                  <a:off x="8447906" y="795541"/>
                  <a:ext cx="347076" cy="816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6" h="124" extrusionOk="0">
                      <a:moveTo>
                        <a:pt x="263" y="74"/>
                      </a:moveTo>
                      <a:cubicBezTo>
                        <a:pt x="218" y="74"/>
                        <a:pt x="180" y="69"/>
                        <a:pt x="148" y="63"/>
                      </a:cubicBezTo>
                      <a:cubicBezTo>
                        <a:pt x="59" y="46"/>
                        <a:pt x="6" y="15"/>
                        <a:pt x="4" y="14"/>
                      </a:cubicBezTo>
                      <a:cubicBezTo>
                        <a:pt x="1" y="13"/>
                        <a:pt x="0" y="8"/>
                        <a:pt x="2" y="5"/>
                      </a:cubicBezTo>
                      <a:cubicBezTo>
                        <a:pt x="4" y="1"/>
                        <a:pt x="8" y="0"/>
                        <a:pt x="11" y="2"/>
                      </a:cubicBezTo>
                      <a:cubicBezTo>
                        <a:pt x="13" y="3"/>
                        <a:pt x="221" y="123"/>
                        <a:pt x="514" y="12"/>
                      </a:cubicBezTo>
                      <a:cubicBezTo>
                        <a:pt x="518" y="11"/>
                        <a:pt x="522" y="12"/>
                        <a:pt x="524" y="15"/>
                      </a:cubicBezTo>
                      <a:cubicBezTo>
                        <a:pt x="525" y="19"/>
                        <a:pt x="524" y="23"/>
                        <a:pt x="520" y="25"/>
                      </a:cubicBezTo>
                      <a:cubicBezTo>
                        <a:pt x="423" y="61"/>
                        <a:pt x="335" y="74"/>
                        <a:pt x="263" y="74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3" name="Google Shape;253;p21"/>
                <p:cNvSpPr/>
                <p:nvPr/>
              </p:nvSpPr>
              <p:spPr>
                <a:xfrm>
                  <a:off x="8873732" y="617625"/>
                  <a:ext cx="177913" cy="4112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" h="621" extrusionOk="0">
                      <a:moveTo>
                        <a:pt x="7" y="620"/>
                      </a:moveTo>
                      <a:lnTo>
                        <a:pt x="7" y="620"/>
                      </a:lnTo>
                      <a:cubicBezTo>
                        <a:pt x="2" y="620"/>
                        <a:pt x="0" y="616"/>
                        <a:pt x="1" y="612"/>
                      </a:cubicBezTo>
                      <a:cubicBezTo>
                        <a:pt x="1" y="608"/>
                        <a:pt x="43" y="205"/>
                        <a:pt x="255" y="2"/>
                      </a:cubicBezTo>
                      <a:cubicBezTo>
                        <a:pt x="258" y="0"/>
                        <a:pt x="263" y="0"/>
                        <a:pt x="265" y="2"/>
                      </a:cubicBezTo>
                      <a:cubicBezTo>
                        <a:pt x="268" y="5"/>
                        <a:pt x="268" y="10"/>
                        <a:pt x="265" y="13"/>
                      </a:cubicBezTo>
                      <a:cubicBezTo>
                        <a:pt x="58" y="212"/>
                        <a:pt x="15" y="609"/>
                        <a:pt x="15" y="613"/>
                      </a:cubicBezTo>
                      <a:cubicBezTo>
                        <a:pt x="14" y="617"/>
                        <a:pt x="11" y="620"/>
                        <a:pt x="7" y="62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4" name="Google Shape;254;p21"/>
                <p:cNvSpPr/>
                <p:nvPr/>
              </p:nvSpPr>
              <p:spPr>
                <a:xfrm>
                  <a:off x="9147894" y="439711"/>
                  <a:ext cx="58332" cy="3441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" h="522" extrusionOk="0">
                      <a:moveTo>
                        <a:pt x="81" y="521"/>
                      </a:moveTo>
                      <a:cubicBezTo>
                        <a:pt x="78" y="521"/>
                        <a:pt x="74" y="519"/>
                        <a:pt x="74" y="515"/>
                      </a:cubicBezTo>
                      <a:cubicBezTo>
                        <a:pt x="72" y="500"/>
                        <a:pt x="0" y="145"/>
                        <a:pt x="69" y="5"/>
                      </a:cubicBezTo>
                      <a:cubicBezTo>
                        <a:pt x="71" y="1"/>
                        <a:pt x="74" y="0"/>
                        <a:pt x="78" y="2"/>
                      </a:cubicBezTo>
                      <a:cubicBezTo>
                        <a:pt x="82" y="4"/>
                        <a:pt x="83" y="7"/>
                        <a:pt x="81" y="11"/>
                      </a:cubicBezTo>
                      <a:cubicBezTo>
                        <a:pt x="15" y="147"/>
                        <a:pt x="88" y="509"/>
                        <a:pt x="88" y="512"/>
                      </a:cubicBezTo>
                      <a:cubicBezTo>
                        <a:pt x="89" y="516"/>
                        <a:pt x="86" y="520"/>
                        <a:pt x="82" y="521"/>
                      </a:cubicBezTo>
                      <a:cubicBezTo>
                        <a:pt x="82" y="521"/>
                        <a:pt x="82" y="521"/>
                        <a:pt x="81" y="521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5" name="Google Shape;255;p21"/>
                <p:cNvSpPr/>
                <p:nvPr/>
              </p:nvSpPr>
              <p:spPr>
                <a:xfrm>
                  <a:off x="8894147" y="422211"/>
                  <a:ext cx="317909" cy="962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2" h="144" extrusionOk="0">
                      <a:moveTo>
                        <a:pt x="177" y="96"/>
                      </a:moveTo>
                      <a:cubicBezTo>
                        <a:pt x="72" y="96"/>
                        <a:pt x="6" y="67"/>
                        <a:pt x="5" y="66"/>
                      </a:cubicBezTo>
                      <a:cubicBezTo>
                        <a:pt x="1" y="64"/>
                        <a:pt x="0" y="60"/>
                        <a:pt x="1" y="56"/>
                      </a:cubicBezTo>
                      <a:cubicBezTo>
                        <a:pt x="3" y="53"/>
                        <a:pt x="7" y="52"/>
                        <a:pt x="11" y="53"/>
                      </a:cubicBezTo>
                      <a:cubicBezTo>
                        <a:pt x="12" y="54"/>
                        <a:pt x="216" y="143"/>
                        <a:pt x="470" y="2"/>
                      </a:cubicBezTo>
                      <a:cubicBezTo>
                        <a:pt x="474" y="0"/>
                        <a:pt x="477" y="1"/>
                        <a:pt x="479" y="5"/>
                      </a:cubicBezTo>
                      <a:cubicBezTo>
                        <a:pt x="481" y="9"/>
                        <a:pt x="480" y="13"/>
                        <a:pt x="476" y="15"/>
                      </a:cubicBezTo>
                      <a:cubicBezTo>
                        <a:pt x="363" y="78"/>
                        <a:pt x="259" y="96"/>
                        <a:pt x="177" y="96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6" name="Google Shape;256;p21"/>
                <p:cNvSpPr/>
                <p:nvPr/>
              </p:nvSpPr>
              <p:spPr>
                <a:xfrm>
                  <a:off x="8631652" y="608876"/>
                  <a:ext cx="399575" cy="119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5" h="179" extrusionOk="0">
                      <a:moveTo>
                        <a:pt x="393" y="110"/>
                      </a:moveTo>
                      <a:cubicBezTo>
                        <a:pt x="344" y="110"/>
                        <a:pt x="286" y="103"/>
                        <a:pt x="219" y="88"/>
                      </a:cubicBezTo>
                      <a:cubicBezTo>
                        <a:pt x="100" y="60"/>
                        <a:pt x="6" y="14"/>
                        <a:pt x="5" y="14"/>
                      </a:cubicBezTo>
                      <a:cubicBezTo>
                        <a:pt x="1" y="12"/>
                        <a:pt x="0" y="9"/>
                        <a:pt x="2" y="5"/>
                      </a:cubicBezTo>
                      <a:cubicBezTo>
                        <a:pt x="4" y="1"/>
                        <a:pt x="7" y="0"/>
                        <a:pt x="11" y="2"/>
                      </a:cubicBezTo>
                      <a:cubicBezTo>
                        <a:pt x="14" y="4"/>
                        <a:pt x="382" y="178"/>
                        <a:pt x="592" y="47"/>
                      </a:cubicBezTo>
                      <a:cubicBezTo>
                        <a:pt x="596" y="45"/>
                        <a:pt x="600" y="46"/>
                        <a:pt x="602" y="49"/>
                      </a:cubicBezTo>
                      <a:cubicBezTo>
                        <a:pt x="604" y="52"/>
                        <a:pt x="603" y="56"/>
                        <a:pt x="600" y="58"/>
                      </a:cubicBezTo>
                      <a:cubicBezTo>
                        <a:pt x="558" y="85"/>
                        <a:pt x="492" y="110"/>
                        <a:pt x="393" y="11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57" name="Google Shape;257;p21"/>
            <p:cNvGrpSpPr/>
            <p:nvPr/>
          </p:nvGrpSpPr>
          <p:grpSpPr>
            <a:xfrm rot="2912303">
              <a:off x="7772113" y="4211456"/>
              <a:ext cx="1313593" cy="1166158"/>
              <a:chOff x="8017245" y="4305760"/>
              <a:chExt cx="943640" cy="837728"/>
            </a:xfrm>
          </p:grpSpPr>
          <p:sp>
            <p:nvSpPr>
              <p:cNvPr id="258" name="Google Shape;258;p21"/>
              <p:cNvSpPr/>
              <p:nvPr/>
            </p:nvSpPr>
            <p:spPr>
              <a:xfrm rot="-2826888">
                <a:off x="8112182" y="4536514"/>
                <a:ext cx="145076" cy="322392"/>
              </a:xfrm>
              <a:custGeom>
                <a:avLst/>
                <a:gdLst/>
                <a:ahLst/>
                <a:cxnLst/>
                <a:rect l="l" t="t" r="r" b="b"/>
                <a:pathLst>
                  <a:path w="277" h="619" extrusionOk="0">
                    <a:moveTo>
                      <a:pt x="172" y="618"/>
                    </a:moveTo>
                    <a:cubicBezTo>
                      <a:pt x="172" y="618"/>
                      <a:pt x="173" y="617"/>
                      <a:pt x="174" y="616"/>
                    </a:cubicBezTo>
                    <a:cubicBezTo>
                      <a:pt x="175" y="615"/>
                      <a:pt x="177" y="613"/>
                      <a:pt x="179" y="610"/>
                    </a:cubicBezTo>
                    <a:cubicBezTo>
                      <a:pt x="181" y="607"/>
                      <a:pt x="183" y="604"/>
                      <a:pt x="186" y="601"/>
                    </a:cubicBezTo>
                    <a:cubicBezTo>
                      <a:pt x="188" y="597"/>
                      <a:pt x="192" y="593"/>
                      <a:pt x="196" y="588"/>
                    </a:cubicBezTo>
                    <a:cubicBezTo>
                      <a:pt x="209" y="569"/>
                      <a:pt x="226" y="543"/>
                      <a:pt x="239" y="513"/>
                    </a:cubicBezTo>
                    <a:cubicBezTo>
                      <a:pt x="252" y="483"/>
                      <a:pt x="263" y="446"/>
                      <a:pt x="269" y="409"/>
                    </a:cubicBezTo>
                    <a:cubicBezTo>
                      <a:pt x="275" y="372"/>
                      <a:pt x="276" y="333"/>
                      <a:pt x="271" y="294"/>
                    </a:cubicBezTo>
                    <a:cubicBezTo>
                      <a:pt x="266" y="255"/>
                      <a:pt x="258" y="217"/>
                      <a:pt x="244" y="182"/>
                    </a:cubicBezTo>
                    <a:cubicBezTo>
                      <a:pt x="229" y="146"/>
                      <a:pt x="211" y="116"/>
                      <a:pt x="191" y="88"/>
                    </a:cubicBezTo>
                    <a:cubicBezTo>
                      <a:pt x="182" y="75"/>
                      <a:pt x="170" y="62"/>
                      <a:pt x="161" y="52"/>
                    </a:cubicBezTo>
                    <a:cubicBezTo>
                      <a:pt x="150" y="41"/>
                      <a:pt x="141" y="32"/>
                      <a:pt x="132" y="24"/>
                    </a:cubicBezTo>
                    <a:cubicBezTo>
                      <a:pt x="128" y="21"/>
                      <a:pt x="124" y="17"/>
                      <a:pt x="121" y="14"/>
                    </a:cubicBezTo>
                    <a:cubicBezTo>
                      <a:pt x="117" y="11"/>
                      <a:pt x="114" y="8"/>
                      <a:pt x="111" y="6"/>
                    </a:cubicBezTo>
                    <a:cubicBezTo>
                      <a:pt x="108" y="4"/>
                      <a:pt x="106" y="1"/>
                      <a:pt x="105" y="1"/>
                    </a:cubicBezTo>
                    <a:cubicBezTo>
                      <a:pt x="103" y="0"/>
                      <a:pt x="103" y="0"/>
                      <a:pt x="103" y="0"/>
                    </a:cubicBezTo>
                    <a:cubicBezTo>
                      <a:pt x="103" y="0"/>
                      <a:pt x="102" y="1"/>
                      <a:pt x="101" y="1"/>
                    </a:cubicBezTo>
                    <a:cubicBezTo>
                      <a:pt x="100" y="2"/>
                      <a:pt x="98" y="4"/>
                      <a:pt x="96" y="7"/>
                    </a:cubicBezTo>
                    <a:cubicBezTo>
                      <a:pt x="94" y="10"/>
                      <a:pt x="91" y="13"/>
                      <a:pt x="88" y="17"/>
                    </a:cubicBezTo>
                    <a:cubicBezTo>
                      <a:pt x="85" y="21"/>
                      <a:pt x="83" y="24"/>
                      <a:pt x="79" y="29"/>
                    </a:cubicBezTo>
                    <a:cubicBezTo>
                      <a:pt x="72" y="39"/>
                      <a:pt x="65" y="50"/>
                      <a:pt x="58" y="62"/>
                    </a:cubicBezTo>
                    <a:cubicBezTo>
                      <a:pt x="50" y="75"/>
                      <a:pt x="43" y="89"/>
                      <a:pt x="37" y="105"/>
                    </a:cubicBezTo>
                    <a:cubicBezTo>
                      <a:pt x="24" y="136"/>
                      <a:pt x="13" y="172"/>
                      <a:pt x="6" y="209"/>
                    </a:cubicBezTo>
                    <a:cubicBezTo>
                      <a:pt x="1" y="246"/>
                      <a:pt x="0" y="285"/>
                      <a:pt x="5" y="324"/>
                    </a:cubicBezTo>
                    <a:cubicBezTo>
                      <a:pt x="9" y="363"/>
                      <a:pt x="19" y="401"/>
                      <a:pt x="33" y="436"/>
                    </a:cubicBezTo>
                    <a:cubicBezTo>
                      <a:pt x="47" y="471"/>
                      <a:pt x="65" y="503"/>
                      <a:pt x="85" y="530"/>
                    </a:cubicBezTo>
                    <a:cubicBezTo>
                      <a:pt x="106" y="557"/>
                      <a:pt x="126" y="579"/>
                      <a:pt x="144" y="594"/>
                    </a:cubicBezTo>
                    <a:cubicBezTo>
                      <a:pt x="147" y="598"/>
                      <a:pt x="152" y="602"/>
                      <a:pt x="155" y="604"/>
                    </a:cubicBezTo>
                    <a:cubicBezTo>
                      <a:pt x="159" y="607"/>
                      <a:pt x="162" y="610"/>
                      <a:pt x="165" y="612"/>
                    </a:cubicBezTo>
                    <a:cubicBezTo>
                      <a:pt x="167" y="614"/>
                      <a:pt x="169" y="616"/>
                      <a:pt x="171" y="617"/>
                    </a:cubicBezTo>
                    <a:cubicBezTo>
                      <a:pt x="171" y="618"/>
                      <a:pt x="172" y="618"/>
                      <a:pt x="172" y="618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" name="Google Shape;259;p21"/>
              <p:cNvSpPr/>
              <p:nvPr/>
            </p:nvSpPr>
            <p:spPr>
              <a:xfrm rot="-2826872">
                <a:off x="8093848" y="4826636"/>
                <a:ext cx="271731" cy="193434"/>
              </a:xfrm>
              <a:custGeom>
                <a:avLst/>
                <a:gdLst/>
                <a:ahLst/>
                <a:cxnLst/>
                <a:rect l="l" t="t" r="r" b="b"/>
                <a:pathLst>
                  <a:path w="519" h="370" extrusionOk="0">
                    <a:moveTo>
                      <a:pt x="518" y="355"/>
                    </a:moveTo>
                    <a:cubicBezTo>
                      <a:pt x="518" y="355"/>
                      <a:pt x="518" y="354"/>
                      <a:pt x="518" y="352"/>
                    </a:cubicBezTo>
                    <a:cubicBezTo>
                      <a:pt x="518" y="350"/>
                      <a:pt x="517" y="347"/>
                      <a:pt x="517" y="344"/>
                    </a:cubicBezTo>
                    <a:cubicBezTo>
                      <a:pt x="516" y="342"/>
                      <a:pt x="516" y="337"/>
                      <a:pt x="515" y="333"/>
                    </a:cubicBezTo>
                    <a:cubicBezTo>
                      <a:pt x="514" y="328"/>
                      <a:pt x="513" y="324"/>
                      <a:pt x="511" y="318"/>
                    </a:cubicBezTo>
                    <a:cubicBezTo>
                      <a:pt x="505" y="296"/>
                      <a:pt x="496" y="266"/>
                      <a:pt x="481" y="237"/>
                    </a:cubicBezTo>
                    <a:cubicBezTo>
                      <a:pt x="465" y="206"/>
                      <a:pt x="445" y="176"/>
                      <a:pt x="421" y="147"/>
                    </a:cubicBezTo>
                    <a:cubicBezTo>
                      <a:pt x="396" y="119"/>
                      <a:pt x="366" y="93"/>
                      <a:pt x="334" y="71"/>
                    </a:cubicBezTo>
                    <a:cubicBezTo>
                      <a:pt x="301" y="49"/>
                      <a:pt x="266" y="32"/>
                      <a:pt x="230" y="21"/>
                    </a:cubicBezTo>
                    <a:cubicBezTo>
                      <a:pt x="194" y="9"/>
                      <a:pt x="158" y="2"/>
                      <a:pt x="124" y="1"/>
                    </a:cubicBezTo>
                    <a:cubicBezTo>
                      <a:pt x="107" y="0"/>
                      <a:pt x="91" y="0"/>
                      <a:pt x="77" y="1"/>
                    </a:cubicBezTo>
                    <a:cubicBezTo>
                      <a:pt x="62" y="2"/>
                      <a:pt x="49" y="2"/>
                      <a:pt x="38" y="4"/>
                    </a:cubicBezTo>
                    <a:cubicBezTo>
                      <a:pt x="32" y="5"/>
                      <a:pt x="27" y="6"/>
                      <a:pt x="22" y="7"/>
                    </a:cubicBezTo>
                    <a:cubicBezTo>
                      <a:pt x="18" y="8"/>
                      <a:pt x="14" y="9"/>
                      <a:pt x="11" y="10"/>
                    </a:cubicBezTo>
                    <a:cubicBezTo>
                      <a:pt x="8" y="11"/>
                      <a:pt x="5" y="12"/>
                      <a:pt x="3" y="12"/>
                    </a:cubicBezTo>
                    <a:cubicBezTo>
                      <a:pt x="1" y="12"/>
                      <a:pt x="0" y="13"/>
                      <a:pt x="0" y="13"/>
                    </a:cubicBezTo>
                    <a:cubicBezTo>
                      <a:pt x="0" y="13"/>
                      <a:pt x="0" y="14"/>
                      <a:pt x="0" y="16"/>
                    </a:cubicBezTo>
                    <a:cubicBezTo>
                      <a:pt x="0" y="18"/>
                      <a:pt x="1" y="21"/>
                      <a:pt x="1" y="23"/>
                    </a:cubicBezTo>
                    <a:cubicBezTo>
                      <a:pt x="2" y="26"/>
                      <a:pt x="2" y="31"/>
                      <a:pt x="3" y="35"/>
                    </a:cubicBezTo>
                    <a:cubicBezTo>
                      <a:pt x="4" y="40"/>
                      <a:pt x="5" y="44"/>
                      <a:pt x="7" y="50"/>
                    </a:cubicBezTo>
                    <a:cubicBezTo>
                      <a:pt x="10" y="62"/>
                      <a:pt x="14" y="74"/>
                      <a:pt x="19" y="88"/>
                    </a:cubicBezTo>
                    <a:cubicBezTo>
                      <a:pt x="23" y="102"/>
                      <a:pt x="30" y="117"/>
                      <a:pt x="38" y="132"/>
                    </a:cubicBezTo>
                    <a:cubicBezTo>
                      <a:pt x="53" y="163"/>
                      <a:pt x="73" y="193"/>
                      <a:pt x="98" y="222"/>
                    </a:cubicBezTo>
                    <a:cubicBezTo>
                      <a:pt x="122" y="250"/>
                      <a:pt x="152" y="276"/>
                      <a:pt x="184" y="297"/>
                    </a:cubicBezTo>
                    <a:cubicBezTo>
                      <a:pt x="217" y="318"/>
                      <a:pt x="252" y="336"/>
                      <a:pt x="288" y="347"/>
                    </a:cubicBezTo>
                    <a:cubicBezTo>
                      <a:pt x="324" y="359"/>
                      <a:pt x="361" y="365"/>
                      <a:pt x="394" y="367"/>
                    </a:cubicBezTo>
                    <a:cubicBezTo>
                      <a:pt x="427" y="369"/>
                      <a:pt x="458" y="367"/>
                      <a:pt x="481" y="364"/>
                    </a:cubicBezTo>
                    <a:cubicBezTo>
                      <a:pt x="486" y="363"/>
                      <a:pt x="491" y="362"/>
                      <a:pt x="496" y="361"/>
                    </a:cubicBezTo>
                    <a:cubicBezTo>
                      <a:pt x="501" y="360"/>
                      <a:pt x="504" y="359"/>
                      <a:pt x="507" y="358"/>
                    </a:cubicBezTo>
                    <a:cubicBezTo>
                      <a:pt x="510" y="357"/>
                      <a:pt x="513" y="356"/>
                      <a:pt x="515" y="356"/>
                    </a:cubicBezTo>
                    <a:cubicBezTo>
                      <a:pt x="517" y="356"/>
                      <a:pt x="518" y="355"/>
                      <a:pt x="518" y="355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" name="Google Shape;260;p21"/>
              <p:cNvSpPr/>
              <p:nvPr/>
            </p:nvSpPr>
            <p:spPr>
              <a:xfrm rot="-2826883">
                <a:off x="8314007" y="4568602"/>
                <a:ext cx="126653" cy="232581"/>
              </a:xfrm>
              <a:custGeom>
                <a:avLst/>
                <a:gdLst/>
                <a:ahLst/>
                <a:cxnLst/>
                <a:rect l="l" t="t" r="r" b="b"/>
                <a:pathLst>
                  <a:path w="241" h="445" extrusionOk="0">
                    <a:moveTo>
                      <a:pt x="33" y="444"/>
                    </a:moveTo>
                    <a:cubicBezTo>
                      <a:pt x="33" y="444"/>
                      <a:pt x="34" y="444"/>
                      <a:pt x="35" y="444"/>
                    </a:cubicBezTo>
                    <a:cubicBezTo>
                      <a:pt x="36" y="443"/>
                      <a:pt x="38" y="443"/>
                      <a:pt x="40" y="442"/>
                    </a:cubicBezTo>
                    <a:cubicBezTo>
                      <a:pt x="42" y="441"/>
                      <a:pt x="46" y="440"/>
                      <a:pt x="49" y="438"/>
                    </a:cubicBezTo>
                    <a:cubicBezTo>
                      <a:pt x="52" y="436"/>
                      <a:pt x="56" y="435"/>
                      <a:pt x="59" y="433"/>
                    </a:cubicBezTo>
                    <a:cubicBezTo>
                      <a:pt x="75" y="425"/>
                      <a:pt x="95" y="413"/>
                      <a:pt x="116" y="397"/>
                    </a:cubicBezTo>
                    <a:cubicBezTo>
                      <a:pt x="136" y="381"/>
                      <a:pt x="156" y="361"/>
                      <a:pt x="173" y="337"/>
                    </a:cubicBezTo>
                    <a:cubicBezTo>
                      <a:pt x="190" y="314"/>
                      <a:pt x="204" y="287"/>
                      <a:pt x="216" y="260"/>
                    </a:cubicBezTo>
                    <a:cubicBezTo>
                      <a:pt x="226" y="232"/>
                      <a:pt x="234" y="202"/>
                      <a:pt x="237" y="174"/>
                    </a:cubicBezTo>
                    <a:cubicBezTo>
                      <a:pt x="240" y="145"/>
                      <a:pt x="239" y="117"/>
                      <a:pt x="235" y="91"/>
                    </a:cubicBezTo>
                    <a:cubicBezTo>
                      <a:pt x="233" y="79"/>
                      <a:pt x="230" y="66"/>
                      <a:pt x="227" y="56"/>
                    </a:cubicBezTo>
                    <a:cubicBezTo>
                      <a:pt x="224" y="45"/>
                      <a:pt x="220" y="35"/>
                      <a:pt x="218" y="27"/>
                    </a:cubicBezTo>
                    <a:cubicBezTo>
                      <a:pt x="216" y="23"/>
                      <a:pt x="215" y="20"/>
                      <a:pt x="213" y="16"/>
                    </a:cubicBezTo>
                    <a:cubicBezTo>
                      <a:pt x="212" y="13"/>
                      <a:pt x="210" y="10"/>
                      <a:pt x="209" y="7"/>
                    </a:cubicBezTo>
                    <a:lnTo>
                      <a:pt x="206" y="1"/>
                    </a:lnTo>
                    <a:cubicBezTo>
                      <a:pt x="205" y="1"/>
                      <a:pt x="205" y="0"/>
                      <a:pt x="205" y="0"/>
                    </a:cubicBezTo>
                    <a:cubicBezTo>
                      <a:pt x="205" y="0"/>
                      <a:pt x="204" y="0"/>
                      <a:pt x="203" y="1"/>
                    </a:cubicBezTo>
                    <a:cubicBezTo>
                      <a:pt x="202" y="1"/>
                      <a:pt x="200" y="1"/>
                      <a:pt x="198" y="2"/>
                    </a:cubicBezTo>
                    <a:cubicBezTo>
                      <a:pt x="195" y="3"/>
                      <a:pt x="192" y="4"/>
                      <a:pt x="189" y="6"/>
                    </a:cubicBezTo>
                    <a:cubicBezTo>
                      <a:pt x="186" y="8"/>
                      <a:pt x="182" y="9"/>
                      <a:pt x="179" y="11"/>
                    </a:cubicBezTo>
                    <a:cubicBezTo>
                      <a:pt x="171" y="15"/>
                      <a:pt x="161" y="20"/>
                      <a:pt x="152" y="26"/>
                    </a:cubicBezTo>
                    <a:cubicBezTo>
                      <a:pt x="142" y="32"/>
                      <a:pt x="132" y="40"/>
                      <a:pt x="122" y="47"/>
                    </a:cubicBezTo>
                    <a:cubicBezTo>
                      <a:pt x="102" y="63"/>
                      <a:pt x="82" y="83"/>
                      <a:pt x="65" y="107"/>
                    </a:cubicBezTo>
                    <a:cubicBezTo>
                      <a:pt x="48" y="130"/>
                      <a:pt x="33" y="156"/>
                      <a:pt x="23" y="184"/>
                    </a:cubicBezTo>
                    <a:cubicBezTo>
                      <a:pt x="12" y="211"/>
                      <a:pt x="5" y="242"/>
                      <a:pt x="3" y="270"/>
                    </a:cubicBezTo>
                    <a:cubicBezTo>
                      <a:pt x="0" y="299"/>
                      <a:pt x="1" y="327"/>
                      <a:pt x="6" y="353"/>
                    </a:cubicBezTo>
                    <a:cubicBezTo>
                      <a:pt x="10" y="379"/>
                      <a:pt x="17" y="401"/>
                      <a:pt x="23" y="418"/>
                    </a:cubicBezTo>
                    <a:cubicBezTo>
                      <a:pt x="25" y="422"/>
                      <a:pt x="26" y="425"/>
                      <a:pt x="28" y="429"/>
                    </a:cubicBezTo>
                    <a:cubicBezTo>
                      <a:pt x="29" y="432"/>
                      <a:pt x="31" y="435"/>
                      <a:pt x="32" y="438"/>
                    </a:cubicBezTo>
                    <a:lnTo>
                      <a:pt x="35" y="444"/>
                    </a:lnTo>
                    <a:cubicBezTo>
                      <a:pt x="32" y="444"/>
                      <a:pt x="33" y="444"/>
                      <a:pt x="33" y="444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" name="Google Shape;261;p21"/>
              <p:cNvSpPr/>
              <p:nvPr/>
            </p:nvSpPr>
            <p:spPr>
              <a:xfrm rot="-2826886">
                <a:off x="8476913" y="4622864"/>
                <a:ext cx="101324" cy="230280"/>
              </a:xfrm>
              <a:custGeom>
                <a:avLst/>
                <a:gdLst/>
                <a:ahLst/>
                <a:cxnLst/>
                <a:rect l="l" t="t" r="r" b="b"/>
                <a:pathLst>
                  <a:path w="192" h="440" extrusionOk="0">
                    <a:moveTo>
                      <a:pt x="94" y="439"/>
                    </a:moveTo>
                    <a:cubicBezTo>
                      <a:pt x="94" y="439"/>
                      <a:pt x="95" y="439"/>
                      <a:pt x="96" y="438"/>
                    </a:cubicBezTo>
                    <a:cubicBezTo>
                      <a:pt x="97" y="437"/>
                      <a:pt x="99" y="436"/>
                      <a:pt x="100" y="434"/>
                    </a:cubicBezTo>
                    <a:cubicBezTo>
                      <a:pt x="102" y="432"/>
                      <a:pt x="104" y="430"/>
                      <a:pt x="106" y="428"/>
                    </a:cubicBezTo>
                    <a:cubicBezTo>
                      <a:pt x="108" y="426"/>
                      <a:pt x="111" y="424"/>
                      <a:pt x="114" y="421"/>
                    </a:cubicBezTo>
                    <a:cubicBezTo>
                      <a:pt x="124" y="408"/>
                      <a:pt x="137" y="391"/>
                      <a:pt x="150" y="371"/>
                    </a:cubicBezTo>
                    <a:cubicBezTo>
                      <a:pt x="162" y="350"/>
                      <a:pt x="173" y="326"/>
                      <a:pt x="179" y="301"/>
                    </a:cubicBezTo>
                    <a:cubicBezTo>
                      <a:pt x="187" y="275"/>
                      <a:pt x="190" y="247"/>
                      <a:pt x="191" y="220"/>
                    </a:cubicBezTo>
                    <a:cubicBezTo>
                      <a:pt x="191" y="192"/>
                      <a:pt x="186" y="165"/>
                      <a:pt x="180" y="139"/>
                    </a:cubicBezTo>
                    <a:cubicBezTo>
                      <a:pt x="173" y="113"/>
                      <a:pt x="163" y="89"/>
                      <a:pt x="151" y="68"/>
                    </a:cubicBezTo>
                    <a:cubicBezTo>
                      <a:pt x="145" y="58"/>
                      <a:pt x="138" y="48"/>
                      <a:pt x="133" y="40"/>
                    </a:cubicBezTo>
                    <a:cubicBezTo>
                      <a:pt x="126" y="31"/>
                      <a:pt x="120" y="24"/>
                      <a:pt x="114" y="18"/>
                    </a:cubicBezTo>
                    <a:cubicBezTo>
                      <a:pt x="112" y="15"/>
                      <a:pt x="110" y="12"/>
                      <a:pt x="107" y="10"/>
                    </a:cubicBezTo>
                    <a:cubicBezTo>
                      <a:pt x="105" y="8"/>
                      <a:pt x="102" y="5"/>
                      <a:pt x="101" y="4"/>
                    </a:cubicBezTo>
                    <a:cubicBezTo>
                      <a:pt x="99" y="2"/>
                      <a:pt x="98" y="2"/>
                      <a:pt x="97" y="1"/>
                    </a:cubicBezTo>
                    <a:cubicBezTo>
                      <a:pt x="96" y="0"/>
                      <a:pt x="95" y="0"/>
                      <a:pt x="95" y="0"/>
                    </a:cubicBezTo>
                    <a:cubicBezTo>
                      <a:pt x="95" y="0"/>
                      <a:pt x="94" y="0"/>
                      <a:pt x="94" y="1"/>
                    </a:cubicBezTo>
                    <a:cubicBezTo>
                      <a:pt x="93" y="2"/>
                      <a:pt x="91" y="3"/>
                      <a:pt x="90" y="4"/>
                    </a:cubicBezTo>
                    <a:cubicBezTo>
                      <a:pt x="88" y="6"/>
                      <a:pt x="86" y="8"/>
                      <a:pt x="84" y="10"/>
                    </a:cubicBezTo>
                    <a:cubicBezTo>
                      <a:pt x="82" y="12"/>
                      <a:pt x="79" y="15"/>
                      <a:pt x="76" y="18"/>
                    </a:cubicBezTo>
                    <a:cubicBezTo>
                      <a:pt x="71" y="24"/>
                      <a:pt x="65" y="31"/>
                      <a:pt x="58" y="40"/>
                    </a:cubicBezTo>
                    <a:cubicBezTo>
                      <a:pt x="53" y="48"/>
                      <a:pt x="46" y="58"/>
                      <a:pt x="40" y="68"/>
                    </a:cubicBezTo>
                    <a:cubicBezTo>
                      <a:pt x="28" y="89"/>
                      <a:pt x="17" y="113"/>
                      <a:pt x="11" y="139"/>
                    </a:cubicBezTo>
                    <a:cubicBezTo>
                      <a:pt x="3" y="165"/>
                      <a:pt x="0" y="192"/>
                      <a:pt x="0" y="220"/>
                    </a:cubicBezTo>
                    <a:cubicBezTo>
                      <a:pt x="0" y="247"/>
                      <a:pt x="4" y="275"/>
                      <a:pt x="11" y="301"/>
                    </a:cubicBezTo>
                    <a:cubicBezTo>
                      <a:pt x="17" y="326"/>
                      <a:pt x="28" y="350"/>
                      <a:pt x="40" y="371"/>
                    </a:cubicBezTo>
                    <a:cubicBezTo>
                      <a:pt x="52" y="392"/>
                      <a:pt x="65" y="409"/>
                      <a:pt x="76" y="421"/>
                    </a:cubicBezTo>
                    <a:cubicBezTo>
                      <a:pt x="79" y="424"/>
                      <a:pt x="81" y="426"/>
                      <a:pt x="84" y="428"/>
                    </a:cubicBezTo>
                    <a:cubicBezTo>
                      <a:pt x="86" y="430"/>
                      <a:pt x="89" y="433"/>
                      <a:pt x="90" y="434"/>
                    </a:cubicBezTo>
                    <a:cubicBezTo>
                      <a:pt x="92" y="436"/>
                      <a:pt x="93" y="437"/>
                      <a:pt x="94" y="438"/>
                    </a:cubicBezTo>
                    <a:cubicBezTo>
                      <a:pt x="94" y="439"/>
                      <a:pt x="94" y="439"/>
                      <a:pt x="94" y="439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" name="Google Shape;262;p21"/>
              <p:cNvSpPr/>
              <p:nvPr/>
            </p:nvSpPr>
            <p:spPr>
              <a:xfrm rot="-2826885">
                <a:off x="8288151" y="4376905"/>
                <a:ext cx="497407" cy="695439"/>
              </a:xfrm>
              <a:custGeom>
                <a:avLst/>
                <a:gdLst/>
                <a:ahLst/>
                <a:cxnLst/>
                <a:rect l="l" t="t" r="r" b="b"/>
                <a:pathLst>
                  <a:path w="951" h="1332" extrusionOk="0">
                    <a:moveTo>
                      <a:pt x="944" y="1331"/>
                    </a:moveTo>
                    <a:cubicBezTo>
                      <a:pt x="396" y="1091"/>
                      <a:pt x="179" y="742"/>
                      <a:pt x="93" y="492"/>
                    </a:cubicBezTo>
                    <a:cubicBezTo>
                      <a:pt x="0" y="220"/>
                      <a:pt x="38" y="3"/>
                      <a:pt x="39" y="0"/>
                    </a:cubicBezTo>
                    <a:lnTo>
                      <a:pt x="53" y="3"/>
                    </a:lnTo>
                    <a:cubicBezTo>
                      <a:pt x="53" y="5"/>
                      <a:pt x="16" y="220"/>
                      <a:pt x="107" y="488"/>
                    </a:cubicBezTo>
                    <a:cubicBezTo>
                      <a:pt x="192" y="735"/>
                      <a:pt x="407" y="1079"/>
                      <a:pt x="950" y="1317"/>
                    </a:cubicBezTo>
                    <a:lnTo>
                      <a:pt x="944" y="1331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" name="Google Shape;263;p21"/>
              <p:cNvSpPr/>
              <p:nvPr/>
            </p:nvSpPr>
            <p:spPr>
              <a:xfrm rot="-2826880">
                <a:off x="8370864" y="4640889"/>
                <a:ext cx="92113" cy="246397"/>
              </a:xfrm>
              <a:custGeom>
                <a:avLst/>
                <a:gdLst/>
                <a:ahLst/>
                <a:cxnLst/>
                <a:rect l="l" t="t" r="r" b="b"/>
                <a:pathLst>
                  <a:path w="175" h="474" extrusionOk="0">
                    <a:moveTo>
                      <a:pt x="70" y="473"/>
                    </a:moveTo>
                    <a:cubicBezTo>
                      <a:pt x="0" y="244"/>
                      <a:pt x="161" y="3"/>
                      <a:pt x="163" y="0"/>
                    </a:cubicBezTo>
                    <a:lnTo>
                      <a:pt x="174" y="8"/>
                    </a:lnTo>
                    <a:cubicBezTo>
                      <a:pt x="172" y="10"/>
                      <a:pt x="15" y="246"/>
                      <a:pt x="84" y="468"/>
                    </a:cubicBezTo>
                    <a:lnTo>
                      <a:pt x="70" y="473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" name="Google Shape;264;p21"/>
              <p:cNvSpPr/>
              <p:nvPr/>
            </p:nvSpPr>
            <p:spPr>
              <a:xfrm rot="-2826889">
                <a:off x="8229459" y="4814264"/>
                <a:ext cx="225675" cy="138167"/>
              </a:xfrm>
              <a:custGeom>
                <a:avLst/>
                <a:gdLst/>
                <a:ahLst/>
                <a:cxnLst/>
                <a:rect l="l" t="t" r="r" b="b"/>
                <a:pathLst>
                  <a:path w="432" h="266" extrusionOk="0">
                    <a:moveTo>
                      <a:pt x="425" y="265"/>
                    </a:moveTo>
                    <a:cubicBezTo>
                      <a:pt x="135" y="145"/>
                      <a:pt x="1" y="11"/>
                      <a:pt x="0" y="9"/>
                    </a:cubicBezTo>
                    <a:lnTo>
                      <a:pt x="11" y="0"/>
                    </a:lnTo>
                    <a:cubicBezTo>
                      <a:pt x="12" y="1"/>
                      <a:pt x="143" y="134"/>
                      <a:pt x="431" y="252"/>
                    </a:cubicBezTo>
                    <a:lnTo>
                      <a:pt x="425" y="265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" name="Google Shape;265;p21"/>
              <p:cNvSpPr/>
              <p:nvPr/>
            </p:nvSpPr>
            <p:spPr>
              <a:xfrm rot="-2826884">
                <a:off x="8553235" y="4667884"/>
                <a:ext cx="89808" cy="255609"/>
              </a:xfrm>
              <a:custGeom>
                <a:avLst/>
                <a:gdLst/>
                <a:ahLst/>
                <a:cxnLst/>
                <a:rect l="l" t="t" r="r" b="b"/>
                <a:pathLst>
                  <a:path w="174" h="490" extrusionOk="0">
                    <a:moveTo>
                      <a:pt x="162" y="489"/>
                    </a:moveTo>
                    <a:cubicBezTo>
                      <a:pt x="0" y="277"/>
                      <a:pt x="63" y="3"/>
                      <a:pt x="64" y="0"/>
                    </a:cubicBezTo>
                    <a:lnTo>
                      <a:pt x="78" y="4"/>
                    </a:lnTo>
                    <a:cubicBezTo>
                      <a:pt x="77" y="7"/>
                      <a:pt x="16" y="275"/>
                      <a:pt x="173" y="480"/>
                    </a:cubicBezTo>
                    <a:lnTo>
                      <a:pt x="162" y="489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68" name="Google Shape;268;p22"/>
          <p:cNvSpPr txBox="1">
            <a:spLocks noGrp="1"/>
          </p:cNvSpPr>
          <p:nvPr>
            <p:ph type="subTitle" idx="1"/>
          </p:nvPr>
        </p:nvSpPr>
        <p:spPr>
          <a:xfrm>
            <a:off x="720000" y="1727843"/>
            <a:ext cx="2084700" cy="106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69" name="Google Shape;269;p22"/>
          <p:cNvSpPr txBox="1">
            <a:spLocks noGrp="1"/>
          </p:cNvSpPr>
          <p:nvPr>
            <p:ph type="subTitle" idx="2"/>
          </p:nvPr>
        </p:nvSpPr>
        <p:spPr>
          <a:xfrm>
            <a:off x="3524995" y="1727843"/>
            <a:ext cx="2084700" cy="106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70" name="Google Shape;270;p22"/>
          <p:cNvSpPr txBox="1">
            <a:spLocks noGrp="1"/>
          </p:cNvSpPr>
          <p:nvPr>
            <p:ph type="subTitle" idx="3"/>
          </p:nvPr>
        </p:nvSpPr>
        <p:spPr>
          <a:xfrm>
            <a:off x="720000" y="3526133"/>
            <a:ext cx="2084700" cy="106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71" name="Google Shape;271;p22"/>
          <p:cNvSpPr txBox="1">
            <a:spLocks noGrp="1"/>
          </p:cNvSpPr>
          <p:nvPr>
            <p:ph type="subTitle" idx="4"/>
          </p:nvPr>
        </p:nvSpPr>
        <p:spPr>
          <a:xfrm>
            <a:off x="3525000" y="3526133"/>
            <a:ext cx="2084700" cy="106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72" name="Google Shape;272;p22"/>
          <p:cNvSpPr txBox="1">
            <a:spLocks noGrp="1"/>
          </p:cNvSpPr>
          <p:nvPr>
            <p:ph type="subTitle" idx="5"/>
          </p:nvPr>
        </p:nvSpPr>
        <p:spPr>
          <a:xfrm>
            <a:off x="6334903" y="1727843"/>
            <a:ext cx="2084700" cy="106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73" name="Google Shape;273;p22"/>
          <p:cNvSpPr txBox="1">
            <a:spLocks noGrp="1"/>
          </p:cNvSpPr>
          <p:nvPr>
            <p:ph type="subTitle" idx="6"/>
          </p:nvPr>
        </p:nvSpPr>
        <p:spPr>
          <a:xfrm>
            <a:off x="6334900" y="3526134"/>
            <a:ext cx="2084700" cy="106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74" name="Google Shape;274;p22"/>
          <p:cNvSpPr txBox="1">
            <a:spLocks noGrp="1"/>
          </p:cNvSpPr>
          <p:nvPr>
            <p:ph type="subTitle" idx="7"/>
          </p:nvPr>
        </p:nvSpPr>
        <p:spPr>
          <a:xfrm>
            <a:off x="720000" y="1472625"/>
            <a:ext cx="20847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75" name="Google Shape;275;p22"/>
          <p:cNvSpPr txBox="1">
            <a:spLocks noGrp="1"/>
          </p:cNvSpPr>
          <p:nvPr>
            <p:ph type="subTitle" idx="8"/>
          </p:nvPr>
        </p:nvSpPr>
        <p:spPr>
          <a:xfrm>
            <a:off x="3525000" y="1472625"/>
            <a:ext cx="20847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76" name="Google Shape;276;p22"/>
          <p:cNvSpPr txBox="1">
            <a:spLocks noGrp="1"/>
          </p:cNvSpPr>
          <p:nvPr>
            <p:ph type="subTitle" idx="9"/>
          </p:nvPr>
        </p:nvSpPr>
        <p:spPr>
          <a:xfrm>
            <a:off x="6334900" y="1472625"/>
            <a:ext cx="20847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77" name="Google Shape;277;p22"/>
          <p:cNvSpPr txBox="1">
            <a:spLocks noGrp="1"/>
          </p:cNvSpPr>
          <p:nvPr>
            <p:ph type="subTitle" idx="13"/>
          </p:nvPr>
        </p:nvSpPr>
        <p:spPr>
          <a:xfrm>
            <a:off x="720000" y="3275900"/>
            <a:ext cx="20847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78" name="Google Shape;278;p22"/>
          <p:cNvSpPr txBox="1">
            <a:spLocks noGrp="1"/>
          </p:cNvSpPr>
          <p:nvPr>
            <p:ph type="subTitle" idx="14"/>
          </p:nvPr>
        </p:nvSpPr>
        <p:spPr>
          <a:xfrm>
            <a:off x="3525000" y="3275900"/>
            <a:ext cx="20847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79" name="Google Shape;279;p22"/>
          <p:cNvSpPr txBox="1">
            <a:spLocks noGrp="1"/>
          </p:cNvSpPr>
          <p:nvPr>
            <p:ph type="subTitle" idx="15"/>
          </p:nvPr>
        </p:nvSpPr>
        <p:spPr>
          <a:xfrm>
            <a:off x="6334900" y="3275900"/>
            <a:ext cx="20847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280" name="Google Shape;280;p22"/>
          <p:cNvGrpSpPr/>
          <p:nvPr/>
        </p:nvGrpSpPr>
        <p:grpSpPr>
          <a:xfrm>
            <a:off x="6216157" y="-3537422"/>
            <a:ext cx="5853895" cy="5883622"/>
            <a:chOff x="6216157" y="-3537422"/>
            <a:chExt cx="5853895" cy="5883622"/>
          </a:xfrm>
        </p:grpSpPr>
        <p:sp>
          <p:nvSpPr>
            <p:cNvPr id="281" name="Google Shape;281;p22"/>
            <p:cNvSpPr/>
            <p:nvPr/>
          </p:nvSpPr>
          <p:spPr>
            <a:xfrm rot="-2895767">
              <a:off x="6972503" y="-2581586"/>
              <a:ext cx="4341202" cy="3971951"/>
            </a:xfrm>
            <a:custGeom>
              <a:avLst/>
              <a:gdLst/>
              <a:ahLst/>
              <a:cxnLst/>
              <a:rect l="l" t="t" r="r" b="b"/>
              <a:pathLst>
                <a:path w="25107" h="22971" extrusionOk="0">
                  <a:moveTo>
                    <a:pt x="6029" y="1"/>
                  </a:moveTo>
                  <a:cubicBezTo>
                    <a:pt x="4338" y="1"/>
                    <a:pt x="2979" y="676"/>
                    <a:pt x="2106" y="1643"/>
                  </a:cubicBezTo>
                  <a:cubicBezTo>
                    <a:pt x="580" y="3337"/>
                    <a:pt x="1" y="6173"/>
                    <a:pt x="2576" y="10368"/>
                  </a:cubicBezTo>
                  <a:cubicBezTo>
                    <a:pt x="4339" y="13239"/>
                    <a:pt x="4269" y="14957"/>
                    <a:pt x="3934" y="17793"/>
                  </a:cubicBezTo>
                  <a:cubicBezTo>
                    <a:pt x="3597" y="20624"/>
                    <a:pt x="4165" y="21865"/>
                    <a:pt x="5284" y="22550"/>
                  </a:cubicBezTo>
                  <a:cubicBezTo>
                    <a:pt x="5735" y="22827"/>
                    <a:pt x="6253" y="22970"/>
                    <a:pt x="6788" y="22970"/>
                  </a:cubicBezTo>
                  <a:cubicBezTo>
                    <a:pt x="7978" y="22970"/>
                    <a:pt x="9255" y="22259"/>
                    <a:pt x="10087" y="20722"/>
                  </a:cubicBezTo>
                  <a:cubicBezTo>
                    <a:pt x="11061" y="18911"/>
                    <a:pt x="11691" y="17303"/>
                    <a:pt x="13839" y="17303"/>
                  </a:cubicBezTo>
                  <a:cubicBezTo>
                    <a:pt x="14341" y="17303"/>
                    <a:pt x="14925" y="17391"/>
                    <a:pt x="15616" y="17584"/>
                  </a:cubicBezTo>
                  <a:cubicBezTo>
                    <a:pt x="16571" y="17851"/>
                    <a:pt x="17477" y="17980"/>
                    <a:pt x="18320" y="17980"/>
                  </a:cubicBezTo>
                  <a:cubicBezTo>
                    <a:pt x="20695" y="17980"/>
                    <a:pt x="22564" y="16954"/>
                    <a:pt x="23591" y="15113"/>
                  </a:cubicBezTo>
                  <a:cubicBezTo>
                    <a:pt x="24984" y="12619"/>
                    <a:pt x="25106" y="8192"/>
                    <a:pt x="22164" y="6325"/>
                  </a:cubicBezTo>
                  <a:cubicBezTo>
                    <a:pt x="19224" y="4462"/>
                    <a:pt x="16596" y="6173"/>
                    <a:pt x="12118" y="2548"/>
                  </a:cubicBezTo>
                  <a:cubicBezTo>
                    <a:pt x="9850" y="712"/>
                    <a:pt x="7765" y="1"/>
                    <a:pt x="60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grpSp>
          <p:nvGrpSpPr>
            <p:cNvPr id="282" name="Google Shape;282;p22"/>
            <p:cNvGrpSpPr/>
            <p:nvPr/>
          </p:nvGrpSpPr>
          <p:grpSpPr>
            <a:xfrm rot="188120">
              <a:off x="8138770" y="25274"/>
              <a:ext cx="947991" cy="863408"/>
              <a:chOff x="8337075" y="299713"/>
              <a:chExt cx="947899" cy="863325"/>
            </a:xfrm>
          </p:grpSpPr>
          <p:sp>
            <p:nvSpPr>
              <p:cNvPr id="283" name="Google Shape;283;p22"/>
              <p:cNvSpPr/>
              <p:nvPr/>
            </p:nvSpPr>
            <p:spPr>
              <a:xfrm>
                <a:off x="8337075" y="372628"/>
                <a:ext cx="942062" cy="790409"/>
              </a:xfrm>
              <a:custGeom>
                <a:avLst/>
                <a:gdLst/>
                <a:ahLst/>
                <a:cxnLst/>
                <a:rect l="l" t="t" r="r" b="b"/>
                <a:pathLst>
                  <a:path w="1423" h="1196" extrusionOk="0">
                    <a:moveTo>
                      <a:pt x="715" y="109"/>
                    </a:moveTo>
                    <a:cubicBezTo>
                      <a:pt x="723" y="133"/>
                      <a:pt x="741" y="154"/>
                      <a:pt x="766" y="171"/>
                    </a:cubicBezTo>
                    <a:cubicBezTo>
                      <a:pt x="791" y="187"/>
                      <a:pt x="821" y="199"/>
                      <a:pt x="851" y="208"/>
                    </a:cubicBezTo>
                    <a:cubicBezTo>
                      <a:pt x="881" y="216"/>
                      <a:pt x="910" y="219"/>
                      <a:pt x="933" y="222"/>
                    </a:cubicBezTo>
                    <a:cubicBezTo>
                      <a:pt x="955" y="224"/>
                      <a:pt x="969" y="223"/>
                      <a:pt x="969" y="223"/>
                    </a:cubicBezTo>
                    <a:cubicBezTo>
                      <a:pt x="969" y="223"/>
                      <a:pt x="958" y="225"/>
                      <a:pt x="939" y="227"/>
                    </a:cubicBezTo>
                    <a:cubicBezTo>
                      <a:pt x="930" y="228"/>
                      <a:pt x="918" y="229"/>
                      <a:pt x="905" y="231"/>
                    </a:cubicBezTo>
                    <a:cubicBezTo>
                      <a:pt x="892" y="232"/>
                      <a:pt x="877" y="233"/>
                      <a:pt x="861" y="235"/>
                    </a:cubicBezTo>
                    <a:cubicBezTo>
                      <a:pt x="797" y="241"/>
                      <a:pt x="714" y="245"/>
                      <a:pt x="633" y="246"/>
                    </a:cubicBezTo>
                    <a:cubicBezTo>
                      <a:pt x="552" y="248"/>
                      <a:pt x="474" y="247"/>
                      <a:pt x="414" y="255"/>
                    </a:cubicBezTo>
                    <a:cubicBezTo>
                      <a:pt x="355" y="264"/>
                      <a:pt x="316" y="284"/>
                      <a:pt x="312" y="329"/>
                    </a:cubicBezTo>
                    <a:cubicBezTo>
                      <a:pt x="307" y="377"/>
                      <a:pt x="352" y="419"/>
                      <a:pt x="401" y="446"/>
                    </a:cubicBezTo>
                    <a:cubicBezTo>
                      <a:pt x="426" y="459"/>
                      <a:pt x="451" y="469"/>
                      <a:pt x="470" y="476"/>
                    </a:cubicBezTo>
                    <a:cubicBezTo>
                      <a:pt x="489" y="482"/>
                      <a:pt x="502" y="486"/>
                      <a:pt x="502" y="486"/>
                    </a:cubicBezTo>
                    <a:cubicBezTo>
                      <a:pt x="502" y="486"/>
                      <a:pt x="467" y="493"/>
                      <a:pt x="416" y="506"/>
                    </a:cubicBezTo>
                    <a:cubicBezTo>
                      <a:pt x="366" y="518"/>
                      <a:pt x="298" y="536"/>
                      <a:pt x="235" y="562"/>
                    </a:cubicBezTo>
                    <a:cubicBezTo>
                      <a:pt x="171" y="588"/>
                      <a:pt x="109" y="620"/>
                      <a:pt x="64" y="670"/>
                    </a:cubicBezTo>
                    <a:cubicBezTo>
                      <a:pt x="52" y="682"/>
                      <a:pt x="43" y="695"/>
                      <a:pt x="34" y="711"/>
                    </a:cubicBezTo>
                    <a:cubicBezTo>
                      <a:pt x="26" y="725"/>
                      <a:pt x="19" y="741"/>
                      <a:pt x="13" y="758"/>
                    </a:cubicBezTo>
                    <a:cubicBezTo>
                      <a:pt x="3" y="793"/>
                      <a:pt x="0" y="834"/>
                      <a:pt x="8" y="880"/>
                    </a:cubicBezTo>
                    <a:cubicBezTo>
                      <a:pt x="15" y="927"/>
                      <a:pt x="32" y="964"/>
                      <a:pt x="54" y="994"/>
                    </a:cubicBezTo>
                    <a:cubicBezTo>
                      <a:pt x="66" y="1008"/>
                      <a:pt x="79" y="1020"/>
                      <a:pt x="94" y="1031"/>
                    </a:cubicBezTo>
                    <a:cubicBezTo>
                      <a:pt x="110" y="1041"/>
                      <a:pt x="126" y="1049"/>
                      <a:pt x="143" y="1055"/>
                    </a:cubicBezTo>
                    <a:cubicBezTo>
                      <a:pt x="213" y="1082"/>
                      <a:pt x="302" y="1078"/>
                      <a:pt x="387" y="1058"/>
                    </a:cubicBezTo>
                    <a:cubicBezTo>
                      <a:pt x="472" y="1038"/>
                      <a:pt x="552" y="1001"/>
                      <a:pt x="610" y="969"/>
                    </a:cubicBezTo>
                    <a:cubicBezTo>
                      <a:pt x="667" y="936"/>
                      <a:pt x="702" y="909"/>
                      <a:pt x="702" y="909"/>
                    </a:cubicBezTo>
                    <a:cubicBezTo>
                      <a:pt x="702" y="909"/>
                      <a:pt x="694" y="922"/>
                      <a:pt x="682" y="943"/>
                    </a:cubicBezTo>
                    <a:cubicBezTo>
                      <a:pt x="671" y="964"/>
                      <a:pt x="655" y="992"/>
                      <a:pt x="642" y="1022"/>
                    </a:cubicBezTo>
                    <a:cubicBezTo>
                      <a:pt x="616" y="1081"/>
                      <a:pt x="597" y="1148"/>
                      <a:pt x="647" y="1173"/>
                    </a:cubicBezTo>
                    <a:cubicBezTo>
                      <a:pt x="691" y="1195"/>
                      <a:pt x="760" y="1169"/>
                      <a:pt x="836" y="1112"/>
                    </a:cubicBezTo>
                    <a:cubicBezTo>
                      <a:pt x="911" y="1055"/>
                      <a:pt x="988" y="968"/>
                      <a:pt x="1051" y="874"/>
                    </a:cubicBezTo>
                    <a:cubicBezTo>
                      <a:pt x="1114" y="782"/>
                      <a:pt x="1161" y="684"/>
                      <a:pt x="1190" y="611"/>
                    </a:cubicBezTo>
                    <a:cubicBezTo>
                      <a:pt x="1198" y="593"/>
                      <a:pt x="1203" y="575"/>
                      <a:pt x="1209" y="560"/>
                    </a:cubicBezTo>
                    <a:cubicBezTo>
                      <a:pt x="1214" y="545"/>
                      <a:pt x="1219" y="532"/>
                      <a:pt x="1222" y="521"/>
                    </a:cubicBezTo>
                    <a:cubicBezTo>
                      <a:pt x="1229" y="499"/>
                      <a:pt x="1232" y="487"/>
                      <a:pt x="1232" y="487"/>
                    </a:cubicBezTo>
                    <a:cubicBezTo>
                      <a:pt x="1232" y="487"/>
                      <a:pt x="1230" y="503"/>
                      <a:pt x="1227" y="529"/>
                    </a:cubicBezTo>
                    <a:cubicBezTo>
                      <a:pt x="1224" y="553"/>
                      <a:pt x="1221" y="588"/>
                      <a:pt x="1220" y="623"/>
                    </a:cubicBezTo>
                    <a:cubicBezTo>
                      <a:pt x="1219" y="658"/>
                      <a:pt x="1221" y="695"/>
                      <a:pt x="1229" y="726"/>
                    </a:cubicBezTo>
                    <a:cubicBezTo>
                      <a:pt x="1238" y="756"/>
                      <a:pt x="1253" y="780"/>
                      <a:pt x="1280" y="789"/>
                    </a:cubicBezTo>
                    <a:cubicBezTo>
                      <a:pt x="1308" y="797"/>
                      <a:pt x="1341" y="750"/>
                      <a:pt x="1368" y="673"/>
                    </a:cubicBezTo>
                    <a:cubicBezTo>
                      <a:pt x="1395" y="597"/>
                      <a:pt x="1414" y="492"/>
                      <a:pt x="1418" y="390"/>
                    </a:cubicBezTo>
                    <a:cubicBezTo>
                      <a:pt x="1422" y="287"/>
                      <a:pt x="1411" y="188"/>
                      <a:pt x="1398" y="116"/>
                    </a:cubicBezTo>
                    <a:cubicBezTo>
                      <a:pt x="1390" y="80"/>
                      <a:pt x="1383" y="51"/>
                      <a:pt x="1378" y="31"/>
                    </a:cubicBezTo>
                    <a:cubicBezTo>
                      <a:pt x="1372" y="11"/>
                      <a:pt x="1368" y="0"/>
                      <a:pt x="1368" y="0"/>
                    </a:cubicBezTo>
                    <a:cubicBezTo>
                      <a:pt x="1368" y="0"/>
                      <a:pt x="1357" y="4"/>
                      <a:pt x="1337" y="10"/>
                    </a:cubicBezTo>
                    <a:cubicBezTo>
                      <a:pt x="1318" y="15"/>
                      <a:pt x="1289" y="22"/>
                      <a:pt x="1256" y="30"/>
                    </a:cubicBezTo>
                    <a:cubicBezTo>
                      <a:pt x="1189" y="45"/>
                      <a:pt x="1101" y="60"/>
                      <a:pt x="1017" y="67"/>
                    </a:cubicBezTo>
                    <a:cubicBezTo>
                      <a:pt x="933" y="73"/>
                      <a:pt x="853" y="72"/>
                      <a:pt x="797" y="75"/>
                    </a:cubicBezTo>
                    <a:cubicBezTo>
                      <a:pt x="739" y="76"/>
                      <a:pt x="707" y="83"/>
                      <a:pt x="715" y="109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4" name="Google Shape;284;p22"/>
              <p:cNvSpPr/>
              <p:nvPr/>
            </p:nvSpPr>
            <p:spPr>
              <a:xfrm>
                <a:off x="8386657" y="299713"/>
                <a:ext cx="898317" cy="647493"/>
              </a:xfrm>
              <a:custGeom>
                <a:avLst/>
                <a:gdLst/>
                <a:ahLst/>
                <a:cxnLst/>
                <a:rect l="l" t="t" r="r" b="b"/>
                <a:pathLst>
                  <a:path w="1357" h="979" extrusionOk="0">
                    <a:moveTo>
                      <a:pt x="7" y="978"/>
                    </a:moveTo>
                    <a:cubicBezTo>
                      <a:pt x="3" y="978"/>
                      <a:pt x="0" y="975"/>
                      <a:pt x="0" y="971"/>
                    </a:cubicBezTo>
                    <a:cubicBezTo>
                      <a:pt x="0" y="967"/>
                      <a:pt x="2" y="964"/>
                      <a:pt x="7" y="964"/>
                    </a:cubicBezTo>
                    <a:cubicBezTo>
                      <a:pt x="9" y="964"/>
                      <a:pt x="243" y="935"/>
                      <a:pt x="523" y="803"/>
                    </a:cubicBezTo>
                    <a:cubicBezTo>
                      <a:pt x="781" y="682"/>
                      <a:pt x="1133" y="444"/>
                      <a:pt x="1342" y="4"/>
                    </a:cubicBezTo>
                    <a:cubicBezTo>
                      <a:pt x="1344" y="0"/>
                      <a:pt x="1347" y="0"/>
                      <a:pt x="1351" y="0"/>
                    </a:cubicBezTo>
                    <a:cubicBezTo>
                      <a:pt x="1355" y="2"/>
                      <a:pt x="1356" y="6"/>
                      <a:pt x="1355" y="10"/>
                    </a:cubicBezTo>
                    <a:cubicBezTo>
                      <a:pt x="1145" y="454"/>
                      <a:pt x="790" y="693"/>
                      <a:pt x="530" y="816"/>
                    </a:cubicBezTo>
                    <a:cubicBezTo>
                      <a:pt x="246" y="949"/>
                      <a:pt x="10" y="977"/>
                      <a:pt x="7" y="978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5" name="Google Shape;285;p22"/>
              <p:cNvSpPr/>
              <p:nvPr/>
            </p:nvSpPr>
            <p:spPr>
              <a:xfrm>
                <a:off x="8514988" y="818874"/>
                <a:ext cx="244996" cy="244998"/>
              </a:xfrm>
              <a:custGeom>
                <a:avLst/>
                <a:gdLst/>
                <a:ahLst/>
                <a:cxnLst/>
                <a:rect l="l" t="t" r="r" b="b"/>
                <a:pathLst>
                  <a:path w="371" h="371" extrusionOk="0">
                    <a:moveTo>
                      <a:pt x="8" y="370"/>
                    </a:moveTo>
                    <a:cubicBezTo>
                      <a:pt x="7" y="370"/>
                      <a:pt x="6" y="370"/>
                      <a:pt x="5" y="370"/>
                    </a:cubicBezTo>
                    <a:cubicBezTo>
                      <a:pt x="2" y="369"/>
                      <a:pt x="0" y="364"/>
                      <a:pt x="2" y="360"/>
                    </a:cubicBezTo>
                    <a:cubicBezTo>
                      <a:pt x="4" y="354"/>
                      <a:pt x="71" y="183"/>
                      <a:pt x="359" y="2"/>
                    </a:cubicBezTo>
                    <a:cubicBezTo>
                      <a:pt x="363" y="0"/>
                      <a:pt x="366" y="1"/>
                      <a:pt x="368" y="4"/>
                    </a:cubicBezTo>
                    <a:cubicBezTo>
                      <a:pt x="370" y="8"/>
                      <a:pt x="369" y="12"/>
                      <a:pt x="366" y="14"/>
                    </a:cubicBezTo>
                    <a:cubicBezTo>
                      <a:pt x="83" y="192"/>
                      <a:pt x="16" y="363"/>
                      <a:pt x="15" y="364"/>
                    </a:cubicBezTo>
                    <a:cubicBezTo>
                      <a:pt x="14" y="369"/>
                      <a:pt x="11" y="370"/>
                      <a:pt x="8" y="37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6" name="Google Shape;286;p22"/>
              <p:cNvSpPr/>
              <p:nvPr/>
            </p:nvSpPr>
            <p:spPr>
              <a:xfrm>
                <a:off x="8447906" y="795541"/>
                <a:ext cx="347076" cy="81666"/>
              </a:xfrm>
              <a:custGeom>
                <a:avLst/>
                <a:gdLst/>
                <a:ahLst/>
                <a:cxnLst/>
                <a:rect l="l" t="t" r="r" b="b"/>
                <a:pathLst>
                  <a:path w="526" h="124" extrusionOk="0">
                    <a:moveTo>
                      <a:pt x="263" y="74"/>
                    </a:moveTo>
                    <a:cubicBezTo>
                      <a:pt x="218" y="74"/>
                      <a:pt x="180" y="69"/>
                      <a:pt x="148" y="63"/>
                    </a:cubicBezTo>
                    <a:cubicBezTo>
                      <a:pt x="59" y="46"/>
                      <a:pt x="6" y="15"/>
                      <a:pt x="4" y="14"/>
                    </a:cubicBezTo>
                    <a:cubicBezTo>
                      <a:pt x="1" y="13"/>
                      <a:pt x="0" y="8"/>
                      <a:pt x="2" y="5"/>
                    </a:cubicBezTo>
                    <a:cubicBezTo>
                      <a:pt x="4" y="1"/>
                      <a:pt x="8" y="0"/>
                      <a:pt x="11" y="2"/>
                    </a:cubicBezTo>
                    <a:cubicBezTo>
                      <a:pt x="13" y="3"/>
                      <a:pt x="221" y="123"/>
                      <a:pt x="514" y="12"/>
                    </a:cubicBezTo>
                    <a:cubicBezTo>
                      <a:pt x="518" y="11"/>
                      <a:pt x="522" y="12"/>
                      <a:pt x="524" y="15"/>
                    </a:cubicBezTo>
                    <a:cubicBezTo>
                      <a:pt x="525" y="19"/>
                      <a:pt x="524" y="23"/>
                      <a:pt x="520" y="25"/>
                    </a:cubicBezTo>
                    <a:cubicBezTo>
                      <a:pt x="423" y="61"/>
                      <a:pt x="335" y="74"/>
                      <a:pt x="263" y="74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7" name="Google Shape;287;p22"/>
              <p:cNvSpPr/>
              <p:nvPr/>
            </p:nvSpPr>
            <p:spPr>
              <a:xfrm>
                <a:off x="8873732" y="617625"/>
                <a:ext cx="177913" cy="411243"/>
              </a:xfrm>
              <a:custGeom>
                <a:avLst/>
                <a:gdLst/>
                <a:ahLst/>
                <a:cxnLst/>
                <a:rect l="l" t="t" r="r" b="b"/>
                <a:pathLst>
                  <a:path w="269" h="621" extrusionOk="0">
                    <a:moveTo>
                      <a:pt x="7" y="620"/>
                    </a:moveTo>
                    <a:lnTo>
                      <a:pt x="7" y="620"/>
                    </a:lnTo>
                    <a:cubicBezTo>
                      <a:pt x="2" y="620"/>
                      <a:pt x="0" y="616"/>
                      <a:pt x="1" y="612"/>
                    </a:cubicBezTo>
                    <a:cubicBezTo>
                      <a:pt x="1" y="608"/>
                      <a:pt x="43" y="205"/>
                      <a:pt x="255" y="2"/>
                    </a:cubicBezTo>
                    <a:cubicBezTo>
                      <a:pt x="258" y="0"/>
                      <a:pt x="263" y="0"/>
                      <a:pt x="265" y="2"/>
                    </a:cubicBezTo>
                    <a:cubicBezTo>
                      <a:pt x="268" y="5"/>
                      <a:pt x="268" y="10"/>
                      <a:pt x="265" y="13"/>
                    </a:cubicBezTo>
                    <a:cubicBezTo>
                      <a:pt x="58" y="212"/>
                      <a:pt x="15" y="609"/>
                      <a:pt x="15" y="613"/>
                    </a:cubicBezTo>
                    <a:cubicBezTo>
                      <a:pt x="14" y="617"/>
                      <a:pt x="11" y="620"/>
                      <a:pt x="7" y="62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8" name="Google Shape;288;p22"/>
              <p:cNvSpPr/>
              <p:nvPr/>
            </p:nvSpPr>
            <p:spPr>
              <a:xfrm>
                <a:off x="9147894" y="439711"/>
                <a:ext cx="58332" cy="344162"/>
              </a:xfrm>
              <a:custGeom>
                <a:avLst/>
                <a:gdLst/>
                <a:ahLst/>
                <a:cxnLst/>
                <a:rect l="l" t="t" r="r" b="b"/>
                <a:pathLst>
                  <a:path w="90" h="522" extrusionOk="0">
                    <a:moveTo>
                      <a:pt x="81" y="521"/>
                    </a:moveTo>
                    <a:cubicBezTo>
                      <a:pt x="78" y="521"/>
                      <a:pt x="74" y="519"/>
                      <a:pt x="74" y="515"/>
                    </a:cubicBezTo>
                    <a:cubicBezTo>
                      <a:pt x="72" y="500"/>
                      <a:pt x="0" y="145"/>
                      <a:pt x="69" y="5"/>
                    </a:cubicBezTo>
                    <a:cubicBezTo>
                      <a:pt x="71" y="1"/>
                      <a:pt x="74" y="0"/>
                      <a:pt x="78" y="2"/>
                    </a:cubicBezTo>
                    <a:cubicBezTo>
                      <a:pt x="82" y="4"/>
                      <a:pt x="83" y="7"/>
                      <a:pt x="81" y="11"/>
                    </a:cubicBezTo>
                    <a:cubicBezTo>
                      <a:pt x="15" y="147"/>
                      <a:pt x="88" y="509"/>
                      <a:pt x="88" y="512"/>
                    </a:cubicBezTo>
                    <a:cubicBezTo>
                      <a:pt x="89" y="516"/>
                      <a:pt x="86" y="520"/>
                      <a:pt x="82" y="521"/>
                    </a:cubicBezTo>
                    <a:cubicBezTo>
                      <a:pt x="82" y="521"/>
                      <a:pt x="82" y="521"/>
                      <a:pt x="81" y="521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9" name="Google Shape;289;p22"/>
              <p:cNvSpPr/>
              <p:nvPr/>
            </p:nvSpPr>
            <p:spPr>
              <a:xfrm>
                <a:off x="8894147" y="422211"/>
                <a:ext cx="317909" cy="96248"/>
              </a:xfrm>
              <a:custGeom>
                <a:avLst/>
                <a:gdLst/>
                <a:ahLst/>
                <a:cxnLst/>
                <a:rect l="l" t="t" r="r" b="b"/>
                <a:pathLst>
                  <a:path w="482" h="144" extrusionOk="0">
                    <a:moveTo>
                      <a:pt x="177" y="96"/>
                    </a:moveTo>
                    <a:cubicBezTo>
                      <a:pt x="72" y="96"/>
                      <a:pt x="6" y="67"/>
                      <a:pt x="5" y="66"/>
                    </a:cubicBezTo>
                    <a:cubicBezTo>
                      <a:pt x="1" y="64"/>
                      <a:pt x="0" y="60"/>
                      <a:pt x="1" y="56"/>
                    </a:cubicBezTo>
                    <a:cubicBezTo>
                      <a:pt x="3" y="53"/>
                      <a:pt x="7" y="52"/>
                      <a:pt x="11" y="53"/>
                    </a:cubicBezTo>
                    <a:cubicBezTo>
                      <a:pt x="12" y="54"/>
                      <a:pt x="216" y="143"/>
                      <a:pt x="470" y="2"/>
                    </a:cubicBezTo>
                    <a:cubicBezTo>
                      <a:pt x="474" y="0"/>
                      <a:pt x="477" y="1"/>
                      <a:pt x="479" y="5"/>
                    </a:cubicBezTo>
                    <a:cubicBezTo>
                      <a:pt x="481" y="9"/>
                      <a:pt x="480" y="13"/>
                      <a:pt x="476" y="15"/>
                    </a:cubicBezTo>
                    <a:cubicBezTo>
                      <a:pt x="363" y="78"/>
                      <a:pt x="259" y="96"/>
                      <a:pt x="177" y="96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0" name="Google Shape;290;p22"/>
              <p:cNvSpPr/>
              <p:nvPr/>
            </p:nvSpPr>
            <p:spPr>
              <a:xfrm>
                <a:off x="8631652" y="608876"/>
                <a:ext cx="399575" cy="119581"/>
              </a:xfrm>
              <a:custGeom>
                <a:avLst/>
                <a:gdLst/>
                <a:ahLst/>
                <a:cxnLst/>
                <a:rect l="l" t="t" r="r" b="b"/>
                <a:pathLst>
                  <a:path w="605" h="179" extrusionOk="0">
                    <a:moveTo>
                      <a:pt x="393" y="110"/>
                    </a:moveTo>
                    <a:cubicBezTo>
                      <a:pt x="344" y="110"/>
                      <a:pt x="286" y="103"/>
                      <a:pt x="219" y="88"/>
                    </a:cubicBezTo>
                    <a:cubicBezTo>
                      <a:pt x="100" y="60"/>
                      <a:pt x="6" y="14"/>
                      <a:pt x="5" y="14"/>
                    </a:cubicBezTo>
                    <a:cubicBezTo>
                      <a:pt x="1" y="12"/>
                      <a:pt x="0" y="9"/>
                      <a:pt x="2" y="5"/>
                    </a:cubicBezTo>
                    <a:cubicBezTo>
                      <a:pt x="4" y="1"/>
                      <a:pt x="7" y="0"/>
                      <a:pt x="11" y="2"/>
                    </a:cubicBezTo>
                    <a:cubicBezTo>
                      <a:pt x="14" y="4"/>
                      <a:pt x="382" y="178"/>
                      <a:pt x="592" y="47"/>
                    </a:cubicBezTo>
                    <a:cubicBezTo>
                      <a:pt x="596" y="45"/>
                      <a:pt x="600" y="46"/>
                      <a:pt x="602" y="49"/>
                    </a:cubicBezTo>
                    <a:cubicBezTo>
                      <a:pt x="604" y="52"/>
                      <a:pt x="603" y="56"/>
                      <a:pt x="600" y="58"/>
                    </a:cubicBezTo>
                    <a:cubicBezTo>
                      <a:pt x="558" y="85"/>
                      <a:pt x="492" y="110"/>
                      <a:pt x="393" y="11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91" name="Google Shape;291;p22"/>
            <p:cNvGrpSpPr/>
            <p:nvPr/>
          </p:nvGrpSpPr>
          <p:grpSpPr>
            <a:xfrm rot="-7352464">
              <a:off x="7582404" y="-280301"/>
              <a:ext cx="923072" cy="930542"/>
              <a:chOff x="8322831" y="2964236"/>
              <a:chExt cx="923079" cy="930548"/>
            </a:xfrm>
          </p:grpSpPr>
          <p:sp>
            <p:nvSpPr>
              <p:cNvPr id="292" name="Google Shape;292;p22"/>
              <p:cNvSpPr/>
              <p:nvPr/>
            </p:nvSpPr>
            <p:spPr>
              <a:xfrm rot="5976188">
                <a:off x="8382984" y="3026571"/>
                <a:ext cx="802774" cy="800374"/>
              </a:xfrm>
              <a:custGeom>
                <a:avLst/>
                <a:gdLst/>
                <a:ahLst/>
                <a:cxnLst/>
                <a:rect l="l" t="t" r="r" b="b"/>
                <a:pathLst>
                  <a:path w="1482" h="1476" extrusionOk="0">
                    <a:moveTo>
                      <a:pt x="0" y="1387"/>
                    </a:moveTo>
                    <a:cubicBezTo>
                      <a:pt x="0" y="1387"/>
                      <a:pt x="1285" y="1475"/>
                      <a:pt x="1481" y="1"/>
                    </a:cubicBezTo>
                    <a:cubicBezTo>
                      <a:pt x="1481" y="0"/>
                      <a:pt x="226" y="16"/>
                      <a:pt x="0" y="1387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3" name="Google Shape;293;p22"/>
              <p:cNvSpPr/>
              <p:nvPr/>
            </p:nvSpPr>
            <p:spPr>
              <a:xfrm rot="5976176">
                <a:off x="8474841" y="3136146"/>
                <a:ext cx="735872" cy="678526"/>
              </a:xfrm>
              <a:custGeom>
                <a:avLst/>
                <a:gdLst/>
                <a:ahLst/>
                <a:cxnLst/>
                <a:rect l="l" t="t" r="r" b="b"/>
                <a:pathLst>
                  <a:path w="1357" h="1254" extrusionOk="0">
                    <a:moveTo>
                      <a:pt x="7" y="1253"/>
                    </a:moveTo>
                    <a:cubicBezTo>
                      <a:pt x="5" y="1253"/>
                      <a:pt x="2" y="1252"/>
                      <a:pt x="1" y="1250"/>
                    </a:cubicBezTo>
                    <a:cubicBezTo>
                      <a:pt x="0" y="1247"/>
                      <a:pt x="1" y="1243"/>
                      <a:pt x="3" y="1241"/>
                    </a:cubicBezTo>
                    <a:cubicBezTo>
                      <a:pt x="11" y="1236"/>
                      <a:pt x="737" y="754"/>
                      <a:pt x="1342" y="3"/>
                    </a:cubicBezTo>
                    <a:cubicBezTo>
                      <a:pt x="1345" y="0"/>
                      <a:pt x="1348" y="0"/>
                      <a:pt x="1352" y="2"/>
                    </a:cubicBezTo>
                    <a:cubicBezTo>
                      <a:pt x="1355" y="5"/>
                      <a:pt x="1356" y="9"/>
                      <a:pt x="1353" y="13"/>
                    </a:cubicBezTo>
                    <a:cubicBezTo>
                      <a:pt x="747" y="764"/>
                      <a:pt x="20" y="1248"/>
                      <a:pt x="12" y="1253"/>
                    </a:cubicBezTo>
                    <a:cubicBezTo>
                      <a:pt x="10" y="1253"/>
                      <a:pt x="9" y="1253"/>
                      <a:pt x="7" y="125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4" name="Google Shape;294;p22"/>
              <p:cNvSpPr/>
              <p:nvPr/>
            </p:nvSpPr>
            <p:spPr>
              <a:xfrm rot="5976178">
                <a:off x="8588812" y="3154341"/>
                <a:ext cx="9557" cy="136182"/>
              </a:xfrm>
              <a:custGeom>
                <a:avLst/>
                <a:gdLst/>
                <a:ahLst/>
                <a:cxnLst/>
                <a:rect l="l" t="t" r="r" b="b"/>
                <a:pathLst>
                  <a:path w="18" h="253" extrusionOk="0">
                    <a:moveTo>
                      <a:pt x="9" y="252"/>
                    </a:moveTo>
                    <a:cubicBezTo>
                      <a:pt x="5" y="252"/>
                      <a:pt x="2" y="249"/>
                      <a:pt x="1" y="245"/>
                    </a:cubicBezTo>
                    <a:lnTo>
                      <a:pt x="0" y="8"/>
                    </a:lnTo>
                    <a:cubicBezTo>
                      <a:pt x="0" y="4"/>
                      <a:pt x="3" y="0"/>
                      <a:pt x="7" y="0"/>
                    </a:cubicBezTo>
                    <a:lnTo>
                      <a:pt x="7" y="0"/>
                    </a:lnTo>
                    <a:cubicBezTo>
                      <a:pt x="11" y="0"/>
                      <a:pt x="14" y="3"/>
                      <a:pt x="15" y="7"/>
                    </a:cubicBezTo>
                    <a:lnTo>
                      <a:pt x="16" y="244"/>
                    </a:lnTo>
                    <a:cubicBezTo>
                      <a:pt x="17" y="249"/>
                      <a:pt x="13" y="252"/>
                      <a:pt x="9" y="25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5" name="Google Shape;295;p22"/>
              <p:cNvSpPr/>
              <p:nvPr/>
            </p:nvSpPr>
            <p:spPr>
              <a:xfrm rot="5976182">
                <a:off x="8638510" y="3177161"/>
                <a:ext cx="157687" cy="59729"/>
              </a:xfrm>
              <a:custGeom>
                <a:avLst/>
                <a:gdLst/>
                <a:ahLst/>
                <a:cxnLst/>
                <a:rect l="l" t="t" r="r" b="b"/>
                <a:pathLst>
                  <a:path w="293" h="109" extrusionOk="0">
                    <a:moveTo>
                      <a:pt x="283" y="108"/>
                    </a:moveTo>
                    <a:lnTo>
                      <a:pt x="282" y="108"/>
                    </a:lnTo>
                    <a:lnTo>
                      <a:pt x="5" y="15"/>
                    </a:lnTo>
                    <a:cubicBezTo>
                      <a:pt x="1" y="14"/>
                      <a:pt x="0" y="8"/>
                      <a:pt x="1" y="5"/>
                    </a:cubicBezTo>
                    <a:cubicBezTo>
                      <a:pt x="1" y="1"/>
                      <a:pt x="6" y="0"/>
                      <a:pt x="10" y="1"/>
                    </a:cubicBezTo>
                    <a:lnTo>
                      <a:pt x="286" y="94"/>
                    </a:lnTo>
                    <a:cubicBezTo>
                      <a:pt x="290" y="95"/>
                      <a:pt x="292" y="100"/>
                      <a:pt x="291" y="104"/>
                    </a:cubicBezTo>
                    <a:cubicBezTo>
                      <a:pt x="289" y="106"/>
                      <a:pt x="286" y="108"/>
                      <a:pt x="283" y="10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6" name="Google Shape;296;p22"/>
              <p:cNvSpPr/>
              <p:nvPr/>
            </p:nvSpPr>
            <p:spPr>
              <a:xfrm rot="5976179">
                <a:off x="8633757" y="3294669"/>
                <a:ext cx="43006" cy="172021"/>
              </a:xfrm>
              <a:custGeom>
                <a:avLst/>
                <a:gdLst/>
                <a:ahLst/>
                <a:cxnLst/>
                <a:rect l="l" t="t" r="r" b="b"/>
                <a:pathLst>
                  <a:path w="80" h="317" extrusionOk="0">
                    <a:moveTo>
                      <a:pt x="70" y="316"/>
                    </a:moveTo>
                    <a:cubicBezTo>
                      <a:pt x="67" y="316"/>
                      <a:pt x="63" y="314"/>
                      <a:pt x="63" y="311"/>
                    </a:cubicBezTo>
                    <a:lnTo>
                      <a:pt x="1" y="9"/>
                    </a:lnTo>
                    <a:cubicBezTo>
                      <a:pt x="0" y="6"/>
                      <a:pt x="2" y="2"/>
                      <a:pt x="6" y="1"/>
                    </a:cubicBezTo>
                    <a:cubicBezTo>
                      <a:pt x="10" y="0"/>
                      <a:pt x="14" y="3"/>
                      <a:pt x="15" y="7"/>
                    </a:cubicBezTo>
                    <a:lnTo>
                      <a:pt x="78" y="308"/>
                    </a:lnTo>
                    <a:cubicBezTo>
                      <a:pt x="79" y="311"/>
                      <a:pt x="76" y="315"/>
                      <a:pt x="72" y="316"/>
                    </a:cubicBezTo>
                    <a:cubicBezTo>
                      <a:pt x="72" y="315"/>
                      <a:pt x="71" y="316"/>
                      <a:pt x="70" y="31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7" name="Google Shape;297;p22"/>
              <p:cNvSpPr/>
              <p:nvPr/>
            </p:nvSpPr>
            <p:spPr>
              <a:xfrm rot="5976182">
                <a:off x="8721220" y="3285444"/>
                <a:ext cx="195915" cy="86010"/>
              </a:xfrm>
              <a:custGeom>
                <a:avLst/>
                <a:gdLst/>
                <a:ahLst/>
                <a:cxnLst/>
                <a:rect l="l" t="t" r="r" b="b"/>
                <a:pathLst>
                  <a:path w="363" h="160" extrusionOk="0">
                    <a:moveTo>
                      <a:pt x="353" y="159"/>
                    </a:moveTo>
                    <a:cubicBezTo>
                      <a:pt x="352" y="159"/>
                      <a:pt x="351" y="159"/>
                      <a:pt x="350" y="158"/>
                    </a:cubicBezTo>
                    <a:lnTo>
                      <a:pt x="6" y="15"/>
                    </a:lnTo>
                    <a:cubicBezTo>
                      <a:pt x="2" y="13"/>
                      <a:pt x="0" y="9"/>
                      <a:pt x="2" y="6"/>
                    </a:cubicBezTo>
                    <a:cubicBezTo>
                      <a:pt x="4" y="2"/>
                      <a:pt x="7" y="0"/>
                      <a:pt x="11" y="2"/>
                    </a:cubicBezTo>
                    <a:lnTo>
                      <a:pt x="356" y="145"/>
                    </a:lnTo>
                    <a:cubicBezTo>
                      <a:pt x="360" y="147"/>
                      <a:pt x="362" y="150"/>
                      <a:pt x="360" y="154"/>
                    </a:cubicBezTo>
                    <a:cubicBezTo>
                      <a:pt x="359" y="157"/>
                      <a:pt x="356" y="159"/>
                      <a:pt x="353" y="15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8" name="Google Shape;298;p22"/>
              <p:cNvSpPr/>
              <p:nvPr/>
            </p:nvSpPr>
            <p:spPr>
              <a:xfrm rot="5976169">
                <a:off x="8711671" y="3436180"/>
                <a:ext cx="54951" cy="186355"/>
              </a:xfrm>
              <a:custGeom>
                <a:avLst/>
                <a:gdLst/>
                <a:ahLst/>
                <a:cxnLst/>
                <a:rect l="l" t="t" r="r" b="b"/>
                <a:pathLst>
                  <a:path w="103" h="343" extrusionOk="0">
                    <a:moveTo>
                      <a:pt x="94" y="342"/>
                    </a:moveTo>
                    <a:cubicBezTo>
                      <a:pt x="91" y="342"/>
                      <a:pt x="89" y="340"/>
                      <a:pt x="88" y="337"/>
                    </a:cubicBezTo>
                    <a:lnTo>
                      <a:pt x="1" y="10"/>
                    </a:lnTo>
                    <a:cubicBezTo>
                      <a:pt x="0" y="6"/>
                      <a:pt x="2" y="2"/>
                      <a:pt x="6" y="1"/>
                    </a:cubicBezTo>
                    <a:cubicBezTo>
                      <a:pt x="9" y="0"/>
                      <a:pt x="13" y="2"/>
                      <a:pt x="14" y="6"/>
                    </a:cubicBezTo>
                    <a:lnTo>
                      <a:pt x="101" y="333"/>
                    </a:lnTo>
                    <a:cubicBezTo>
                      <a:pt x="102" y="337"/>
                      <a:pt x="100" y="340"/>
                      <a:pt x="96" y="341"/>
                    </a:cubicBezTo>
                    <a:cubicBezTo>
                      <a:pt x="95" y="342"/>
                      <a:pt x="94" y="342"/>
                      <a:pt x="94" y="34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9" name="Google Shape;299;p22"/>
              <p:cNvSpPr/>
              <p:nvPr/>
            </p:nvSpPr>
            <p:spPr>
              <a:xfrm rot="5976183">
                <a:off x="8808578" y="3408341"/>
                <a:ext cx="212638" cy="97956"/>
              </a:xfrm>
              <a:custGeom>
                <a:avLst/>
                <a:gdLst/>
                <a:ahLst/>
                <a:cxnLst/>
                <a:rect l="l" t="t" r="r" b="b"/>
                <a:pathLst>
                  <a:path w="391" h="181" extrusionOk="0">
                    <a:moveTo>
                      <a:pt x="381" y="180"/>
                    </a:moveTo>
                    <a:cubicBezTo>
                      <a:pt x="380" y="180"/>
                      <a:pt x="379" y="180"/>
                      <a:pt x="379" y="179"/>
                    </a:cubicBezTo>
                    <a:lnTo>
                      <a:pt x="6" y="15"/>
                    </a:lnTo>
                    <a:cubicBezTo>
                      <a:pt x="2" y="13"/>
                      <a:pt x="0" y="10"/>
                      <a:pt x="2" y="6"/>
                    </a:cubicBezTo>
                    <a:cubicBezTo>
                      <a:pt x="4" y="2"/>
                      <a:pt x="8" y="0"/>
                      <a:pt x="12" y="2"/>
                    </a:cubicBezTo>
                    <a:lnTo>
                      <a:pt x="384" y="166"/>
                    </a:lnTo>
                    <a:cubicBezTo>
                      <a:pt x="388" y="168"/>
                      <a:pt x="390" y="172"/>
                      <a:pt x="388" y="175"/>
                    </a:cubicBezTo>
                    <a:cubicBezTo>
                      <a:pt x="387" y="178"/>
                      <a:pt x="384" y="180"/>
                      <a:pt x="381" y="18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0" name="Google Shape;300;p22"/>
              <p:cNvSpPr/>
              <p:nvPr/>
            </p:nvSpPr>
            <p:spPr>
              <a:xfrm rot="5976188">
                <a:off x="8822983" y="3576118"/>
                <a:ext cx="40616" cy="179189"/>
              </a:xfrm>
              <a:custGeom>
                <a:avLst/>
                <a:gdLst/>
                <a:ahLst/>
                <a:cxnLst/>
                <a:rect l="l" t="t" r="r" b="b"/>
                <a:pathLst>
                  <a:path w="74" h="330" extrusionOk="0">
                    <a:moveTo>
                      <a:pt x="64" y="329"/>
                    </a:moveTo>
                    <a:cubicBezTo>
                      <a:pt x="61" y="329"/>
                      <a:pt x="58" y="326"/>
                      <a:pt x="58" y="323"/>
                    </a:cubicBezTo>
                    <a:lnTo>
                      <a:pt x="1" y="9"/>
                    </a:lnTo>
                    <a:cubicBezTo>
                      <a:pt x="0" y="5"/>
                      <a:pt x="2" y="1"/>
                      <a:pt x="6" y="1"/>
                    </a:cubicBezTo>
                    <a:cubicBezTo>
                      <a:pt x="10" y="0"/>
                      <a:pt x="14" y="2"/>
                      <a:pt x="15" y="6"/>
                    </a:cubicBezTo>
                    <a:lnTo>
                      <a:pt x="72" y="321"/>
                    </a:lnTo>
                    <a:cubicBezTo>
                      <a:pt x="73" y="324"/>
                      <a:pt x="70" y="328"/>
                      <a:pt x="66" y="329"/>
                    </a:cubicBezTo>
                    <a:cubicBezTo>
                      <a:pt x="65" y="329"/>
                      <a:pt x="65" y="329"/>
                      <a:pt x="64" y="32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1" name="Google Shape;301;p22"/>
              <p:cNvSpPr/>
              <p:nvPr/>
            </p:nvSpPr>
            <p:spPr>
              <a:xfrm rot="5976182">
                <a:off x="8910610" y="3587516"/>
                <a:ext cx="195915" cy="64507"/>
              </a:xfrm>
              <a:custGeom>
                <a:avLst/>
                <a:gdLst/>
                <a:ahLst/>
                <a:cxnLst/>
                <a:rect l="l" t="t" r="r" b="b"/>
                <a:pathLst>
                  <a:path w="363" h="120" extrusionOk="0">
                    <a:moveTo>
                      <a:pt x="355" y="119"/>
                    </a:moveTo>
                    <a:cubicBezTo>
                      <a:pt x="354" y="119"/>
                      <a:pt x="354" y="119"/>
                      <a:pt x="353" y="119"/>
                    </a:cubicBezTo>
                    <a:lnTo>
                      <a:pt x="6" y="14"/>
                    </a:lnTo>
                    <a:cubicBezTo>
                      <a:pt x="2" y="13"/>
                      <a:pt x="0" y="9"/>
                      <a:pt x="1" y="5"/>
                    </a:cubicBezTo>
                    <a:cubicBezTo>
                      <a:pt x="2" y="1"/>
                      <a:pt x="6" y="0"/>
                      <a:pt x="10" y="0"/>
                    </a:cubicBezTo>
                    <a:lnTo>
                      <a:pt x="357" y="105"/>
                    </a:lnTo>
                    <a:cubicBezTo>
                      <a:pt x="360" y="106"/>
                      <a:pt x="362" y="110"/>
                      <a:pt x="361" y="114"/>
                    </a:cubicBezTo>
                    <a:cubicBezTo>
                      <a:pt x="360" y="116"/>
                      <a:pt x="357" y="119"/>
                      <a:pt x="355" y="11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304" name="Google Shape;304;p23"/>
          <p:cNvGrpSpPr/>
          <p:nvPr/>
        </p:nvGrpSpPr>
        <p:grpSpPr>
          <a:xfrm>
            <a:off x="6611693" y="-3398395"/>
            <a:ext cx="5819209" cy="5719025"/>
            <a:chOff x="6611693" y="-3398395"/>
            <a:chExt cx="5819209" cy="5719025"/>
          </a:xfrm>
        </p:grpSpPr>
        <p:sp>
          <p:nvSpPr>
            <p:cNvPr id="305" name="Google Shape;305;p23"/>
            <p:cNvSpPr/>
            <p:nvPr/>
          </p:nvSpPr>
          <p:spPr>
            <a:xfrm rot="-2036499">
              <a:off x="7350706" y="-2524848"/>
              <a:ext cx="4341183" cy="3971932"/>
            </a:xfrm>
            <a:custGeom>
              <a:avLst/>
              <a:gdLst/>
              <a:ahLst/>
              <a:cxnLst/>
              <a:rect l="l" t="t" r="r" b="b"/>
              <a:pathLst>
                <a:path w="25107" h="22971" extrusionOk="0">
                  <a:moveTo>
                    <a:pt x="6029" y="1"/>
                  </a:moveTo>
                  <a:cubicBezTo>
                    <a:pt x="4338" y="1"/>
                    <a:pt x="2979" y="676"/>
                    <a:pt x="2106" y="1643"/>
                  </a:cubicBezTo>
                  <a:cubicBezTo>
                    <a:pt x="580" y="3337"/>
                    <a:pt x="1" y="6173"/>
                    <a:pt x="2576" y="10368"/>
                  </a:cubicBezTo>
                  <a:cubicBezTo>
                    <a:pt x="4339" y="13239"/>
                    <a:pt x="4269" y="14957"/>
                    <a:pt x="3934" y="17793"/>
                  </a:cubicBezTo>
                  <a:cubicBezTo>
                    <a:pt x="3597" y="20624"/>
                    <a:pt x="4165" y="21865"/>
                    <a:pt x="5284" y="22550"/>
                  </a:cubicBezTo>
                  <a:cubicBezTo>
                    <a:pt x="5735" y="22827"/>
                    <a:pt x="6253" y="22970"/>
                    <a:pt x="6788" y="22970"/>
                  </a:cubicBezTo>
                  <a:cubicBezTo>
                    <a:pt x="7978" y="22970"/>
                    <a:pt x="9255" y="22259"/>
                    <a:pt x="10087" y="20722"/>
                  </a:cubicBezTo>
                  <a:cubicBezTo>
                    <a:pt x="11061" y="18911"/>
                    <a:pt x="11691" y="17303"/>
                    <a:pt x="13839" y="17303"/>
                  </a:cubicBezTo>
                  <a:cubicBezTo>
                    <a:pt x="14341" y="17303"/>
                    <a:pt x="14925" y="17391"/>
                    <a:pt x="15616" y="17584"/>
                  </a:cubicBezTo>
                  <a:cubicBezTo>
                    <a:pt x="16571" y="17851"/>
                    <a:pt x="17477" y="17980"/>
                    <a:pt x="18320" y="17980"/>
                  </a:cubicBezTo>
                  <a:cubicBezTo>
                    <a:pt x="20695" y="17980"/>
                    <a:pt x="22564" y="16954"/>
                    <a:pt x="23591" y="15113"/>
                  </a:cubicBezTo>
                  <a:cubicBezTo>
                    <a:pt x="24984" y="12619"/>
                    <a:pt x="25106" y="8192"/>
                    <a:pt x="22164" y="6325"/>
                  </a:cubicBezTo>
                  <a:cubicBezTo>
                    <a:pt x="19224" y="4462"/>
                    <a:pt x="16596" y="6173"/>
                    <a:pt x="12118" y="2548"/>
                  </a:cubicBezTo>
                  <a:cubicBezTo>
                    <a:pt x="9850" y="712"/>
                    <a:pt x="7765" y="1"/>
                    <a:pt x="60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grpSp>
          <p:nvGrpSpPr>
            <p:cNvPr id="306" name="Google Shape;306;p23"/>
            <p:cNvGrpSpPr/>
            <p:nvPr/>
          </p:nvGrpSpPr>
          <p:grpSpPr>
            <a:xfrm rot="2427726">
              <a:off x="8346511" y="441391"/>
              <a:ext cx="947979" cy="863398"/>
              <a:chOff x="8337075" y="299713"/>
              <a:chExt cx="947899" cy="863325"/>
            </a:xfrm>
          </p:grpSpPr>
          <p:sp>
            <p:nvSpPr>
              <p:cNvPr id="307" name="Google Shape;307;p23"/>
              <p:cNvSpPr/>
              <p:nvPr/>
            </p:nvSpPr>
            <p:spPr>
              <a:xfrm>
                <a:off x="8337075" y="372628"/>
                <a:ext cx="942062" cy="790409"/>
              </a:xfrm>
              <a:custGeom>
                <a:avLst/>
                <a:gdLst/>
                <a:ahLst/>
                <a:cxnLst/>
                <a:rect l="l" t="t" r="r" b="b"/>
                <a:pathLst>
                  <a:path w="1423" h="1196" extrusionOk="0">
                    <a:moveTo>
                      <a:pt x="715" y="109"/>
                    </a:moveTo>
                    <a:cubicBezTo>
                      <a:pt x="723" y="133"/>
                      <a:pt x="741" y="154"/>
                      <a:pt x="766" y="171"/>
                    </a:cubicBezTo>
                    <a:cubicBezTo>
                      <a:pt x="791" y="187"/>
                      <a:pt x="821" y="199"/>
                      <a:pt x="851" y="208"/>
                    </a:cubicBezTo>
                    <a:cubicBezTo>
                      <a:pt x="881" y="216"/>
                      <a:pt x="910" y="219"/>
                      <a:pt x="933" y="222"/>
                    </a:cubicBezTo>
                    <a:cubicBezTo>
                      <a:pt x="955" y="224"/>
                      <a:pt x="969" y="223"/>
                      <a:pt x="969" y="223"/>
                    </a:cubicBezTo>
                    <a:cubicBezTo>
                      <a:pt x="969" y="223"/>
                      <a:pt x="958" y="225"/>
                      <a:pt x="939" y="227"/>
                    </a:cubicBezTo>
                    <a:cubicBezTo>
                      <a:pt x="930" y="228"/>
                      <a:pt x="918" y="229"/>
                      <a:pt x="905" y="231"/>
                    </a:cubicBezTo>
                    <a:cubicBezTo>
                      <a:pt x="892" y="232"/>
                      <a:pt x="877" y="233"/>
                      <a:pt x="861" y="235"/>
                    </a:cubicBezTo>
                    <a:cubicBezTo>
                      <a:pt x="797" y="241"/>
                      <a:pt x="714" y="245"/>
                      <a:pt x="633" y="246"/>
                    </a:cubicBezTo>
                    <a:cubicBezTo>
                      <a:pt x="552" y="248"/>
                      <a:pt x="474" y="247"/>
                      <a:pt x="414" y="255"/>
                    </a:cubicBezTo>
                    <a:cubicBezTo>
                      <a:pt x="355" y="264"/>
                      <a:pt x="316" y="284"/>
                      <a:pt x="312" y="329"/>
                    </a:cubicBezTo>
                    <a:cubicBezTo>
                      <a:pt x="307" y="377"/>
                      <a:pt x="352" y="419"/>
                      <a:pt x="401" y="446"/>
                    </a:cubicBezTo>
                    <a:cubicBezTo>
                      <a:pt x="426" y="459"/>
                      <a:pt x="451" y="469"/>
                      <a:pt x="470" y="476"/>
                    </a:cubicBezTo>
                    <a:cubicBezTo>
                      <a:pt x="489" y="482"/>
                      <a:pt x="502" y="486"/>
                      <a:pt x="502" y="486"/>
                    </a:cubicBezTo>
                    <a:cubicBezTo>
                      <a:pt x="502" y="486"/>
                      <a:pt x="467" y="493"/>
                      <a:pt x="416" y="506"/>
                    </a:cubicBezTo>
                    <a:cubicBezTo>
                      <a:pt x="366" y="518"/>
                      <a:pt x="298" y="536"/>
                      <a:pt x="235" y="562"/>
                    </a:cubicBezTo>
                    <a:cubicBezTo>
                      <a:pt x="171" y="588"/>
                      <a:pt x="109" y="620"/>
                      <a:pt x="64" y="670"/>
                    </a:cubicBezTo>
                    <a:cubicBezTo>
                      <a:pt x="52" y="682"/>
                      <a:pt x="43" y="695"/>
                      <a:pt x="34" y="711"/>
                    </a:cubicBezTo>
                    <a:cubicBezTo>
                      <a:pt x="26" y="725"/>
                      <a:pt x="19" y="741"/>
                      <a:pt x="13" y="758"/>
                    </a:cubicBezTo>
                    <a:cubicBezTo>
                      <a:pt x="3" y="793"/>
                      <a:pt x="0" y="834"/>
                      <a:pt x="8" y="880"/>
                    </a:cubicBezTo>
                    <a:cubicBezTo>
                      <a:pt x="15" y="927"/>
                      <a:pt x="32" y="964"/>
                      <a:pt x="54" y="994"/>
                    </a:cubicBezTo>
                    <a:cubicBezTo>
                      <a:pt x="66" y="1008"/>
                      <a:pt x="79" y="1020"/>
                      <a:pt x="94" y="1031"/>
                    </a:cubicBezTo>
                    <a:cubicBezTo>
                      <a:pt x="110" y="1041"/>
                      <a:pt x="126" y="1049"/>
                      <a:pt x="143" y="1055"/>
                    </a:cubicBezTo>
                    <a:cubicBezTo>
                      <a:pt x="213" y="1082"/>
                      <a:pt x="302" y="1078"/>
                      <a:pt x="387" y="1058"/>
                    </a:cubicBezTo>
                    <a:cubicBezTo>
                      <a:pt x="472" y="1038"/>
                      <a:pt x="552" y="1001"/>
                      <a:pt x="610" y="969"/>
                    </a:cubicBezTo>
                    <a:cubicBezTo>
                      <a:pt x="667" y="936"/>
                      <a:pt x="702" y="909"/>
                      <a:pt x="702" y="909"/>
                    </a:cubicBezTo>
                    <a:cubicBezTo>
                      <a:pt x="702" y="909"/>
                      <a:pt x="694" y="922"/>
                      <a:pt x="682" y="943"/>
                    </a:cubicBezTo>
                    <a:cubicBezTo>
                      <a:pt x="671" y="964"/>
                      <a:pt x="655" y="992"/>
                      <a:pt x="642" y="1022"/>
                    </a:cubicBezTo>
                    <a:cubicBezTo>
                      <a:pt x="616" y="1081"/>
                      <a:pt x="597" y="1148"/>
                      <a:pt x="647" y="1173"/>
                    </a:cubicBezTo>
                    <a:cubicBezTo>
                      <a:pt x="691" y="1195"/>
                      <a:pt x="760" y="1169"/>
                      <a:pt x="836" y="1112"/>
                    </a:cubicBezTo>
                    <a:cubicBezTo>
                      <a:pt x="911" y="1055"/>
                      <a:pt x="988" y="968"/>
                      <a:pt x="1051" y="874"/>
                    </a:cubicBezTo>
                    <a:cubicBezTo>
                      <a:pt x="1114" y="782"/>
                      <a:pt x="1161" y="684"/>
                      <a:pt x="1190" y="611"/>
                    </a:cubicBezTo>
                    <a:cubicBezTo>
                      <a:pt x="1198" y="593"/>
                      <a:pt x="1203" y="575"/>
                      <a:pt x="1209" y="560"/>
                    </a:cubicBezTo>
                    <a:cubicBezTo>
                      <a:pt x="1214" y="545"/>
                      <a:pt x="1219" y="532"/>
                      <a:pt x="1222" y="521"/>
                    </a:cubicBezTo>
                    <a:cubicBezTo>
                      <a:pt x="1229" y="499"/>
                      <a:pt x="1232" y="487"/>
                      <a:pt x="1232" y="487"/>
                    </a:cubicBezTo>
                    <a:cubicBezTo>
                      <a:pt x="1232" y="487"/>
                      <a:pt x="1230" y="503"/>
                      <a:pt x="1227" y="529"/>
                    </a:cubicBezTo>
                    <a:cubicBezTo>
                      <a:pt x="1224" y="553"/>
                      <a:pt x="1221" y="588"/>
                      <a:pt x="1220" y="623"/>
                    </a:cubicBezTo>
                    <a:cubicBezTo>
                      <a:pt x="1219" y="658"/>
                      <a:pt x="1221" y="695"/>
                      <a:pt x="1229" y="726"/>
                    </a:cubicBezTo>
                    <a:cubicBezTo>
                      <a:pt x="1238" y="756"/>
                      <a:pt x="1253" y="780"/>
                      <a:pt x="1280" y="789"/>
                    </a:cubicBezTo>
                    <a:cubicBezTo>
                      <a:pt x="1308" y="797"/>
                      <a:pt x="1341" y="750"/>
                      <a:pt x="1368" y="673"/>
                    </a:cubicBezTo>
                    <a:cubicBezTo>
                      <a:pt x="1395" y="597"/>
                      <a:pt x="1414" y="492"/>
                      <a:pt x="1418" y="390"/>
                    </a:cubicBezTo>
                    <a:cubicBezTo>
                      <a:pt x="1422" y="287"/>
                      <a:pt x="1411" y="188"/>
                      <a:pt x="1398" y="116"/>
                    </a:cubicBezTo>
                    <a:cubicBezTo>
                      <a:pt x="1390" y="80"/>
                      <a:pt x="1383" y="51"/>
                      <a:pt x="1378" y="31"/>
                    </a:cubicBezTo>
                    <a:cubicBezTo>
                      <a:pt x="1372" y="11"/>
                      <a:pt x="1368" y="0"/>
                      <a:pt x="1368" y="0"/>
                    </a:cubicBezTo>
                    <a:cubicBezTo>
                      <a:pt x="1368" y="0"/>
                      <a:pt x="1357" y="4"/>
                      <a:pt x="1337" y="10"/>
                    </a:cubicBezTo>
                    <a:cubicBezTo>
                      <a:pt x="1318" y="15"/>
                      <a:pt x="1289" y="22"/>
                      <a:pt x="1256" y="30"/>
                    </a:cubicBezTo>
                    <a:cubicBezTo>
                      <a:pt x="1189" y="45"/>
                      <a:pt x="1101" y="60"/>
                      <a:pt x="1017" y="67"/>
                    </a:cubicBezTo>
                    <a:cubicBezTo>
                      <a:pt x="933" y="73"/>
                      <a:pt x="853" y="72"/>
                      <a:pt x="797" y="75"/>
                    </a:cubicBezTo>
                    <a:cubicBezTo>
                      <a:pt x="739" y="76"/>
                      <a:pt x="707" y="83"/>
                      <a:pt x="715" y="109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8" name="Google Shape;308;p23"/>
              <p:cNvSpPr/>
              <p:nvPr/>
            </p:nvSpPr>
            <p:spPr>
              <a:xfrm>
                <a:off x="8386657" y="299713"/>
                <a:ext cx="898317" cy="647493"/>
              </a:xfrm>
              <a:custGeom>
                <a:avLst/>
                <a:gdLst/>
                <a:ahLst/>
                <a:cxnLst/>
                <a:rect l="l" t="t" r="r" b="b"/>
                <a:pathLst>
                  <a:path w="1357" h="979" extrusionOk="0">
                    <a:moveTo>
                      <a:pt x="7" y="978"/>
                    </a:moveTo>
                    <a:cubicBezTo>
                      <a:pt x="3" y="978"/>
                      <a:pt x="0" y="975"/>
                      <a:pt x="0" y="971"/>
                    </a:cubicBezTo>
                    <a:cubicBezTo>
                      <a:pt x="0" y="967"/>
                      <a:pt x="2" y="964"/>
                      <a:pt x="7" y="964"/>
                    </a:cubicBezTo>
                    <a:cubicBezTo>
                      <a:pt x="9" y="964"/>
                      <a:pt x="243" y="935"/>
                      <a:pt x="523" y="803"/>
                    </a:cubicBezTo>
                    <a:cubicBezTo>
                      <a:pt x="781" y="682"/>
                      <a:pt x="1133" y="444"/>
                      <a:pt x="1342" y="4"/>
                    </a:cubicBezTo>
                    <a:cubicBezTo>
                      <a:pt x="1344" y="0"/>
                      <a:pt x="1347" y="0"/>
                      <a:pt x="1351" y="0"/>
                    </a:cubicBezTo>
                    <a:cubicBezTo>
                      <a:pt x="1355" y="2"/>
                      <a:pt x="1356" y="6"/>
                      <a:pt x="1355" y="10"/>
                    </a:cubicBezTo>
                    <a:cubicBezTo>
                      <a:pt x="1145" y="454"/>
                      <a:pt x="790" y="693"/>
                      <a:pt x="530" y="816"/>
                    </a:cubicBezTo>
                    <a:cubicBezTo>
                      <a:pt x="246" y="949"/>
                      <a:pt x="10" y="977"/>
                      <a:pt x="7" y="978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9" name="Google Shape;309;p23"/>
              <p:cNvSpPr/>
              <p:nvPr/>
            </p:nvSpPr>
            <p:spPr>
              <a:xfrm>
                <a:off x="8514988" y="818874"/>
                <a:ext cx="244996" cy="244998"/>
              </a:xfrm>
              <a:custGeom>
                <a:avLst/>
                <a:gdLst/>
                <a:ahLst/>
                <a:cxnLst/>
                <a:rect l="l" t="t" r="r" b="b"/>
                <a:pathLst>
                  <a:path w="371" h="371" extrusionOk="0">
                    <a:moveTo>
                      <a:pt x="8" y="370"/>
                    </a:moveTo>
                    <a:cubicBezTo>
                      <a:pt x="7" y="370"/>
                      <a:pt x="6" y="370"/>
                      <a:pt x="5" y="370"/>
                    </a:cubicBezTo>
                    <a:cubicBezTo>
                      <a:pt x="2" y="369"/>
                      <a:pt x="0" y="364"/>
                      <a:pt x="2" y="360"/>
                    </a:cubicBezTo>
                    <a:cubicBezTo>
                      <a:pt x="4" y="354"/>
                      <a:pt x="71" y="183"/>
                      <a:pt x="359" y="2"/>
                    </a:cubicBezTo>
                    <a:cubicBezTo>
                      <a:pt x="363" y="0"/>
                      <a:pt x="366" y="1"/>
                      <a:pt x="368" y="4"/>
                    </a:cubicBezTo>
                    <a:cubicBezTo>
                      <a:pt x="370" y="8"/>
                      <a:pt x="369" y="12"/>
                      <a:pt x="366" y="14"/>
                    </a:cubicBezTo>
                    <a:cubicBezTo>
                      <a:pt x="83" y="192"/>
                      <a:pt x="16" y="363"/>
                      <a:pt x="15" y="364"/>
                    </a:cubicBezTo>
                    <a:cubicBezTo>
                      <a:pt x="14" y="369"/>
                      <a:pt x="11" y="370"/>
                      <a:pt x="8" y="37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0" name="Google Shape;310;p23"/>
              <p:cNvSpPr/>
              <p:nvPr/>
            </p:nvSpPr>
            <p:spPr>
              <a:xfrm>
                <a:off x="8447906" y="795541"/>
                <a:ext cx="347076" cy="81666"/>
              </a:xfrm>
              <a:custGeom>
                <a:avLst/>
                <a:gdLst/>
                <a:ahLst/>
                <a:cxnLst/>
                <a:rect l="l" t="t" r="r" b="b"/>
                <a:pathLst>
                  <a:path w="526" h="124" extrusionOk="0">
                    <a:moveTo>
                      <a:pt x="263" y="74"/>
                    </a:moveTo>
                    <a:cubicBezTo>
                      <a:pt x="218" y="74"/>
                      <a:pt x="180" y="69"/>
                      <a:pt x="148" y="63"/>
                    </a:cubicBezTo>
                    <a:cubicBezTo>
                      <a:pt x="59" y="46"/>
                      <a:pt x="6" y="15"/>
                      <a:pt x="4" y="14"/>
                    </a:cubicBezTo>
                    <a:cubicBezTo>
                      <a:pt x="1" y="13"/>
                      <a:pt x="0" y="8"/>
                      <a:pt x="2" y="5"/>
                    </a:cubicBezTo>
                    <a:cubicBezTo>
                      <a:pt x="4" y="1"/>
                      <a:pt x="8" y="0"/>
                      <a:pt x="11" y="2"/>
                    </a:cubicBezTo>
                    <a:cubicBezTo>
                      <a:pt x="13" y="3"/>
                      <a:pt x="221" y="123"/>
                      <a:pt x="514" y="12"/>
                    </a:cubicBezTo>
                    <a:cubicBezTo>
                      <a:pt x="518" y="11"/>
                      <a:pt x="522" y="12"/>
                      <a:pt x="524" y="15"/>
                    </a:cubicBezTo>
                    <a:cubicBezTo>
                      <a:pt x="525" y="19"/>
                      <a:pt x="524" y="23"/>
                      <a:pt x="520" y="25"/>
                    </a:cubicBezTo>
                    <a:cubicBezTo>
                      <a:pt x="423" y="61"/>
                      <a:pt x="335" y="74"/>
                      <a:pt x="263" y="74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1" name="Google Shape;311;p23"/>
              <p:cNvSpPr/>
              <p:nvPr/>
            </p:nvSpPr>
            <p:spPr>
              <a:xfrm>
                <a:off x="8873732" y="617625"/>
                <a:ext cx="177913" cy="411243"/>
              </a:xfrm>
              <a:custGeom>
                <a:avLst/>
                <a:gdLst/>
                <a:ahLst/>
                <a:cxnLst/>
                <a:rect l="l" t="t" r="r" b="b"/>
                <a:pathLst>
                  <a:path w="269" h="621" extrusionOk="0">
                    <a:moveTo>
                      <a:pt x="7" y="620"/>
                    </a:moveTo>
                    <a:lnTo>
                      <a:pt x="7" y="620"/>
                    </a:lnTo>
                    <a:cubicBezTo>
                      <a:pt x="2" y="620"/>
                      <a:pt x="0" y="616"/>
                      <a:pt x="1" y="612"/>
                    </a:cubicBezTo>
                    <a:cubicBezTo>
                      <a:pt x="1" y="608"/>
                      <a:pt x="43" y="205"/>
                      <a:pt x="255" y="2"/>
                    </a:cubicBezTo>
                    <a:cubicBezTo>
                      <a:pt x="258" y="0"/>
                      <a:pt x="263" y="0"/>
                      <a:pt x="265" y="2"/>
                    </a:cubicBezTo>
                    <a:cubicBezTo>
                      <a:pt x="268" y="5"/>
                      <a:pt x="268" y="10"/>
                      <a:pt x="265" y="13"/>
                    </a:cubicBezTo>
                    <a:cubicBezTo>
                      <a:pt x="58" y="212"/>
                      <a:pt x="15" y="609"/>
                      <a:pt x="15" y="613"/>
                    </a:cubicBezTo>
                    <a:cubicBezTo>
                      <a:pt x="14" y="617"/>
                      <a:pt x="11" y="620"/>
                      <a:pt x="7" y="62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2" name="Google Shape;312;p23"/>
              <p:cNvSpPr/>
              <p:nvPr/>
            </p:nvSpPr>
            <p:spPr>
              <a:xfrm>
                <a:off x="9147894" y="439711"/>
                <a:ext cx="58332" cy="344162"/>
              </a:xfrm>
              <a:custGeom>
                <a:avLst/>
                <a:gdLst/>
                <a:ahLst/>
                <a:cxnLst/>
                <a:rect l="l" t="t" r="r" b="b"/>
                <a:pathLst>
                  <a:path w="90" h="522" extrusionOk="0">
                    <a:moveTo>
                      <a:pt x="81" y="521"/>
                    </a:moveTo>
                    <a:cubicBezTo>
                      <a:pt x="78" y="521"/>
                      <a:pt x="74" y="519"/>
                      <a:pt x="74" y="515"/>
                    </a:cubicBezTo>
                    <a:cubicBezTo>
                      <a:pt x="72" y="500"/>
                      <a:pt x="0" y="145"/>
                      <a:pt x="69" y="5"/>
                    </a:cubicBezTo>
                    <a:cubicBezTo>
                      <a:pt x="71" y="1"/>
                      <a:pt x="74" y="0"/>
                      <a:pt x="78" y="2"/>
                    </a:cubicBezTo>
                    <a:cubicBezTo>
                      <a:pt x="82" y="4"/>
                      <a:pt x="83" y="7"/>
                      <a:pt x="81" y="11"/>
                    </a:cubicBezTo>
                    <a:cubicBezTo>
                      <a:pt x="15" y="147"/>
                      <a:pt x="88" y="509"/>
                      <a:pt x="88" y="512"/>
                    </a:cubicBezTo>
                    <a:cubicBezTo>
                      <a:pt x="89" y="516"/>
                      <a:pt x="86" y="520"/>
                      <a:pt x="82" y="521"/>
                    </a:cubicBezTo>
                    <a:cubicBezTo>
                      <a:pt x="82" y="521"/>
                      <a:pt x="82" y="521"/>
                      <a:pt x="81" y="521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3" name="Google Shape;313;p23"/>
              <p:cNvSpPr/>
              <p:nvPr/>
            </p:nvSpPr>
            <p:spPr>
              <a:xfrm>
                <a:off x="8894147" y="422211"/>
                <a:ext cx="317909" cy="96248"/>
              </a:xfrm>
              <a:custGeom>
                <a:avLst/>
                <a:gdLst/>
                <a:ahLst/>
                <a:cxnLst/>
                <a:rect l="l" t="t" r="r" b="b"/>
                <a:pathLst>
                  <a:path w="482" h="144" extrusionOk="0">
                    <a:moveTo>
                      <a:pt x="177" y="96"/>
                    </a:moveTo>
                    <a:cubicBezTo>
                      <a:pt x="72" y="96"/>
                      <a:pt x="6" y="67"/>
                      <a:pt x="5" y="66"/>
                    </a:cubicBezTo>
                    <a:cubicBezTo>
                      <a:pt x="1" y="64"/>
                      <a:pt x="0" y="60"/>
                      <a:pt x="1" y="56"/>
                    </a:cubicBezTo>
                    <a:cubicBezTo>
                      <a:pt x="3" y="53"/>
                      <a:pt x="7" y="52"/>
                      <a:pt x="11" y="53"/>
                    </a:cubicBezTo>
                    <a:cubicBezTo>
                      <a:pt x="12" y="54"/>
                      <a:pt x="216" y="143"/>
                      <a:pt x="470" y="2"/>
                    </a:cubicBezTo>
                    <a:cubicBezTo>
                      <a:pt x="474" y="0"/>
                      <a:pt x="477" y="1"/>
                      <a:pt x="479" y="5"/>
                    </a:cubicBezTo>
                    <a:cubicBezTo>
                      <a:pt x="481" y="9"/>
                      <a:pt x="480" y="13"/>
                      <a:pt x="476" y="15"/>
                    </a:cubicBezTo>
                    <a:cubicBezTo>
                      <a:pt x="363" y="78"/>
                      <a:pt x="259" y="96"/>
                      <a:pt x="177" y="96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4" name="Google Shape;314;p23"/>
              <p:cNvSpPr/>
              <p:nvPr/>
            </p:nvSpPr>
            <p:spPr>
              <a:xfrm>
                <a:off x="8631652" y="608876"/>
                <a:ext cx="399575" cy="119581"/>
              </a:xfrm>
              <a:custGeom>
                <a:avLst/>
                <a:gdLst/>
                <a:ahLst/>
                <a:cxnLst/>
                <a:rect l="l" t="t" r="r" b="b"/>
                <a:pathLst>
                  <a:path w="605" h="179" extrusionOk="0">
                    <a:moveTo>
                      <a:pt x="393" y="110"/>
                    </a:moveTo>
                    <a:cubicBezTo>
                      <a:pt x="344" y="110"/>
                      <a:pt x="286" y="103"/>
                      <a:pt x="219" y="88"/>
                    </a:cubicBezTo>
                    <a:cubicBezTo>
                      <a:pt x="100" y="60"/>
                      <a:pt x="6" y="14"/>
                      <a:pt x="5" y="14"/>
                    </a:cubicBezTo>
                    <a:cubicBezTo>
                      <a:pt x="1" y="12"/>
                      <a:pt x="0" y="9"/>
                      <a:pt x="2" y="5"/>
                    </a:cubicBezTo>
                    <a:cubicBezTo>
                      <a:pt x="4" y="1"/>
                      <a:pt x="7" y="0"/>
                      <a:pt x="11" y="2"/>
                    </a:cubicBezTo>
                    <a:cubicBezTo>
                      <a:pt x="14" y="4"/>
                      <a:pt x="382" y="178"/>
                      <a:pt x="592" y="47"/>
                    </a:cubicBezTo>
                    <a:cubicBezTo>
                      <a:pt x="596" y="45"/>
                      <a:pt x="600" y="46"/>
                      <a:pt x="602" y="49"/>
                    </a:cubicBezTo>
                    <a:cubicBezTo>
                      <a:pt x="604" y="52"/>
                      <a:pt x="603" y="56"/>
                      <a:pt x="600" y="58"/>
                    </a:cubicBezTo>
                    <a:cubicBezTo>
                      <a:pt x="558" y="85"/>
                      <a:pt x="492" y="110"/>
                      <a:pt x="393" y="11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15" name="Google Shape;315;p23"/>
            <p:cNvGrpSpPr/>
            <p:nvPr/>
          </p:nvGrpSpPr>
          <p:grpSpPr>
            <a:xfrm rot="-6027761">
              <a:off x="7967345" y="-327917"/>
              <a:ext cx="923104" cy="930574"/>
              <a:chOff x="8322831" y="2964236"/>
              <a:chExt cx="923079" cy="930548"/>
            </a:xfrm>
          </p:grpSpPr>
          <p:sp>
            <p:nvSpPr>
              <p:cNvPr id="316" name="Google Shape;316;p23"/>
              <p:cNvSpPr/>
              <p:nvPr/>
            </p:nvSpPr>
            <p:spPr>
              <a:xfrm rot="5976188">
                <a:off x="8382984" y="3026571"/>
                <a:ext cx="802774" cy="800374"/>
              </a:xfrm>
              <a:custGeom>
                <a:avLst/>
                <a:gdLst/>
                <a:ahLst/>
                <a:cxnLst/>
                <a:rect l="l" t="t" r="r" b="b"/>
                <a:pathLst>
                  <a:path w="1482" h="1476" extrusionOk="0">
                    <a:moveTo>
                      <a:pt x="0" y="1387"/>
                    </a:moveTo>
                    <a:cubicBezTo>
                      <a:pt x="0" y="1387"/>
                      <a:pt x="1285" y="1475"/>
                      <a:pt x="1481" y="1"/>
                    </a:cubicBezTo>
                    <a:cubicBezTo>
                      <a:pt x="1481" y="0"/>
                      <a:pt x="226" y="16"/>
                      <a:pt x="0" y="1387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7" name="Google Shape;317;p23"/>
              <p:cNvSpPr/>
              <p:nvPr/>
            </p:nvSpPr>
            <p:spPr>
              <a:xfrm rot="5976176">
                <a:off x="8474841" y="3136146"/>
                <a:ext cx="735872" cy="678526"/>
              </a:xfrm>
              <a:custGeom>
                <a:avLst/>
                <a:gdLst/>
                <a:ahLst/>
                <a:cxnLst/>
                <a:rect l="l" t="t" r="r" b="b"/>
                <a:pathLst>
                  <a:path w="1357" h="1254" extrusionOk="0">
                    <a:moveTo>
                      <a:pt x="7" y="1253"/>
                    </a:moveTo>
                    <a:cubicBezTo>
                      <a:pt x="5" y="1253"/>
                      <a:pt x="2" y="1252"/>
                      <a:pt x="1" y="1250"/>
                    </a:cubicBezTo>
                    <a:cubicBezTo>
                      <a:pt x="0" y="1247"/>
                      <a:pt x="1" y="1243"/>
                      <a:pt x="3" y="1241"/>
                    </a:cubicBezTo>
                    <a:cubicBezTo>
                      <a:pt x="11" y="1236"/>
                      <a:pt x="737" y="754"/>
                      <a:pt x="1342" y="3"/>
                    </a:cubicBezTo>
                    <a:cubicBezTo>
                      <a:pt x="1345" y="0"/>
                      <a:pt x="1348" y="0"/>
                      <a:pt x="1352" y="2"/>
                    </a:cubicBezTo>
                    <a:cubicBezTo>
                      <a:pt x="1355" y="5"/>
                      <a:pt x="1356" y="9"/>
                      <a:pt x="1353" y="13"/>
                    </a:cubicBezTo>
                    <a:cubicBezTo>
                      <a:pt x="747" y="764"/>
                      <a:pt x="20" y="1248"/>
                      <a:pt x="12" y="1253"/>
                    </a:cubicBezTo>
                    <a:cubicBezTo>
                      <a:pt x="10" y="1253"/>
                      <a:pt x="9" y="1253"/>
                      <a:pt x="7" y="125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8" name="Google Shape;318;p23"/>
              <p:cNvSpPr/>
              <p:nvPr/>
            </p:nvSpPr>
            <p:spPr>
              <a:xfrm rot="5976178">
                <a:off x="8588812" y="3154341"/>
                <a:ext cx="9557" cy="136182"/>
              </a:xfrm>
              <a:custGeom>
                <a:avLst/>
                <a:gdLst/>
                <a:ahLst/>
                <a:cxnLst/>
                <a:rect l="l" t="t" r="r" b="b"/>
                <a:pathLst>
                  <a:path w="18" h="253" extrusionOk="0">
                    <a:moveTo>
                      <a:pt x="9" y="252"/>
                    </a:moveTo>
                    <a:cubicBezTo>
                      <a:pt x="5" y="252"/>
                      <a:pt x="2" y="249"/>
                      <a:pt x="1" y="245"/>
                    </a:cubicBezTo>
                    <a:lnTo>
                      <a:pt x="0" y="8"/>
                    </a:lnTo>
                    <a:cubicBezTo>
                      <a:pt x="0" y="4"/>
                      <a:pt x="3" y="0"/>
                      <a:pt x="7" y="0"/>
                    </a:cubicBezTo>
                    <a:lnTo>
                      <a:pt x="7" y="0"/>
                    </a:lnTo>
                    <a:cubicBezTo>
                      <a:pt x="11" y="0"/>
                      <a:pt x="14" y="3"/>
                      <a:pt x="15" y="7"/>
                    </a:cubicBezTo>
                    <a:lnTo>
                      <a:pt x="16" y="244"/>
                    </a:lnTo>
                    <a:cubicBezTo>
                      <a:pt x="17" y="249"/>
                      <a:pt x="13" y="252"/>
                      <a:pt x="9" y="25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9" name="Google Shape;319;p23"/>
              <p:cNvSpPr/>
              <p:nvPr/>
            </p:nvSpPr>
            <p:spPr>
              <a:xfrm rot="5976182">
                <a:off x="8638510" y="3177161"/>
                <a:ext cx="157687" cy="59729"/>
              </a:xfrm>
              <a:custGeom>
                <a:avLst/>
                <a:gdLst/>
                <a:ahLst/>
                <a:cxnLst/>
                <a:rect l="l" t="t" r="r" b="b"/>
                <a:pathLst>
                  <a:path w="293" h="109" extrusionOk="0">
                    <a:moveTo>
                      <a:pt x="283" y="108"/>
                    </a:moveTo>
                    <a:lnTo>
                      <a:pt x="282" y="108"/>
                    </a:lnTo>
                    <a:lnTo>
                      <a:pt x="5" y="15"/>
                    </a:lnTo>
                    <a:cubicBezTo>
                      <a:pt x="1" y="14"/>
                      <a:pt x="0" y="8"/>
                      <a:pt x="1" y="5"/>
                    </a:cubicBezTo>
                    <a:cubicBezTo>
                      <a:pt x="1" y="1"/>
                      <a:pt x="6" y="0"/>
                      <a:pt x="10" y="1"/>
                    </a:cubicBezTo>
                    <a:lnTo>
                      <a:pt x="286" y="94"/>
                    </a:lnTo>
                    <a:cubicBezTo>
                      <a:pt x="290" y="95"/>
                      <a:pt x="292" y="100"/>
                      <a:pt x="291" y="104"/>
                    </a:cubicBezTo>
                    <a:cubicBezTo>
                      <a:pt x="289" y="106"/>
                      <a:pt x="286" y="108"/>
                      <a:pt x="283" y="10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" name="Google Shape;320;p23"/>
              <p:cNvSpPr/>
              <p:nvPr/>
            </p:nvSpPr>
            <p:spPr>
              <a:xfrm rot="5976179">
                <a:off x="8633757" y="3294669"/>
                <a:ext cx="43006" cy="172021"/>
              </a:xfrm>
              <a:custGeom>
                <a:avLst/>
                <a:gdLst/>
                <a:ahLst/>
                <a:cxnLst/>
                <a:rect l="l" t="t" r="r" b="b"/>
                <a:pathLst>
                  <a:path w="80" h="317" extrusionOk="0">
                    <a:moveTo>
                      <a:pt x="70" y="316"/>
                    </a:moveTo>
                    <a:cubicBezTo>
                      <a:pt x="67" y="316"/>
                      <a:pt x="63" y="314"/>
                      <a:pt x="63" y="311"/>
                    </a:cubicBezTo>
                    <a:lnTo>
                      <a:pt x="1" y="9"/>
                    </a:lnTo>
                    <a:cubicBezTo>
                      <a:pt x="0" y="6"/>
                      <a:pt x="2" y="2"/>
                      <a:pt x="6" y="1"/>
                    </a:cubicBezTo>
                    <a:cubicBezTo>
                      <a:pt x="10" y="0"/>
                      <a:pt x="14" y="3"/>
                      <a:pt x="15" y="7"/>
                    </a:cubicBezTo>
                    <a:lnTo>
                      <a:pt x="78" y="308"/>
                    </a:lnTo>
                    <a:cubicBezTo>
                      <a:pt x="79" y="311"/>
                      <a:pt x="76" y="315"/>
                      <a:pt x="72" y="316"/>
                    </a:cubicBezTo>
                    <a:cubicBezTo>
                      <a:pt x="72" y="315"/>
                      <a:pt x="71" y="316"/>
                      <a:pt x="70" y="31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1" name="Google Shape;321;p23"/>
              <p:cNvSpPr/>
              <p:nvPr/>
            </p:nvSpPr>
            <p:spPr>
              <a:xfrm rot="5976182">
                <a:off x="8721220" y="3285444"/>
                <a:ext cx="195915" cy="86010"/>
              </a:xfrm>
              <a:custGeom>
                <a:avLst/>
                <a:gdLst/>
                <a:ahLst/>
                <a:cxnLst/>
                <a:rect l="l" t="t" r="r" b="b"/>
                <a:pathLst>
                  <a:path w="363" h="160" extrusionOk="0">
                    <a:moveTo>
                      <a:pt x="353" y="159"/>
                    </a:moveTo>
                    <a:cubicBezTo>
                      <a:pt x="352" y="159"/>
                      <a:pt x="351" y="159"/>
                      <a:pt x="350" y="158"/>
                    </a:cubicBezTo>
                    <a:lnTo>
                      <a:pt x="6" y="15"/>
                    </a:lnTo>
                    <a:cubicBezTo>
                      <a:pt x="2" y="13"/>
                      <a:pt x="0" y="9"/>
                      <a:pt x="2" y="6"/>
                    </a:cubicBezTo>
                    <a:cubicBezTo>
                      <a:pt x="4" y="2"/>
                      <a:pt x="7" y="0"/>
                      <a:pt x="11" y="2"/>
                    </a:cubicBezTo>
                    <a:lnTo>
                      <a:pt x="356" y="145"/>
                    </a:lnTo>
                    <a:cubicBezTo>
                      <a:pt x="360" y="147"/>
                      <a:pt x="362" y="150"/>
                      <a:pt x="360" y="154"/>
                    </a:cubicBezTo>
                    <a:cubicBezTo>
                      <a:pt x="359" y="157"/>
                      <a:pt x="356" y="159"/>
                      <a:pt x="353" y="15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2" name="Google Shape;322;p23"/>
              <p:cNvSpPr/>
              <p:nvPr/>
            </p:nvSpPr>
            <p:spPr>
              <a:xfrm rot="5976169">
                <a:off x="8711671" y="3436180"/>
                <a:ext cx="54951" cy="186355"/>
              </a:xfrm>
              <a:custGeom>
                <a:avLst/>
                <a:gdLst/>
                <a:ahLst/>
                <a:cxnLst/>
                <a:rect l="l" t="t" r="r" b="b"/>
                <a:pathLst>
                  <a:path w="103" h="343" extrusionOk="0">
                    <a:moveTo>
                      <a:pt x="94" y="342"/>
                    </a:moveTo>
                    <a:cubicBezTo>
                      <a:pt x="91" y="342"/>
                      <a:pt x="89" y="340"/>
                      <a:pt x="88" y="337"/>
                    </a:cubicBezTo>
                    <a:lnTo>
                      <a:pt x="1" y="10"/>
                    </a:lnTo>
                    <a:cubicBezTo>
                      <a:pt x="0" y="6"/>
                      <a:pt x="2" y="2"/>
                      <a:pt x="6" y="1"/>
                    </a:cubicBezTo>
                    <a:cubicBezTo>
                      <a:pt x="9" y="0"/>
                      <a:pt x="13" y="2"/>
                      <a:pt x="14" y="6"/>
                    </a:cubicBezTo>
                    <a:lnTo>
                      <a:pt x="101" y="333"/>
                    </a:lnTo>
                    <a:cubicBezTo>
                      <a:pt x="102" y="337"/>
                      <a:pt x="100" y="340"/>
                      <a:pt x="96" y="341"/>
                    </a:cubicBezTo>
                    <a:cubicBezTo>
                      <a:pt x="95" y="342"/>
                      <a:pt x="94" y="342"/>
                      <a:pt x="94" y="34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3" name="Google Shape;323;p23"/>
              <p:cNvSpPr/>
              <p:nvPr/>
            </p:nvSpPr>
            <p:spPr>
              <a:xfrm rot="5976183">
                <a:off x="8808578" y="3408341"/>
                <a:ext cx="212638" cy="97956"/>
              </a:xfrm>
              <a:custGeom>
                <a:avLst/>
                <a:gdLst/>
                <a:ahLst/>
                <a:cxnLst/>
                <a:rect l="l" t="t" r="r" b="b"/>
                <a:pathLst>
                  <a:path w="391" h="181" extrusionOk="0">
                    <a:moveTo>
                      <a:pt x="381" y="180"/>
                    </a:moveTo>
                    <a:cubicBezTo>
                      <a:pt x="380" y="180"/>
                      <a:pt x="379" y="180"/>
                      <a:pt x="379" y="179"/>
                    </a:cubicBezTo>
                    <a:lnTo>
                      <a:pt x="6" y="15"/>
                    </a:lnTo>
                    <a:cubicBezTo>
                      <a:pt x="2" y="13"/>
                      <a:pt x="0" y="10"/>
                      <a:pt x="2" y="6"/>
                    </a:cubicBezTo>
                    <a:cubicBezTo>
                      <a:pt x="4" y="2"/>
                      <a:pt x="8" y="0"/>
                      <a:pt x="12" y="2"/>
                    </a:cubicBezTo>
                    <a:lnTo>
                      <a:pt x="384" y="166"/>
                    </a:lnTo>
                    <a:cubicBezTo>
                      <a:pt x="388" y="168"/>
                      <a:pt x="390" y="172"/>
                      <a:pt x="388" y="175"/>
                    </a:cubicBezTo>
                    <a:cubicBezTo>
                      <a:pt x="387" y="178"/>
                      <a:pt x="384" y="180"/>
                      <a:pt x="381" y="18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4" name="Google Shape;324;p23"/>
              <p:cNvSpPr/>
              <p:nvPr/>
            </p:nvSpPr>
            <p:spPr>
              <a:xfrm rot="5976188">
                <a:off x="8822983" y="3576118"/>
                <a:ext cx="40616" cy="179189"/>
              </a:xfrm>
              <a:custGeom>
                <a:avLst/>
                <a:gdLst/>
                <a:ahLst/>
                <a:cxnLst/>
                <a:rect l="l" t="t" r="r" b="b"/>
                <a:pathLst>
                  <a:path w="74" h="330" extrusionOk="0">
                    <a:moveTo>
                      <a:pt x="64" y="329"/>
                    </a:moveTo>
                    <a:cubicBezTo>
                      <a:pt x="61" y="329"/>
                      <a:pt x="58" y="326"/>
                      <a:pt x="58" y="323"/>
                    </a:cubicBezTo>
                    <a:lnTo>
                      <a:pt x="1" y="9"/>
                    </a:lnTo>
                    <a:cubicBezTo>
                      <a:pt x="0" y="5"/>
                      <a:pt x="2" y="1"/>
                      <a:pt x="6" y="1"/>
                    </a:cubicBezTo>
                    <a:cubicBezTo>
                      <a:pt x="10" y="0"/>
                      <a:pt x="14" y="2"/>
                      <a:pt x="15" y="6"/>
                    </a:cubicBezTo>
                    <a:lnTo>
                      <a:pt x="72" y="321"/>
                    </a:lnTo>
                    <a:cubicBezTo>
                      <a:pt x="73" y="324"/>
                      <a:pt x="70" y="328"/>
                      <a:pt x="66" y="329"/>
                    </a:cubicBezTo>
                    <a:cubicBezTo>
                      <a:pt x="65" y="329"/>
                      <a:pt x="65" y="329"/>
                      <a:pt x="64" y="32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5" name="Google Shape;325;p23"/>
              <p:cNvSpPr/>
              <p:nvPr/>
            </p:nvSpPr>
            <p:spPr>
              <a:xfrm rot="5976182">
                <a:off x="8910610" y="3587516"/>
                <a:ext cx="195915" cy="64507"/>
              </a:xfrm>
              <a:custGeom>
                <a:avLst/>
                <a:gdLst/>
                <a:ahLst/>
                <a:cxnLst/>
                <a:rect l="l" t="t" r="r" b="b"/>
                <a:pathLst>
                  <a:path w="363" h="120" extrusionOk="0">
                    <a:moveTo>
                      <a:pt x="355" y="119"/>
                    </a:moveTo>
                    <a:cubicBezTo>
                      <a:pt x="354" y="119"/>
                      <a:pt x="354" y="119"/>
                      <a:pt x="353" y="119"/>
                    </a:cubicBezTo>
                    <a:lnTo>
                      <a:pt x="6" y="14"/>
                    </a:lnTo>
                    <a:cubicBezTo>
                      <a:pt x="2" y="13"/>
                      <a:pt x="0" y="9"/>
                      <a:pt x="1" y="5"/>
                    </a:cubicBezTo>
                    <a:cubicBezTo>
                      <a:pt x="2" y="1"/>
                      <a:pt x="6" y="0"/>
                      <a:pt x="10" y="0"/>
                    </a:cubicBezTo>
                    <a:lnTo>
                      <a:pt x="357" y="105"/>
                    </a:lnTo>
                    <a:cubicBezTo>
                      <a:pt x="360" y="106"/>
                      <a:pt x="362" y="110"/>
                      <a:pt x="361" y="114"/>
                    </a:cubicBezTo>
                    <a:cubicBezTo>
                      <a:pt x="360" y="116"/>
                      <a:pt x="357" y="119"/>
                      <a:pt x="355" y="11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1" name="Google Shape;331;p25"/>
          <p:cNvGrpSpPr/>
          <p:nvPr/>
        </p:nvGrpSpPr>
        <p:grpSpPr>
          <a:xfrm>
            <a:off x="-2924861" y="2544140"/>
            <a:ext cx="5882572" cy="5847556"/>
            <a:chOff x="-3251111" y="2861040"/>
            <a:chExt cx="5882572" cy="5847556"/>
          </a:xfrm>
        </p:grpSpPr>
        <p:sp>
          <p:nvSpPr>
            <p:cNvPr id="332" name="Google Shape;332;p25"/>
            <p:cNvSpPr/>
            <p:nvPr/>
          </p:nvSpPr>
          <p:spPr>
            <a:xfrm rot="8331014">
              <a:off x="-2480453" y="3798836"/>
              <a:ext cx="4341256" cy="3971963"/>
            </a:xfrm>
            <a:custGeom>
              <a:avLst/>
              <a:gdLst/>
              <a:ahLst/>
              <a:cxnLst/>
              <a:rect l="l" t="t" r="r" b="b"/>
              <a:pathLst>
                <a:path w="25107" h="22971" extrusionOk="0">
                  <a:moveTo>
                    <a:pt x="6029" y="1"/>
                  </a:moveTo>
                  <a:cubicBezTo>
                    <a:pt x="4338" y="1"/>
                    <a:pt x="2979" y="676"/>
                    <a:pt x="2106" y="1643"/>
                  </a:cubicBezTo>
                  <a:cubicBezTo>
                    <a:pt x="580" y="3337"/>
                    <a:pt x="1" y="6173"/>
                    <a:pt x="2576" y="10368"/>
                  </a:cubicBezTo>
                  <a:cubicBezTo>
                    <a:pt x="4339" y="13239"/>
                    <a:pt x="4269" y="14957"/>
                    <a:pt x="3934" y="17793"/>
                  </a:cubicBezTo>
                  <a:cubicBezTo>
                    <a:pt x="3597" y="20624"/>
                    <a:pt x="4165" y="21865"/>
                    <a:pt x="5284" y="22550"/>
                  </a:cubicBezTo>
                  <a:cubicBezTo>
                    <a:pt x="5735" y="22827"/>
                    <a:pt x="6253" y="22970"/>
                    <a:pt x="6788" y="22970"/>
                  </a:cubicBezTo>
                  <a:cubicBezTo>
                    <a:pt x="7978" y="22970"/>
                    <a:pt x="9255" y="22259"/>
                    <a:pt x="10087" y="20722"/>
                  </a:cubicBezTo>
                  <a:cubicBezTo>
                    <a:pt x="11061" y="18911"/>
                    <a:pt x="11691" y="17303"/>
                    <a:pt x="13839" y="17303"/>
                  </a:cubicBezTo>
                  <a:cubicBezTo>
                    <a:pt x="14341" y="17303"/>
                    <a:pt x="14925" y="17391"/>
                    <a:pt x="15616" y="17584"/>
                  </a:cubicBezTo>
                  <a:cubicBezTo>
                    <a:pt x="16571" y="17851"/>
                    <a:pt x="17477" y="17980"/>
                    <a:pt x="18320" y="17980"/>
                  </a:cubicBezTo>
                  <a:cubicBezTo>
                    <a:pt x="20695" y="17980"/>
                    <a:pt x="22564" y="16954"/>
                    <a:pt x="23591" y="15113"/>
                  </a:cubicBezTo>
                  <a:cubicBezTo>
                    <a:pt x="24984" y="12619"/>
                    <a:pt x="25106" y="8192"/>
                    <a:pt x="22164" y="6325"/>
                  </a:cubicBezTo>
                  <a:cubicBezTo>
                    <a:pt x="19224" y="4462"/>
                    <a:pt x="16596" y="6173"/>
                    <a:pt x="12118" y="2548"/>
                  </a:cubicBezTo>
                  <a:cubicBezTo>
                    <a:pt x="9850" y="712"/>
                    <a:pt x="7765" y="1"/>
                    <a:pt x="60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grpSp>
          <p:nvGrpSpPr>
            <p:cNvPr id="333" name="Google Shape;333;p25"/>
            <p:cNvGrpSpPr/>
            <p:nvPr/>
          </p:nvGrpSpPr>
          <p:grpSpPr>
            <a:xfrm rot="-6270687" flipH="1">
              <a:off x="430426" y="4206851"/>
              <a:ext cx="947999" cy="863416"/>
              <a:chOff x="8337075" y="299713"/>
              <a:chExt cx="947899" cy="863325"/>
            </a:xfrm>
          </p:grpSpPr>
          <p:sp>
            <p:nvSpPr>
              <p:cNvPr id="334" name="Google Shape;334;p25"/>
              <p:cNvSpPr/>
              <p:nvPr/>
            </p:nvSpPr>
            <p:spPr>
              <a:xfrm>
                <a:off x="8337075" y="372628"/>
                <a:ext cx="942062" cy="790409"/>
              </a:xfrm>
              <a:custGeom>
                <a:avLst/>
                <a:gdLst/>
                <a:ahLst/>
                <a:cxnLst/>
                <a:rect l="l" t="t" r="r" b="b"/>
                <a:pathLst>
                  <a:path w="1423" h="1196" extrusionOk="0">
                    <a:moveTo>
                      <a:pt x="715" y="109"/>
                    </a:moveTo>
                    <a:cubicBezTo>
                      <a:pt x="723" y="133"/>
                      <a:pt x="741" y="154"/>
                      <a:pt x="766" y="171"/>
                    </a:cubicBezTo>
                    <a:cubicBezTo>
                      <a:pt x="791" y="187"/>
                      <a:pt x="821" y="199"/>
                      <a:pt x="851" y="208"/>
                    </a:cubicBezTo>
                    <a:cubicBezTo>
                      <a:pt x="881" y="216"/>
                      <a:pt x="910" y="219"/>
                      <a:pt x="933" y="222"/>
                    </a:cubicBezTo>
                    <a:cubicBezTo>
                      <a:pt x="955" y="224"/>
                      <a:pt x="969" y="223"/>
                      <a:pt x="969" y="223"/>
                    </a:cubicBezTo>
                    <a:cubicBezTo>
                      <a:pt x="969" y="223"/>
                      <a:pt x="958" y="225"/>
                      <a:pt x="939" y="227"/>
                    </a:cubicBezTo>
                    <a:cubicBezTo>
                      <a:pt x="930" y="228"/>
                      <a:pt x="918" y="229"/>
                      <a:pt x="905" y="231"/>
                    </a:cubicBezTo>
                    <a:cubicBezTo>
                      <a:pt x="892" y="232"/>
                      <a:pt x="877" y="233"/>
                      <a:pt x="861" y="235"/>
                    </a:cubicBezTo>
                    <a:cubicBezTo>
                      <a:pt x="797" y="241"/>
                      <a:pt x="714" y="245"/>
                      <a:pt x="633" y="246"/>
                    </a:cubicBezTo>
                    <a:cubicBezTo>
                      <a:pt x="552" y="248"/>
                      <a:pt x="474" y="247"/>
                      <a:pt x="414" y="255"/>
                    </a:cubicBezTo>
                    <a:cubicBezTo>
                      <a:pt x="355" y="264"/>
                      <a:pt x="316" y="284"/>
                      <a:pt x="312" y="329"/>
                    </a:cubicBezTo>
                    <a:cubicBezTo>
                      <a:pt x="307" y="377"/>
                      <a:pt x="352" y="419"/>
                      <a:pt x="401" y="446"/>
                    </a:cubicBezTo>
                    <a:cubicBezTo>
                      <a:pt x="426" y="459"/>
                      <a:pt x="451" y="469"/>
                      <a:pt x="470" y="476"/>
                    </a:cubicBezTo>
                    <a:cubicBezTo>
                      <a:pt x="489" y="482"/>
                      <a:pt x="502" y="486"/>
                      <a:pt x="502" y="486"/>
                    </a:cubicBezTo>
                    <a:cubicBezTo>
                      <a:pt x="502" y="486"/>
                      <a:pt x="467" y="493"/>
                      <a:pt x="416" y="506"/>
                    </a:cubicBezTo>
                    <a:cubicBezTo>
                      <a:pt x="366" y="518"/>
                      <a:pt x="298" y="536"/>
                      <a:pt x="235" y="562"/>
                    </a:cubicBezTo>
                    <a:cubicBezTo>
                      <a:pt x="171" y="588"/>
                      <a:pt x="109" y="620"/>
                      <a:pt x="64" y="670"/>
                    </a:cubicBezTo>
                    <a:cubicBezTo>
                      <a:pt x="52" y="682"/>
                      <a:pt x="43" y="695"/>
                      <a:pt x="34" y="711"/>
                    </a:cubicBezTo>
                    <a:cubicBezTo>
                      <a:pt x="26" y="725"/>
                      <a:pt x="19" y="741"/>
                      <a:pt x="13" y="758"/>
                    </a:cubicBezTo>
                    <a:cubicBezTo>
                      <a:pt x="3" y="793"/>
                      <a:pt x="0" y="834"/>
                      <a:pt x="8" y="880"/>
                    </a:cubicBezTo>
                    <a:cubicBezTo>
                      <a:pt x="15" y="927"/>
                      <a:pt x="32" y="964"/>
                      <a:pt x="54" y="994"/>
                    </a:cubicBezTo>
                    <a:cubicBezTo>
                      <a:pt x="66" y="1008"/>
                      <a:pt x="79" y="1020"/>
                      <a:pt x="94" y="1031"/>
                    </a:cubicBezTo>
                    <a:cubicBezTo>
                      <a:pt x="110" y="1041"/>
                      <a:pt x="126" y="1049"/>
                      <a:pt x="143" y="1055"/>
                    </a:cubicBezTo>
                    <a:cubicBezTo>
                      <a:pt x="213" y="1082"/>
                      <a:pt x="302" y="1078"/>
                      <a:pt x="387" y="1058"/>
                    </a:cubicBezTo>
                    <a:cubicBezTo>
                      <a:pt x="472" y="1038"/>
                      <a:pt x="552" y="1001"/>
                      <a:pt x="610" y="969"/>
                    </a:cubicBezTo>
                    <a:cubicBezTo>
                      <a:pt x="667" y="936"/>
                      <a:pt x="702" y="909"/>
                      <a:pt x="702" y="909"/>
                    </a:cubicBezTo>
                    <a:cubicBezTo>
                      <a:pt x="702" y="909"/>
                      <a:pt x="694" y="922"/>
                      <a:pt x="682" y="943"/>
                    </a:cubicBezTo>
                    <a:cubicBezTo>
                      <a:pt x="671" y="964"/>
                      <a:pt x="655" y="992"/>
                      <a:pt x="642" y="1022"/>
                    </a:cubicBezTo>
                    <a:cubicBezTo>
                      <a:pt x="616" y="1081"/>
                      <a:pt x="597" y="1148"/>
                      <a:pt x="647" y="1173"/>
                    </a:cubicBezTo>
                    <a:cubicBezTo>
                      <a:pt x="691" y="1195"/>
                      <a:pt x="760" y="1169"/>
                      <a:pt x="836" y="1112"/>
                    </a:cubicBezTo>
                    <a:cubicBezTo>
                      <a:pt x="911" y="1055"/>
                      <a:pt x="988" y="968"/>
                      <a:pt x="1051" y="874"/>
                    </a:cubicBezTo>
                    <a:cubicBezTo>
                      <a:pt x="1114" y="782"/>
                      <a:pt x="1161" y="684"/>
                      <a:pt x="1190" y="611"/>
                    </a:cubicBezTo>
                    <a:cubicBezTo>
                      <a:pt x="1198" y="593"/>
                      <a:pt x="1203" y="575"/>
                      <a:pt x="1209" y="560"/>
                    </a:cubicBezTo>
                    <a:cubicBezTo>
                      <a:pt x="1214" y="545"/>
                      <a:pt x="1219" y="532"/>
                      <a:pt x="1222" y="521"/>
                    </a:cubicBezTo>
                    <a:cubicBezTo>
                      <a:pt x="1229" y="499"/>
                      <a:pt x="1232" y="487"/>
                      <a:pt x="1232" y="487"/>
                    </a:cubicBezTo>
                    <a:cubicBezTo>
                      <a:pt x="1232" y="487"/>
                      <a:pt x="1230" y="503"/>
                      <a:pt x="1227" y="529"/>
                    </a:cubicBezTo>
                    <a:cubicBezTo>
                      <a:pt x="1224" y="553"/>
                      <a:pt x="1221" y="588"/>
                      <a:pt x="1220" y="623"/>
                    </a:cubicBezTo>
                    <a:cubicBezTo>
                      <a:pt x="1219" y="658"/>
                      <a:pt x="1221" y="695"/>
                      <a:pt x="1229" y="726"/>
                    </a:cubicBezTo>
                    <a:cubicBezTo>
                      <a:pt x="1238" y="756"/>
                      <a:pt x="1253" y="780"/>
                      <a:pt x="1280" y="789"/>
                    </a:cubicBezTo>
                    <a:cubicBezTo>
                      <a:pt x="1308" y="797"/>
                      <a:pt x="1341" y="750"/>
                      <a:pt x="1368" y="673"/>
                    </a:cubicBezTo>
                    <a:cubicBezTo>
                      <a:pt x="1395" y="597"/>
                      <a:pt x="1414" y="492"/>
                      <a:pt x="1418" y="390"/>
                    </a:cubicBezTo>
                    <a:cubicBezTo>
                      <a:pt x="1422" y="287"/>
                      <a:pt x="1411" y="188"/>
                      <a:pt x="1398" y="116"/>
                    </a:cubicBezTo>
                    <a:cubicBezTo>
                      <a:pt x="1390" y="80"/>
                      <a:pt x="1383" y="51"/>
                      <a:pt x="1378" y="31"/>
                    </a:cubicBezTo>
                    <a:cubicBezTo>
                      <a:pt x="1372" y="11"/>
                      <a:pt x="1368" y="0"/>
                      <a:pt x="1368" y="0"/>
                    </a:cubicBezTo>
                    <a:cubicBezTo>
                      <a:pt x="1368" y="0"/>
                      <a:pt x="1357" y="4"/>
                      <a:pt x="1337" y="10"/>
                    </a:cubicBezTo>
                    <a:cubicBezTo>
                      <a:pt x="1318" y="15"/>
                      <a:pt x="1289" y="22"/>
                      <a:pt x="1256" y="30"/>
                    </a:cubicBezTo>
                    <a:cubicBezTo>
                      <a:pt x="1189" y="45"/>
                      <a:pt x="1101" y="60"/>
                      <a:pt x="1017" y="67"/>
                    </a:cubicBezTo>
                    <a:cubicBezTo>
                      <a:pt x="933" y="73"/>
                      <a:pt x="853" y="72"/>
                      <a:pt x="797" y="75"/>
                    </a:cubicBezTo>
                    <a:cubicBezTo>
                      <a:pt x="739" y="76"/>
                      <a:pt x="707" y="83"/>
                      <a:pt x="715" y="109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5" name="Google Shape;335;p25"/>
              <p:cNvSpPr/>
              <p:nvPr/>
            </p:nvSpPr>
            <p:spPr>
              <a:xfrm>
                <a:off x="8386657" y="299713"/>
                <a:ext cx="898317" cy="647493"/>
              </a:xfrm>
              <a:custGeom>
                <a:avLst/>
                <a:gdLst/>
                <a:ahLst/>
                <a:cxnLst/>
                <a:rect l="l" t="t" r="r" b="b"/>
                <a:pathLst>
                  <a:path w="1357" h="979" extrusionOk="0">
                    <a:moveTo>
                      <a:pt x="7" y="978"/>
                    </a:moveTo>
                    <a:cubicBezTo>
                      <a:pt x="3" y="978"/>
                      <a:pt x="0" y="975"/>
                      <a:pt x="0" y="971"/>
                    </a:cubicBezTo>
                    <a:cubicBezTo>
                      <a:pt x="0" y="967"/>
                      <a:pt x="2" y="964"/>
                      <a:pt x="7" y="964"/>
                    </a:cubicBezTo>
                    <a:cubicBezTo>
                      <a:pt x="9" y="964"/>
                      <a:pt x="243" y="935"/>
                      <a:pt x="523" y="803"/>
                    </a:cubicBezTo>
                    <a:cubicBezTo>
                      <a:pt x="781" y="682"/>
                      <a:pt x="1133" y="444"/>
                      <a:pt x="1342" y="4"/>
                    </a:cubicBezTo>
                    <a:cubicBezTo>
                      <a:pt x="1344" y="0"/>
                      <a:pt x="1347" y="0"/>
                      <a:pt x="1351" y="0"/>
                    </a:cubicBezTo>
                    <a:cubicBezTo>
                      <a:pt x="1355" y="2"/>
                      <a:pt x="1356" y="6"/>
                      <a:pt x="1355" y="10"/>
                    </a:cubicBezTo>
                    <a:cubicBezTo>
                      <a:pt x="1145" y="454"/>
                      <a:pt x="790" y="693"/>
                      <a:pt x="530" y="816"/>
                    </a:cubicBezTo>
                    <a:cubicBezTo>
                      <a:pt x="246" y="949"/>
                      <a:pt x="10" y="977"/>
                      <a:pt x="7" y="97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6" name="Google Shape;336;p25"/>
              <p:cNvSpPr/>
              <p:nvPr/>
            </p:nvSpPr>
            <p:spPr>
              <a:xfrm>
                <a:off x="8514988" y="818874"/>
                <a:ext cx="244996" cy="244998"/>
              </a:xfrm>
              <a:custGeom>
                <a:avLst/>
                <a:gdLst/>
                <a:ahLst/>
                <a:cxnLst/>
                <a:rect l="l" t="t" r="r" b="b"/>
                <a:pathLst>
                  <a:path w="371" h="371" extrusionOk="0">
                    <a:moveTo>
                      <a:pt x="8" y="370"/>
                    </a:moveTo>
                    <a:cubicBezTo>
                      <a:pt x="7" y="370"/>
                      <a:pt x="6" y="370"/>
                      <a:pt x="5" y="370"/>
                    </a:cubicBezTo>
                    <a:cubicBezTo>
                      <a:pt x="2" y="369"/>
                      <a:pt x="0" y="364"/>
                      <a:pt x="2" y="360"/>
                    </a:cubicBezTo>
                    <a:cubicBezTo>
                      <a:pt x="4" y="354"/>
                      <a:pt x="71" y="183"/>
                      <a:pt x="359" y="2"/>
                    </a:cubicBezTo>
                    <a:cubicBezTo>
                      <a:pt x="363" y="0"/>
                      <a:pt x="366" y="1"/>
                      <a:pt x="368" y="4"/>
                    </a:cubicBezTo>
                    <a:cubicBezTo>
                      <a:pt x="370" y="8"/>
                      <a:pt x="369" y="12"/>
                      <a:pt x="366" y="14"/>
                    </a:cubicBezTo>
                    <a:cubicBezTo>
                      <a:pt x="83" y="192"/>
                      <a:pt x="16" y="363"/>
                      <a:pt x="15" y="364"/>
                    </a:cubicBezTo>
                    <a:cubicBezTo>
                      <a:pt x="14" y="369"/>
                      <a:pt x="11" y="370"/>
                      <a:pt x="8" y="37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7" name="Google Shape;337;p25"/>
              <p:cNvSpPr/>
              <p:nvPr/>
            </p:nvSpPr>
            <p:spPr>
              <a:xfrm>
                <a:off x="8447906" y="795541"/>
                <a:ext cx="347076" cy="81666"/>
              </a:xfrm>
              <a:custGeom>
                <a:avLst/>
                <a:gdLst/>
                <a:ahLst/>
                <a:cxnLst/>
                <a:rect l="l" t="t" r="r" b="b"/>
                <a:pathLst>
                  <a:path w="526" h="124" extrusionOk="0">
                    <a:moveTo>
                      <a:pt x="263" y="74"/>
                    </a:moveTo>
                    <a:cubicBezTo>
                      <a:pt x="218" y="74"/>
                      <a:pt x="180" y="69"/>
                      <a:pt x="148" y="63"/>
                    </a:cubicBezTo>
                    <a:cubicBezTo>
                      <a:pt x="59" y="46"/>
                      <a:pt x="6" y="15"/>
                      <a:pt x="4" y="14"/>
                    </a:cubicBezTo>
                    <a:cubicBezTo>
                      <a:pt x="1" y="13"/>
                      <a:pt x="0" y="8"/>
                      <a:pt x="2" y="5"/>
                    </a:cubicBezTo>
                    <a:cubicBezTo>
                      <a:pt x="4" y="1"/>
                      <a:pt x="8" y="0"/>
                      <a:pt x="11" y="2"/>
                    </a:cubicBezTo>
                    <a:cubicBezTo>
                      <a:pt x="13" y="3"/>
                      <a:pt x="221" y="123"/>
                      <a:pt x="514" y="12"/>
                    </a:cubicBezTo>
                    <a:cubicBezTo>
                      <a:pt x="518" y="11"/>
                      <a:pt x="522" y="12"/>
                      <a:pt x="524" y="15"/>
                    </a:cubicBezTo>
                    <a:cubicBezTo>
                      <a:pt x="525" y="19"/>
                      <a:pt x="524" y="23"/>
                      <a:pt x="520" y="25"/>
                    </a:cubicBezTo>
                    <a:cubicBezTo>
                      <a:pt x="423" y="61"/>
                      <a:pt x="335" y="74"/>
                      <a:pt x="263" y="7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8" name="Google Shape;338;p25"/>
              <p:cNvSpPr/>
              <p:nvPr/>
            </p:nvSpPr>
            <p:spPr>
              <a:xfrm>
                <a:off x="8873732" y="617625"/>
                <a:ext cx="177913" cy="411243"/>
              </a:xfrm>
              <a:custGeom>
                <a:avLst/>
                <a:gdLst/>
                <a:ahLst/>
                <a:cxnLst/>
                <a:rect l="l" t="t" r="r" b="b"/>
                <a:pathLst>
                  <a:path w="269" h="621" extrusionOk="0">
                    <a:moveTo>
                      <a:pt x="7" y="620"/>
                    </a:moveTo>
                    <a:lnTo>
                      <a:pt x="7" y="620"/>
                    </a:lnTo>
                    <a:cubicBezTo>
                      <a:pt x="2" y="620"/>
                      <a:pt x="0" y="616"/>
                      <a:pt x="1" y="612"/>
                    </a:cubicBezTo>
                    <a:cubicBezTo>
                      <a:pt x="1" y="608"/>
                      <a:pt x="43" y="205"/>
                      <a:pt x="255" y="2"/>
                    </a:cubicBezTo>
                    <a:cubicBezTo>
                      <a:pt x="258" y="0"/>
                      <a:pt x="263" y="0"/>
                      <a:pt x="265" y="2"/>
                    </a:cubicBezTo>
                    <a:cubicBezTo>
                      <a:pt x="268" y="5"/>
                      <a:pt x="268" y="10"/>
                      <a:pt x="265" y="13"/>
                    </a:cubicBezTo>
                    <a:cubicBezTo>
                      <a:pt x="58" y="212"/>
                      <a:pt x="15" y="609"/>
                      <a:pt x="15" y="613"/>
                    </a:cubicBezTo>
                    <a:cubicBezTo>
                      <a:pt x="14" y="617"/>
                      <a:pt x="11" y="620"/>
                      <a:pt x="7" y="62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9" name="Google Shape;339;p25"/>
              <p:cNvSpPr/>
              <p:nvPr/>
            </p:nvSpPr>
            <p:spPr>
              <a:xfrm>
                <a:off x="9147894" y="439711"/>
                <a:ext cx="58332" cy="344162"/>
              </a:xfrm>
              <a:custGeom>
                <a:avLst/>
                <a:gdLst/>
                <a:ahLst/>
                <a:cxnLst/>
                <a:rect l="l" t="t" r="r" b="b"/>
                <a:pathLst>
                  <a:path w="90" h="522" extrusionOk="0">
                    <a:moveTo>
                      <a:pt x="81" y="521"/>
                    </a:moveTo>
                    <a:cubicBezTo>
                      <a:pt x="78" y="521"/>
                      <a:pt x="74" y="519"/>
                      <a:pt x="74" y="515"/>
                    </a:cubicBezTo>
                    <a:cubicBezTo>
                      <a:pt x="72" y="500"/>
                      <a:pt x="0" y="145"/>
                      <a:pt x="69" y="5"/>
                    </a:cubicBezTo>
                    <a:cubicBezTo>
                      <a:pt x="71" y="1"/>
                      <a:pt x="74" y="0"/>
                      <a:pt x="78" y="2"/>
                    </a:cubicBezTo>
                    <a:cubicBezTo>
                      <a:pt x="82" y="4"/>
                      <a:pt x="83" y="7"/>
                      <a:pt x="81" y="11"/>
                    </a:cubicBezTo>
                    <a:cubicBezTo>
                      <a:pt x="15" y="147"/>
                      <a:pt x="88" y="509"/>
                      <a:pt x="88" y="512"/>
                    </a:cubicBezTo>
                    <a:cubicBezTo>
                      <a:pt x="89" y="516"/>
                      <a:pt x="86" y="520"/>
                      <a:pt x="82" y="521"/>
                    </a:cubicBezTo>
                    <a:cubicBezTo>
                      <a:pt x="82" y="521"/>
                      <a:pt x="82" y="521"/>
                      <a:pt x="81" y="52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0" name="Google Shape;340;p25"/>
              <p:cNvSpPr/>
              <p:nvPr/>
            </p:nvSpPr>
            <p:spPr>
              <a:xfrm>
                <a:off x="8894147" y="422211"/>
                <a:ext cx="317909" cy="96248"/>
              </a:xfrm>
              <a:custGeom>
                <a:avLst/>
                <a:gdLst/>
                <a:ahLst/>
                <a:cxnLst/>
                <a:rect l="l" t="t" r="r" b="b"/>
                <a:pathLst>
                  <a:path w="482" h="144" extrusionOk="0">
                    <a:moveTo>
                      <a:pt x="177" y="96"/>
                    </a:moveTo>
                    <a:cubicBezTo>
                      <a:pt x="72" y="96"/>
                      <a:pt x="6" y="67"/>
                      <a:pt x="5" y="66"/>
                    </a:cubicBezTo>
                    <a:cubicBezTo>
                      <a:pt x="1" y="64"/>
                      <a:pt x="0" y="60"/>
                      <a:pt x="1" y="56"/>
                    </a:cubicBezTo>
                    <a:cubicBezTo>
                      <a:pt x="3" y="53"/>
                      <a:pt x="7" y="52"/>
                      <a:pt x="11" y="53"/>
                    </a:cubicBezTo>
                    <a:cubicBezTo>
                      <a:pt x="12" y="54"/>
                      <a:pt x="216" y="143"/>
                      <a:pt x="470" y="2"/>
                    </a:cubicBezTo>
                    <a:cubicBezTo>
                      <a:pt x="474" y="0"/>
                      <a:pt x="477" y="1"/>
                      <a:pt x="479" y="5"/>
                    </a:cubicBezTo>
                    <a:cubicBezTo>
                      <a:pt x="481" y="9"/>
                      <a:pt x="480" y="13"/>
                      <a:pt x="476" y="15"/>
                    </a:cubicBezTo>
                    <a:cubicBezTo>
                      <a:pt x="363" y="78"/>
                      <a:pt x="259" y="96"/>
                      <a:pt x="177" y="9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1" name="Google Shape;341;p25"/>
              <p:cNvSpPr/>
              <p:nvPr/>
            </p:nvSpPr>
            <p:spPr>
              <a:xfrm>
                <a:off x="8631652" y="608876"/>
                <a:ext cx="399575" cy="119581"/>
              </a:xfrm>
              <a:custGeom>
                <a:avLst/>
                <a:gdLst/>
                <a:ahLst/>
                <a:cxnLst/>
                <a:rect l="l" t="t" r="r" b="b"/>
                <a:pathLst>
                  <a:path w="605" h="179" extrusionOk="0">
                    <a:moveTo>
                      <a:pt x="393" y="110"/>
                    </a:moveTo>
                    <a:cubicBezTo>
                      <a:pt x="344" y="110"/>
                      <a:pt x="286" y="103"/>
                      <a:pt x="219" y="88"/>
                    </a:cubicBezTo>
                    <a:cubicBezTo>
                      <a:pt x="100" y="60"/>
                      <a:pt x="6" y="14"/>
                      <a:pt x="5" y="14"/>
                    </a:cubicBezTo>
                    <a:cubicBezTo>
                      <a:pt x="1" y="12"/>
                      <a:pt x="0" y="9"/>
                      <a:pt x="2" y="5"/>
                    </a:cubicBezTo>
                    <a:cubicBezTo>
                      <a:pt x="4" y="1"/>
                      <a:pt x="7" y="0"/>
                      <a:pt x="11" y="2"/>
                    </a:cubicBezTo>
                    <a:cubicBezTo>
                      <a:pt x="14" y="4"/>
                      <a:pt x="382" y="178"/>
                      <a:pt x="592" y="47"/>
                    </a:cubicBezTo>
                    <a:cubicBezTo>
                      <a:pt x="596" y="45"/>
                      <a:pt x="600" y="46"/>
                      <a:pt x="602" y="49"/>
                    </a:cubicBezTo>
                    <a:cubicBezTo>
                      <a:pt x="604" y="52"/>
                      <a:pt x="603" y="56"/>
                      <a:pt x="600" y="58"/>
                    </a:cubicBezTo>
                    <a:cubicBezTo>
                      <a:pt x="558" y="85"/>
                      <a:pt x="492" y="110"/>
                      <a:pt x="393" y="11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42" name="Google Shape;342;p25"/>
            <p:cNvGrpSpPr/>
            <p:nvPr/>
          </p:nvGrpSpPr>
          <p:grpSpPr>
            <a:xfrm rot="-236345">
              <a:off x="-234011" y="4338083"/>
              <a:ext cx="923137" cy="930607"/>
              <a:chOff x="8322831" y="2964236"/>
              <a:chExt cx="923079" cy="930548"/>
            </a:xfrm>
          </p:grpSpPr>
          <p:sp>
            <p:nvSpPr>
              <p:cNvPr id="343" name="Google Shape;343;p25"/>
              <p:cNvSpPr/>
              <p:nvPr/>
            </p:nvSpPr>
            <p:spPr>
              <a:xfrm rot="5976188">
                <a:off x="8382984" y="3026571"/>
                <a:ext cx="802774" cy="800374"/>
              </a:xfrm>
              <a:custGeom>
                <a:avLst/>
                <a:gdLst/>
                <a:ahLst/>
                <a:cxnLst/>
                <a:rect l="l" t="t" r="r" b="b"/>
                <a:pathLst>
                  <a:path w="1482" h="1476" extrusionOk="0">
                    <a:moveTo>
                      <a:pt x="0" y="1387"/>
                    </a:moveTo>
                    <a:cubicBezTo>
                      <a:pt x="0" y="1387"/>
                      <a:pt x="1285" y="1475"/>
                      <a:pt x="1481" y="1"/>
                    </a:cubicBezTo>
                    <a:cubicBezTo>
                      <a:pt x="1481" y="0"/>
                      <a:pt x="226" y="16"/>
                      <a:pt x="0" y="1387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4" name="Google Shape;344;p25"/>
              <p:cNvSpPr/>
              <p:nvPr/>
            </p:nvSpPr>
            <p:spPr>
              <a:xfrm rot="5976176">
                <a:off x="8474841" y="3136146"/>
                <a:ext cx="735872" cy="678526"/>
              </a:xfrm>
              <a:custGeom>
                <a:avLst/>
                <a:gdLst/>
                <a:ahLst/>
                <a:cxnLst/>
                <a:rect l="l" t="t" r="r" b="b"/>
                <a:pathLst>
                  <a:path w="1357" h="1254" extrusionOk="0">
                    <a:moveTo>
                      <a:pt x="7" y="1253"/>
                    </a:moveTo>
                    <a:cubicBezTo>
                      <a:pt x="5" y="1253"/>
                      <a:pt x="2" y="1252"/>
                      <a:pt x="1" y="1250"/>
                    </a:cubicBezTo>
                    <a:cubicBezTo>
                      <a:pt x="0" y="1247"/>
                      <a:pt x="1" y="1243"/>
                      <a:pt x="3" y="1241"/>
                    </a:cubicBezTo>
                    <a:cubicBezTo>
                      <a:pt x="11" y="1236"/>
                      <a:pt x="737" y="754"/>
                      <a:pt x="1342" y="3"/>
                    </a:cubicBezTo>
                    <a:cubicBezTo>
                      <a:pt x="1345" y="0"/>
                      <a:pt x="1348" y="0"/>
                      <a:pt x="1352" y="2"/>
                    </a:cubicBezTo>
                    <a:cubicBezTo>
                      <a:pt x="1355" y="5"/>
                      <a:pt x="1356" y="9"/>
                      <a:pt x="1353" y="13"/>
                    </a:cubicBezTo>
                    <a:cubicBezTo>
                      <a:pt x="747" y="764"/>
                      <a:pt x="20" y="1248"/>
                      <a:pt x="12" y="1253"/>
                    </a:cubicBezTo>
                    <a:cubicBezTo>
                      <a:pt x="10" y="1253"/>
                      <a:pt x="9" y="1253"/>
                      <a:pt x="7" y="125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5" name="Google Shape;345;p25"/>
              <p:cNvSpPr/>
              <p:nvPr/>
            </p:nvSpPr>
            <p:spPr>
              <a:xfrm rot="5976178">
                <a:off x="8588812" y="3154341"/>
                <a:ext cx="9557" cy="136182"/>
              </a:xfrm>
              <a:custGeom>
                <a:avLst/>
                <a:gdLst/>
                <a:ahLst/>
                <a:cxnLst/>
                <a:rect l="l" t="t" r="r" b="b"/>
                <a:pathLst>
                  <a:path w="18" h="253" extrusionOk="0">
                    <a:moveTo>
                      <a:pt x="9" y="252"/>
                    </a:moveTo>
                    <a:cubicBezTo>
                      <a:pt x="5" y="252"/>
                      <a:pt x="2" y="249"/>
                      <a:pt x="1" y="245"/>
                    </a:cubicBezTo>
                    <a:lnTo>
                      <a:pt x="0" y="8"/>
                    </a:lnTo>
                    <a:cubicBezTo>
                      <a:pt x="0" y="4"/>
                      <a:pt x="3" y="0"/>
                      <a:pt x="7" y="0"/>
                    </a:cubicBezTo>
                    <a:lnTo>
                      <a:pt x="7" y="0"/>
                    </a:lnTo>
                    <a:cubicBezTo>
                      <a:pt x="11" y="0"/>
                      <a:pt x="14" y="3"/>
                      <a:pt x="15" y="7"/>
                    </a:cubicBezTo>
                    <a:lnTo>
                      <a:pt x="16" y="244"/>
                    </a:lnTo>
                    <a:cubicBezTo>
                      <a:pt x="17" y="249"/>
                      <a:pt x="13" y="252"/>
                      <a:pt x="9" y="25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6" name="Google Shape;346;p25"/>
              <p:cNvSpPr/>
              <p:nvPr/>
            </p:nvSpPr>
            <p:spPr>
              <a:xfrm rot="5976182">
                <a:off x="8638510" y="3177161"/>
                <a:ext cx="157687" cy="59729"/>
              </a:xfrm>
              <a:custGeom>
                <a:avLst/>
                <a:gdLst/>
                <a:ahLst/>
                <a:cxnLst/>
                <a:rect l="l" t="t" r="r" b="b"/>
                <a:pathLst>
                  <a:path w="293" h="109" extrusionOk="0">
                    <a:moveTo>
                      <a:pt x="283" y="108"/>
                    </a:moveTo>
                    <a:lnTo>
                      <a:pt x="282" y="108"/>
                    </a:lnTo>
                    <a:lnTo>
                      <a:pt x="5" y="15"/>
                    </a:lnTo>
                    <a:cubicBezTo>
                      <a:pt x="1" y="14"/>
                      <a:pt x="0" y="8"/>
                      <a:pt x="1" y="5"/>
                    </a:cubicBezTo>
                    <a:cubicBezTo>
                      <a:pt x="1" y="1"/>
                      <a:pt x="6" y="0"/>
                      <a:pt x="10" y="1"/>
                    </a:cubicBezTo>
                    <a:lnTo>
                      <a:pt x="286" y="94"/>
                    </a:lnTo>
                    <a:cubicBezTo>
                      <a:pt x="290" y="95"/>
                      <a:pt x="292" y="100"/>
                      <a:pt x="291" y="104"/>
                    </a:cubicBezTo>
                    <a:cubicBezTo>
                      <a:pt x="289" y="106"/>
                      <a:pt x="286" y="108"/>
                      <a:pt x="283" y="10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7" name="Google Shape;347;p25"/>
              <p:cNvSpPr/>
              <p:nvPr/>
            </p:nvSpPr>
            <p:spPr>
              <a:xfrm rot="5976179">
                <a:off x="8633757" y="3294669"/>
                <a:ext cx="43006" cy="172021"/>
              </a:xfrm>
              <a:custGeom>
                <a:avLst/>
                <a:gdLst/>
                <a:ahLst/>
                <a:cxnLst/>
                <a:rect l="l" t="t" r="r" b="b"/>
                <a:pathLst>
                  <a:path w="80" h="317" extrusionOk="0">
                    <a:moveTo>
                      <a:pt x="70" y="316"/>
                    </a:moveTo>
                    <a:cubicBezTo>
                      <a:pt x="67" y="316"/>
                      <a:pt x="63" y="314"/>
                      <a:pt x="63" y="311"/>
                    </a:cubicBezTo>
                    <a:lnTo>
                      <a:pt x="1" y="9"/>
                    </a:lnTo>
                    <a:cubicBezTo>
                      <a:pt x="0" y="6"/>
                      <a:pt x="2" y="2"/>
                      <a:pt x="6" y="1"/>
                    </a:cubicBezTo>
                    <a:cubicBezTo>
                      <a:pt x="10" y="0"/>
                      <a:pt x="14" y="3"/>
                      <a:pt x="15" y="7"/>
                    </a:cubicBezTo>
                    <a:lnTo>
                      <a:pt x="78" y="308"/>
                    </a:lnTo>
                    <a:cubicBezTo>
                      <a:pt x="79" y="311"/>
                      <a:pt x="76" y="315"/>
                      <a:pt x="72" y="316"/>
                    </a:cubicBezTo>
                    <a:cubicBezTo>
                      <a:pt x="72" y="315"/>
                      <a:pt x="71" y="316"/>
                      <a:pt x="70" y="31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8" name="Google Shape;348;p25"/>
              <p:cNvSpPr/>
              <p:nvPr/>
            </p:nvSpPr>
            <p:spPr>
              <a:xfrm rot="5976182">
                <a:off x="8721220" y="3285444"/>
                <a:ext cx="195915" cy="86010"/>
              </a:xfrm>
              <a:custGeom>
                <a:avLst/>
                <a:gdLst/>
                <a:ahLst/>
                <a:cxnLst/>
                <a:rect l="l" t="t" r="r" b="b"/>
                <a:pathLst>
                  <a:path w="363" h="160" extrusionOk="0">
                    <a:moveTo>
                      <a:pt x="353" y="159"/>
                    </a:moveTo>
                    <a:cubicBezTo>
                      <a:pt x="352" y="159"/>
                      <a:pt x="351" y="159"/>
                      <a:pt x="350" y="158"/>
                    </a:cubicBezTo>
                    <a:lnTo>
                      <a:pt x="6" y="15"/>
                    </a:lnTo>
                    <a:cubicBezTo>
                      <a:pt x="2" y="13"/>
                      <a:pt x="0" y="9"/>
                      <a:pt x="2" y="6"/>
                    </a:cubicBezTo>
                    <a:cubicBezTo>
                      <a:pt x="4" y="2"/>
                      <a:pt x="7" y="0"/>
                      <a:pt x="11" y="2"/>
                    </a:cubicBezTo>
                    <a:lnTo>
                      <a:pt x="356" y="145"/>
                    </a:lnTo>
                    <a:cubicBezTo>
                      <a:pt x="360" y="147"/>
                      <a:pt x="362" y="150"/>
                      <a:pt x="360" y="154"/>
                    </a:cubicBezTo>
                    <a:cubicBezTo>
                      <a:pt x="359" y="157"/>
                      <a:pt x="356" y="159"/>
                      <a:pt x="353" y="15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9" name="Google Shape;349;p25"/>
              <p:cNvSpPr/>
              <p:nvPr/>
            </p:nvSpPr>
            <p:spPr>
              <a:xfrm rot="5976169">
                <a:off x="8711671" y="3436180"/>
                <a:ext cx="54951" cy="186355"/>
              </a:xfrm>
              <a:custGeom>
                <a:avLst/>
                <a:gdLst/>
                <a:ahLst/>
                <a:cxnLst/>
                <a:rect l="l" t="t" r="r" b="b"/>
                <a:pathLst>
                  <a:path w="103" h="343" extrusionOk="0">
                    <a:moveTo>
                      <a:pt x="94" y="342"/>
                    </a:moveTo>
                    <a:cubicBezTo>
                      <a:pt x="91" y="342"/>
                      <a:pt x="89" y="340"/>
                      <a:pt x="88" y="337"/>
                    </a:cubicBezTo>
                    <a:lnTo>
                      <a:pt x="1" y="10"/>
                    </a:lnTo>
                    <a:cubicBezTo>
                      <a:pt x="0" y="6"/>
                      <a:pt x="2" y="2"/>
                      <a:pt x="6" y="1"/>
                    </a:cubicBezTo>
                    <a:cubicBezTo>
                      <a:pt x="9" y="0"/>
                      <a:pt x="13" y="2"/>
                      <a:pt x="14" y="6"/>
                    </a:cubicBezTo>
                    <a:lnTo>
                      <a:pt x="101" y="333"/>
                    </a:lnTo>
                    <a:cubicBezTo>
                      <a:pt x="102" y="337"/>
                      <a:pt x="100" y="340"/>
                      <a:pt x="96" y="341"/>
                    </a:cubicBezTo>
                    <a:cubicBezTo>
                      <a:pt x="95" y="342"/>
                      <a:pt x="94" y="342"/>
                      <a:pt x="94" y="34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0" name="Google Shape;350;p25"/>
              <p:cNvSpPr/>
              <p:nvPr/>
            </p:nvSpPr>
            <p:spPr>
              <a:xfrm rot="5976183">
                <a:off x="8808578" y="3408341"/>
                <a:ext cx="212638" cy="97956"/>
              </a:xfrm>
              <a:custGeom>
                <a:avLst/>
                <a:gdLst/>
                <a:ahLst/>
                <a:cxnLst/>
                <a:rect l="l" t="t" r="r" b="b"/>
                <a:pathLst>
                  <a:path w="391" h="181" extrusionOk="0">
                    <a:moveTo>
                      <a:pt x="381" y="180"/>
                    </a:moveTo>
                    <a:cubicBezTo>
                      <a:pt x="380" y="180"/>
                      <a:pt x="379" y="180"/>
                      <a:pt x="379" y="179"/>
                    </a:cubicBezTo>
                    <a:lnTo>
                      <a:pt x="6" y="15"/>
                    </a:lnTo>
                    <a:cubicBezTo>
                      <a:pt x="2" y="13"/>
                      <a:pt x="0" y="10"/>
                      <a:pt x="2" y="6"/>
                    </a:cubicBezTo>
                    <a:cubicBezTo>
                      <a:pt x="4" y="2"/>
                      <a:pt x="8" y="0"/>
                      <a:pt x="12" y="2"/>
                    </a:cubicBezTo>
                    <a:lnTo>
                      <a:pt x="384" y="166"/>
                    </a:lnTo>
                    <a:cubicBezTo>
                      <a:pt x="388" y="168"/>
                      <a:pt x="390" y="172"/>
                      <a:pt x="388" y="175"/>
                    </a:cubicBezTo>
                    <a:cubicBezTo>
                      <a:pt x="387" y="178"/>
                      <a:pt x="384" y="180"/>
                      <a:pt x="381" y="18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1" name="Google Shape;351;p25"/>
              <p:cNvSpPr/>
              <p:nvPr/>
            </p:nvSpPr>
            <p:spPr>
              <a:xfrm rot="5976188">
                <a:off x="8822983" y="3576118"/>
                <a:ext cx="40616" cy="179189"/>
              </a:xfrm>
              <a:custGeom>
                <a:avLst/>
                <a:gdLst/>
                <a:ahLst/>
                <a:cxnLst/>
                <a:rect l="l" t="t" r="r" b="b"/>
                <a:pathLst>
                  <a:path w="74" h="330" extrusionOk="0">
                    <a:moveTo>
                      <a:pt x="64" y="329"/>
                    </a:moveTo>
                    <a:cubicBezTo>
                      <a:pt x="61" y="329"/>
                      <a:pt x="58" y="326"/>
                      <a:pt x="58" y="323"/>
                    </a:cubicBezTo>
                    <a:lnTo>
                      <a:pt x="1" y="9"/>
                    </a:lnTo>
                    <a:cubicBezTo>
                      <a:pt x="0" y="5"/>
                      <a:pt x="2" y="1"/>
                      <a:pt x="6" y="1"/>
                    </a:cubicBezTo>
                    <a:cubicBezTo>
                      <a:pt x="10" y="0"/>
                      <a:pt x="14" y="2"/>
                      <a:pt x="15" y="6"/>
                    </a:cubicBezTo>
                    <a:lnTo>
                      <a:pt x="72" y="321"/>
                    </a:lnTo>
                    <a:cubicBezTo>
                      <a:pt x="73" y="324"/>
                      <a:pt x="70" y="328"/>
                      <a:pt x="66" y="329"/>
                    </a:cubicBezTo>
                    <a:cubicBezTo>
                      <a:pt x="65" y="329"/>
                      <a:pt x="65" y="329"/>
                      <a:pt x="64" y="32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2" name="Google Shape;352;p25"/>
              <p:cNvSpPr/>
              <p:nvPr/>
            </p:nvSpPr>
            <p:spPr>
              <a:xfrm rot="5976182">
                <a:off x="8910610" y="3587516"/>
                <a:ext cx="195915" cy="64507"/>
              </a:xfrm>
              <a:custGeom>
                <a:avLst/>
                <a:gdLst/>
                <a:ahLst/>
                <a:cxnLst/>
                <a:rect l="l" t="t" r="r" b="b"/>
                <a:pathLst>
                  <a:path w="363" h="120" extrusionOk="0">
                    <a:moveTo>
                      <a:pt x="355" y="119"/>
                    </a:moveTo>
                    <a:cubicBezTo>
                      <a:pt x="354" y="119"/>
                      <a:pt x="354" y="119"/>
                      <a:pt x="353" y="119"/>
                    </a:cubicBezTo>
                    <a:lnTo>
                      <a:pt x="6" y="14"/>
                    </a:lnTo>
                    <a:cubicBezTo>
                      <a:pt x="2" y="13"/>
                      <a:pt x="0" y="9"/>
                      <a:pt x="1" y="5"/>
                    </a:cubicBezTo>
                    <a:cubicBezTo>
                      <a:pt x="2" y="1"/>
                      <a:pt x="6" y="0"/>
                      <a:pt x="10" y="0"/>
                    </a:cubicBezTo>
                    <a:lnTo>
                      <a:pt x="357" y="105"/>
                    </a:lnTo>
                    <a:cubicBezTo>
                      <a:pt x="360" y="106"/>
                      <a:pt x="362" y="110"/>
                      <a:pt x="361" y="114"/>
                    </a:cubicBezTo>
                    <a:cubicBezTo>
                      <a:pt x="360" y="116"/>
                      <a:pt x="357" y="119"/>
                      <a:pt x="355" y="11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"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6"/>
          <p:cNvSpPr txBox="1">
            <a:spLocks noGrp="1"/>
          </p:cNvSpPr>
          <p:nvPr>
            <p:ph type="title"/>
          </p:nvPr>
        </p:nvSpPr>
        <p:spPr>
          <a:xfrm>
            <a:off x="720000" y="511025"/>
            <a:ext cx="77040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355" name="Google Shape;355;p26"/>
          <p:cNvGrpSpPr/>
          <p:nvPr/>
        </p:nvGrpSpPr>
        <p:grpSpPr>
          <a:xfrm>
            <a:off x="-2809252" y="-2968083"/>
            <a:ext cx="14749345" cy="11198030"/>
            <a:chOff x="-2809252" y="-2968083"/>
            <a:chExt cx="14749345" cy="11198030"/>
          </a:xfrm>
        </p:grpSpPr>
        <p:sp>
          <p:nvSpPr>
            <p:cNvPr id="356" name="Google Shape;356;p26"/>
            <p:cNvSpPr/>
            <p:nvPr/>
          </p:nvSpPr>
          <p:spPr>
            <a:xfrm rot="3507190">
              <a:off x="6941357" y="-2065193"/>
              <a:ext cx="4341218" cy="3971934"/>
            </a:xfrm>
            <a:custGeom>
              <a:avLst/>
              <a:gdLst/>
              <a:ahLst/>
              <a:cxnLst/>
              <a:rect l="l" t="t" r="r" b="b"/>
              <a:pathLst>
                <a:path w="25107" h="22971" extrusionOk="0">
                  <a:moveTo>
                    <a:pt x="6029" y="1"/>
                  </a:moveTo>
                  <a:cubicBezTo>
                    <a:pt x="4338" y="1"/>
                    <a:pt x="2979" y="676"/>
                    <a:pt x="2106" y="1643"/>
                  </a:cubicBezTo>
                  <a:cubicBezTo>
                    <a:pt x="580" y="3337"/>
                    <a:pt x="1" y="6173"/>
                    <a:pt x="2576" y="10368"/>
                  </a:cubicBezTo>
                  <a:cubicBezTo>
                    <a:pt x="4339" y="13239"/>
                    <a:pt x="4269" y="14957"/>
                    <a:pt x="3934" y="17793"/>
                  </a:cubicBezTo>
                  <a:cubicBezTo>
                    <a:pt x="3597" y="20624"/>
                    <a:pt x="4165" y="21865"/>
                    <a:pt x="5284" y="22550"/>
                  </a:cubicBezTo>
                  <a:cubicBezTo>
                    <a:pt x="5735" y="22827"/>
                    <a:pt x="6253" y="22970"/>
                    <a:pt x="6788" y="22970"/>
                  </a:cubicBezTo>
                  <a:cubicBezTo>
                    <a:pt x="7978" y="22970"/>
                    <a:pt x="9255" y="22259"/>
                    <a:pt x="10087" y="20722"/>
                  </a:cubicBezTo>
                  <a:cubicBezTo>
                    <a:pt x="11061" y="18911"/>
                    <a:pt x="11691" y="17303"/>
                    <a:pt x="13839" y="17303"/>
                  </a:cubicBezTo>
                  <a:cubicBezTo>
                    <a:pt x="14341" y="17303"/>
                    <a:pt x="14925" y="17391"/>
                    <a:pt x="15616" y="17584"/>
                  </a:cubicBezTo>
                  <a:cubicBezTo>
                    <a:pt x="16571" y="17851"/>
                    <a:pt x="17477" y="17980"/>
                    <a:pt x="18320" y="17980"/>
                  </a:cubicBezTo>
                  <a:cubicBezTo>
                    <a:pt x="20695" y="17980"/>
                    <a:pt x="22564" y="16954"/>
                    <a:pt x="23591" y="15113"/>
                  </a:cubicBezTo>
                  <a:cubicBezTo>
                    <a:pt x="24984" y="12619"/>
                    <a:pt x="25106" y="8192"/>
                    <a:pt x="22164" y="6325"/>
                  </a:cubicBezTo>
                  <a:cubicBezTo>
                    <a:pt x="19224" y="4462"/>
                    <a:pt x="16596" y="6173"/>
                    <a:pt x="12118" y="2548"/>
                  </a:cubicBezTo>
                  <a:cubicBezTo>
                    <a:pt x="9850" y="712"/>
                    <a:pt x="7765" y="1"/>
                    <a:pt x="60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FE2EF"/>
                </a:solidFill>
              </a:endParaRPr>
            </a:p>
          </p:txBody>
        </p:sp>
        <p:grpSp>
          <p:nvGrpSpPr>
            <p:cNvPr id="357" name="Google Shape;357;p26"/>
            <p:cNvGrpSpPr/>
            <p:nvPr/>
          </p:nvGrpSpPr>
          <p:grpSpPr>
            <a:xfrm flipH="1">
              <a:off x="-2809252" y="2028432"/>
              <a:ext cx="6915960" cy="6201515"/>
              <a:chOff x="5321998" y="2028432"/>
              <a:chExt cx="6915960" cy="6201515"/>
            </a:xfrm>
          </p:grpSpPr>
          <p:sp>
            <p:nvSpPr>
              <p:cNvPr id="358" name="Google Shape;358;p26"/>
              <p:cNvSpPr/>
              <p:nvPr/>
            </p:nvSpPr>
            <p:spPr>
              <a:xfrm rot="3435988">
                <a:off x="7223031" y="3344206"/>
                <a:ext cx="4341224" cy="3971938"/>
              </a:xfrm>
              <a:custGeom>
                <a:avLst/>
                <a:gdLst/>
                <a:ahLst/>
                <a:cxnLst/>
                <a:rect l="l" t="t" r="r" b="b"/>
                <a:pathLst>
                  <a:path w="25107" h="22971" extrusionOk="0">
                    <a:moveTo>
                      <a:pt x="6029" y="1"/>
                    </a:moveTo>
                    <a:cubicBezTo>
                      <a:pt x="4338" y="1"/>
                      <a:pt x="2979" y="676"/>
                      <a:pt x="2106" y="1643"/>
                    </a:cubicBezTo>
                    <a:cubicBezTo>
                      <a:pt x="580" y="3337"/>
                      <a:pt x="1" y="6173"/>
                      <a:pt x="2576" y="10368"/>
                    </a:cubicBezTo>
                    <a:cubicBezTo>
                      <a:pt x="4339" y="13239"/>
                      <a:pt x="4269" y="14957"/>
                      <a:pt x="3934" y="17793"/>
                    </a:cubicBezTo>
                    <a:cubicBezTo>
                      <a:pt x="3597" y="20624"/>
                      <a:pt x="4165" y="21865"/>
                      <a:pt x="5284" y="22550"/>
                    </a:cubicBezTo>
                    <a:cubicBezTo>
                      <a:pt x="5735" y="22827"/>
                      <a:pt x="6253" y="22970"/>
                      <a:pt x="6788" y="22970"/>
                    </a:cubicBezTo>
                    <a:cubicBezTo>
                      <a:pt x="7978" y="22970"/>
                      <a:pt x="9255" y="22259"/>
                      <a:pt x="10087" y="20722"/>
                    </a:cubicBezTo>
                    <a:cubicBezTo>
                      <a:pt x="11061" y="18911"/>
                      <a:pt x="11691" y="17303"/>
                      <a:pt x="13839" y="17303"/>
                    </a:cubicBezTo>
                    <a:cubicBezTo>
                      <a:pt x="14341" y="17303"/>
                      <a:pt x="14925" y="17391"/>
                      <a:pt x="15616" y="17584"/>
                    </a:cubicBezTo>
                    <a:cubicBezTo>
                      <a:pt x="16571" y="17851"/>
                      <a:pt x="17477" y="17980"/>
                      <a:pt x="18320" y="17980"/>
                    </a:cubicBezTo>
                    <a:cubicBezTo>
                      <a:pt x="20695" y="17980"/>
                      <a:pt x="22564" y="16954"/>
                      <a:pt x="23591" y="15113"/>
                    </a:cubicBezTo>
                    <a:cubicBezTo>
                      <a:pt x="24984" y="12619"/>
                      <a:pt x="25106" y="8192"/>
                      <a:pt x="22164" y="6325"/>
                    </a:cubicBezTo>
                    <a:cubicBezTo>
                      <a:pt x="19224" y="4462"/>
                      <a:pt x="16596" y="6173"/>
                      <a:pt x="12118" y="2548"/>
                    </a:cubicBezTo>
                    <a:cubicBezTo>
                      <a:pt x="9850" y="712"/>
                      <a:pt x="7765" y="1"/>
                      <a:pt x="60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grpSp>
            <p:nvGrpSpPr>
              <p:cNvPr id="359" name="Google Shape;359;p26"/>
              <p:cNvGrpSpPr/>
              <p:nvPr/>
            </p:nvGrpSpPr>
            <p:grpSpPr>
              <a:xfrm>
                <a:off x="8017245" y="4305760"/>
                <a:ext cx="943640" cy="837728"/>
                <a:chOff x="8017245" y="4305760"/>
                <a:chExt cx="943640" cy="837728"/>
              </a:xfrm>
            </p:grpSpPr>
            <p:sp>
              <p:nvSpPr>
                <p:cNvPr id="360" name="Google Shape;360;p26"/>
                <p:cNvSpPr/>
                <p:nvPr/>
              </p:nvSpPr>
              <p:spPr>
                <a:xfrm rot="-2826888">
                  <a:off x="8112182" y="4536514"/>
                  <a:ext cx="145076" cy="3223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" h="619" extrusionOk="0">
                      <a:moveTo>
                        <a:pt x="172" y="618"/>
                      </a:moveTo>
                      <a:cubicBezTo>
                        <a:pt x="172" y="618"/>
                        <a:pt x="173" y="617"/>
                        <a:pt x="174" y="616"/>
                      </a:cubicBezTo>
                      <a:cubicBezTo>
                        <a:pt x="175" y="615"/>
                        <a:pt x="177" y="613"/>
                        <a:pt x="179" y="610"/>
                      </a:cubicBezTo>
                      <a:cubicBezTo>
                        <a:pt x="181" y="607"/>
                        <a:pt x="183" y="604"/>
                        <a:pt x="186" y="601"/>
                      </a:cubicBezTo>
                      <a:cubicBezTo>
                        <a:pt x="188" y="597"/>
                        <a:pt x="192" y="593"/>
                        <a:pt x="196" y="588"/>
                      </a:cubicBezTo>
                      <a:cubicBezTo>
                        <a:pt x="209" y="569"/>
                        <a:pt x="226" y="543"/>
                        <a:pt x="239" y="513"/>
                      </a:cubicBezTo>
                      <a:cubicBezTo>
                        <a:pt x="252" y="483"/>
                        <a:pt x="263" y="446"/>
                        <a:pt x="269" y="409"/>
                      </a:cubicBezTo>
                      <a:cubicBezTo>
                        <a:pt x="275" y="372"/>
                        <a:pt x="276" y="333"/>
                        <a:pt x="271" y="294"/>
                      </a:cubicBezTo>
                      <a:cubicBezTo>
                        <a:pt x="266" y="255"/>
                        <a:pt x="258" y="217"/>
                        <a:pt x="244" y="182"/>
                      </a:cubicBezTo>
                      <a:cubicBezTo>
                        <a:pt x="229" y="146"/>
                        <a:pt x="211" y="116"/>
                        <a:pt x="191" y="88"/>
                      </a:cubicBezTo>
                      <a:cubicBezTo>
                        <a:pt x="182" y="75"/>
                        <a:pt x="170" y="62"/>
                        <a:pt x="161" y="52"/>
                      </a:cubicBezTo>
                      <a:cubicBezTo>
                        <a:pt x="150" y="41"/>
                        <a:pt x="141" y="32"/>
                        <a:pt x="132" y="24"/>
                      </a:cubicBezTo>
                      <a:cubicBezTo>
                        <a:pt x="128" y="21"/>
                        <a:pt x="124" y="17"/>
                        <a:pt x="121" y="14"/>
                      </a:cubicBezTo>
                      <a:cubicBezTo>
                        <a:pt x="117" y="11"/>
                        <a:pt x="114" y="8"/>
                        <a:pt x="111" y="6"/>
                      </a:cubicBezTo>
                      <a:cubicBezTo>
                        <a:pt x="108" y="4"/>
                        <a:pt x="106" y="1"/>
                        <a:pt x="105" y="1"/>
                      </a:cubicBezTo>
                      <a:cubicBezTo>
                        <a:pt x="103" y="0"/>
                        <a:pt x="103" y="0"/>
                        <a:pt x="103" y="0"/>
                      </a:cubicBezTo>
                      <a:cubicBezTo>
                        <a:pt x="103" y="0"/>
                        <a:pt x="102" y="1"/>
                        <a:pt x="101" y="1"/>
                      </a:cubicBezTo>
                      <a:cubicBezTo>
                        <a:pt x="100" y="2"/>
                        <a:pt x="98" y="4"/>
                        <a:pt x="96" y="7"/>
                      </a:cubicBezTo>
                      <a:cubicBezTo>
                        <a:pt x="94" y="10"/>
                        <a:pt x="91" y="13"/>
                        <a:pt x="88" y="17"/>
                      </a:cubicBezTo>
                      <a:cubicBezTo>
                        <a:pt x="85" y="21"/>
                        <a:pt x="83" y="24"/>
                        <a:pt x="79" y="29"/>
                      </a:cubicBezTo>
                      <a:cubicBezTo>
                        <a:pt x="72" y="39"/>
                        <a:pt x="65" y="50"/>
                        <a:pt x="58" y="62"/>
                      </a:cubicBezTo>
                      <a:cubicBezTo>
                        <a:pt x="50" y="75"/>
                        <a:pt x="43" y="89"/>
                        <a:pt x="37" y="105"/>
                      </a:cubicBezTo>
                      <a:cubicBezTo>
                        <a:pt x="24" y="136"/>
                        <a:pt x="13" y="172"/>
                        <a:pt x="6" y="209"/>
                      </a:cubicBezTo>
                      <a:cubicBezTo>
                        <a:pt x="1" y="246"/>
                        <a:pt x="0" y="285"/>
                        <a:pt x="5" y="324"/>
                      </a:cubicBezTo>
                      <a:cubicBezTo>
                        <a:pt x="9" y="363"/>
                        <a:pt x="19" y="401"/>
                        <a:pt x="33" y="436"/>
                      </a:cubicBezTo>
                      <a:cubicBezTo>
                        <a:pt x="47" y="471"/>
                        <a:pt x="65" y="503"/>
                        <a:pt x="85" y="530"/>
                      </a:cubicBezTo>
                      <a:cubicBezTo>
                        <a:pt x="106" y="557"/>
                        <a:pt x="126" y="579"/>
                        <a:pt x="144" y="594"/>
                      </a:cubicBezTo>
                      <a:cubicBezTo>
                        <a:pt x="147" y="598"/>
                        <a:pt x="152" y="602"/>
                        <a:pt x="155" y="604"/>
                      </a:cubicBezTo>
                      <a:cubicBezTo>
                        <a:pt x="159" y="607"/>
                        <a:pt x="162" y="610"/>
                        <a:pt x="165" y="612"/>
                      </a:cubicBezTo>
                      <a:cubicBezTo>
                        <a:pt x="167" y="614"/>
                        <a:pt x="169" y="616"/>
                        <a:pt x="171" y="617"/>
                      </a:cubicBezTo>
                      <a:cubicBezTo>
                        <a:pt x="171" y="618"/>
                        <a:pt x="172" y="618"/>
                        <a:pt x="172" y="618"/>
                      </a:cubicBezTo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1" name="Google Shape;361;p26"/>
                <p:cNvSpPr/>
                <p:nvPr/>
              </p:nvSpPr>
              <p:spPr>
                <a:xfrm rot="-2826872">
                  <a:off x="8093848" y="4826636"/>
                  <a:ext cx="271731" cy="1934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9" h="370" extrusionOk="0">
                      <a:moveTo>
                        <a:pt x="518" y="355"/>
                      </a:moveTo>
                      <a:cubicBezTo>
                        <a:pt x="518" y="355"/>
                        <a:pt x="518" y="354"/>
                        <a:pt x="518" y="352"/>
                      </a:cubicBezTo>
                      <a:cubicBezTo>
                        <a:pt x="518" y="350"/>
                        <a:pt x="517" y="347"/>
                        <a:pt x="517" y="344"/>
                      </a:cubicBezTo>
                      <a:cubicBezTo>
                        <a:pt x="516" y="342"/>
                        <a:pt x="516" y="337"/>
                        <a:pt x="515" y="333"/>
                      </a:cubicBezTo>
                      <a:cubicBezTo>
                        <a:pt x="514" y="328"/>
                        <a:pt x="513" y="324"/>
                        <a:pt x="511" y="318"/>
                      </a:cubicBezTo>
                      <a:cubicBezTo>
                        <a:pt x="505" y="296"/>
                        <a:pt x="496" y="266"/>
                        <a:pt x="481" y="237"/>
                      </a:cubicBezTo>
                      <a:cubicBezTo>
                        <a:pt x="465" y="206"/>
                        <a:pt x="445" y="176"/>
                        <a:pt x="421" y="147"/>
                      </a:cubicBezTo>
                      <a:cubicBezTo>
                        <a:pt x="396" y="119"/>
                        <a:pt x="366" y="93"/>
                        <a:pt x="334" y="71"/>
                      </a:cubicBezTo>
                      <a:cubicBezTo>
                        <a:pt x="301" y="49"/>
                        <a:pt x="266" y="32"/>
                        <a:pt x="230" y="21"/>
                      </a:cubicBezTo>
                      <a:cubicBezTo>
                        <a:pt x="194" y="9"/>
                        <a:pt x="158" y="2"/>
                        <a:pt x="124" y="1"/>
                      </a:cubicBezTo>
                      <a:cubicBezTo>
                        <a:pt x="107" y="0"/>
                        <a:pt x="91" y="0"/>
                        <a:pt x="77" y="1"/>
                      </a:cubicBezTo>
                      <a:cubicBezTo>
                        <a:pt x="62" y="2"/>
                        <a:pt x="49" y="2"/>
                        <a:pt x="38" y="4"/>
                      </a:cubicBezTo>
                      <a:cubicBezTo>
                        <a:pt x="32" y="5"/>
                        <a:pt x="27" y="6"/>
                        <a:pt x="22" y="7"/>
                      </a:cubicBezTo>
                      <a:cubicBezTo>
                        <a:pt x="18" y="8"/>
                        <a:pt x="14" y="9"/>
                        <a:pt x="11" y="10"/>
                      </a:cubicBezTo>
                      <a:cubicBezTo>
                        <a:pt x="8" y="11"/>
                        <a:pt x="5" y="12"/>
                        <a:pt x="3" y="12"/>
                      </a:cubicBezTo>
                      <a:cubicBezTo>
                        <a:pt x="1" y="12"/>
                        <a:pt x="0" y="13"/>
                        <a:pt x="0" y="13"/>
                      </a:cubicBezTo>
                      <a:cubicBezTo>
                        <a:pt x="0" y="13"/>
                        <a:pt x="0" y="14"/>
                        <a:pt x="0" y="16"/>
                      </a:cubicBezTo>
                      <a:cubicBezTo>
                        <a:pt x="0" y="18"/>
                        <a:pt x="1" y="21"/>
                        <a:pt x="1" y="23"/>
                      </a:cubicBezTo>
                      <a:cubicBezTo>
                        <a:pt x="2" y="26"/>
                        <a:pt x="2" y="31"/>
                        <a:pt x="3" y="35"/>
                      </a:cubicBezTo>
                      <a:cubicBezTo>
                        <a:pt x="4" y="40"/>
                        <a:pt x="5" y="44"/>
                        <a:pt x="7" y="50"/>
                      </a:cubicBezTo>
                      <a:cubicBezTo>
                        <a:pt x="10" y="62"/>
                        <a:pt x="14" y="74"/>
                        <a:pt x="19" y="88"/>
                      </a:cubicBezTo>
                      <a:cubicBezTo>
                        <a:pt x="23" y="102"/>
                        <a:pt x="30" y="117"/>
                        <a:pt x="38" y="132"/>
                      </a:cubicBezTo>
                      <a:cubicBezTo>
                        <a:pt x="53" y="163"/>
                        <a:pt x="73" y="193"/>
                        <a:pt x="98" y="222"/>
                      </a:cubicBezTo>
                      <a:cubicBezTo>
                        <a:pt x="122" y="250"/>
                        <a:pt x="152" y="276"/>
                        <a:pt x="184" y="297"/>
                      </a:cubicBezTo>
                      <a:cubicBezTo>
                        <a:pt x="217" y="318"/>
                        <a:pt x="252" y="336"/>
                        <a:pt x="288" y="347"/>
                      </a:cubicBezTo>
                      <a:cubicBezTo>
                        <a:pt x="324" y="359"/>
                        <a:pt x="361" y="365"/>
                        <a:pt x="394" y="367"/>
                      </a:cubicBezTo>
                      <a:cubicBezTo>
                        <a:pt x="427" y="369"/>
                        <a:pt x="458" y="367"/>
                        <a:pt x="481" y="364"/>
                      </a:cubicBezTo>
                      <a:cubicBezTo>
                        <a:pt x="486" y="363"/>
                        <a:pt x="491" y="362"/>
                        <a:pt x="496" y="361"/>
                      </a:cubicBezTo>
                      <a:cubicBezTo>
                        <a:pt x="501" y="360"/>
                        <a:pt x="504" y="359"/>
                        <a:pt x="507" y="358"/>
                      </a:cubicBezTo>
                      <a:cubicBezTo>
                        <a:pt x="510" y="357"/>
                        <a:pt x="513" y="356"/>
                        <a:pt x="515" y="356"/>
                      </a:cubicBezTo>
                      <a:cubicBezTo>
                        <a:pt x="517" y="356"/>
                        <a:pt x="518" y="355"/>
                        <a:pt x="518" y="355"/>
                      </a:cubicBezTo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2" name="Google Shape;362;p26"/>
                <p:cNvSpPr/>
                <p:nvPr/>
              </p:nvSpPr>
              <p:spPr>
                <a:xfrm rot="-2826883">
                  <a:off x="8314007" y="4568602"/>
                  <a:ext cx="126653" cy="232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1" h="445" extrusionOk="0">
                      <a:moveTo>
                        <a:pt x="33" y="444"/>
                      </a:moveTo>
                      <a:cubicBezTo>
                        <a:pt x="33" y="444"/>
                        <a:pt x="34" y="444"/>
                        <a:pt x="35" y="444"/>
                      </a:cubicBezTo>
                      <a:cubicBezTo>
                        <a:pt x="36" y="443"/>
                        <a:pt x="38" y="443"/>
                        <a:pt x="40" y="442"/>
                      </a:cubicBezTo>
                      <a:cubicBezTo>
                        <a:pt x="42" y="441"/>
                        <a:pt x="46" y="440"/>
                        <a:pt x="49" y="438"/>
                      </a:cubicBezTo>
                      <a:cubicBezTo>
                        <a:pt x="52" y="436"/>
                        <a:pt x="56" y="435"/>
                        <a:pt x="59" y="433"/>
                      </a:cubicBezTo>
                      <a:cubicBezTo>
                        <a:pt x="75" y="425"/>
                        <a:pt x="95" y="413"/>
                        <a:pt x="116" y="397"/>
                      </a:cubicBezTo>
                      <a:cubicBezTo>
                        <a:pt x="136" y="381"/>
                        <a:pt x="156" y="361"/>
                        <a:pt x="173" y="337"/>
                      </a:cubicBezTo>
                      <a:cubicBezTo>
                        <a:pt x="190" y="314"/>
                        <a:pt x="204" y="287"/>
                        <a:pt x="216" y="260"/>
                      </a:cubicBezTo>
                      <a:cubicBezTo>
                        <a:pt x="226" y="232"/>
                        <a:pt x="234" y="202"/>
                        <a:pt x="237" y="174"/>
                      </a:cubicBezTo>
                      <a:cubicBezTo>
                        <a:pt x="240" y="145"/>
                        <a:pt x="239" y="117"/>
                        <a:pt x="235" y="91"/>
                      </a:cubicBezTo>
                      <a:cubicBezTo>
                        <a:pt x="233" y="79"/>
                        <a:pt x="230" y="66"/>
                        <a:pt x="227" y="56"/>
                      </a:cubicBezTo>
                      <a:cubicBezTo>
                        <a:pt x="224" y="45"/>
                        <a:pt x="220" y="35"/>
                        <a:pt x="218" y="27"/>
                      </a:cubicBezTo>
                      <a:cubicBezTo>
                        <a:pt x="216" y="23"/>
                        <a:pt x="215" y="20"/>
                        <a:pt x="213" y="16"/>
                      </a:cubicBezTo>
                      <a:cubicBezTo>
                        <a:pt x="212" y="13"/>
                        <a:pt x="210" y="10"/>
                        <a:pt x="209" y="7"/>
                      </a:cubicBezTo>
                      <a:lnTo>
                        <a:pt x="206" y="1"/>
                      </a:lnTo>
                      <a:cubicBezTo>
                        <a:pt x="205" y="1"/>
                        <a:pt x="205" y="0"/>
                        <a:pt x="205" y="0"/>
                      </a:cubicBezTo>
                      <a:cubicBezTo>
                        <a:pt x="205" y="0"/>
                        <a:pt x="204" y="0"/>
                        <a:pt x="203" y="1"/>
                      </a:cubicBezTo>
                      <a:cubicBezTo>
                        <a:pt x="202" y="1"/>
                        <a:pt x="200" y="1"/>
                        <a:pt x="198" y="2"/>
                      </a:cubicBezTo>
                      <a:cubicBezTo>
                        <a:pt x="195" y="3"/>
                        <a:pt x="192" y="4"/>
                        <a:pt x="189" y="6"/>
                      </a:cubicBezTo>
                      <a:cubicBezTo>
                        <a:pt x="186" y="8"/>
                        <a:pt x="182" y="9"/>
                        <a:pt x="179" y="11"/>
                      </a:cubicBezTo>
                      <a:cubicBezTo>
                        <a:pt x="171" y="15"/>
                        <a:pt x="161" y="20"/>
                        <a:pt x="152" y="26"/>
                      </a:cubicBezTo>
                      <a:cubicBezTo>
                        <a:pt x="142" y="32"/>
                        <a:pt x="132" y="40"/>
                        <a:pt x="122" y="47"/>
                      </a:cubicBezTo>
                      <a:cubicBezTo>
                        <a:pt x="102" y="63"/>
                        <a:pt x="82" y="83"/>
                        <a:pt x="65" y="107"/>
                      </a:cubicBezTo>
                      <a:cubicBezTo>
                        <a:pt x="48" y="130"/>
                        <a:pt x="33" y="156"/>
                        <a:pt x="23" y="184"/>
                      </a:cubicBezTo>
                      <a:cubicBezTo>
                        <a:pt x="12" y="211"/>
                        <a:pt x="5" y="242"/>
                        <a:pt x="3" y="270"/>
                      </a:cubicBezTo>
                      <a:cubicBezTo>
                        <a:pt x="0" y="299"/>
                        <a:pt x="1" y="327"/>
                        <a:pt x="6" y="353"/>
                      </a:cubicBezTo>
                      <a:cubicBezTo>
                        <a:pt x="10" y="379"/>
                        <a:pt x="17" y="401"/>
                        <a:pt x="23" y="418"/>
                      </a:cubicBezTo>
                      <a:cubicBezTo>
                        <a:pt x="25" y="422"/>
                        <a:pt x="26" y="425"/>
                        <a:pt x="28" y="429"/>
                      </a:cubicBezTo>
                      <a:cubicBezTo>
                        <a:pt x="29" y="432"/>
                        <a:pt x="31" y="435"/>
                        <a:pt x="32" y="438"/>
                      </a:cubicBezTo>
                      <a:lnTo>
                        <a:pt x="35" y="444"/>
                      </a:lnTo>
                      <a:cubicBezTo>
                        <a:pt x="32" y="444"/>
                        <a:pt x="33" y="444"/>
                        <a:pt x="33" y="444"/>
                      </a:cubicBezTo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3" name="Google Shape;363;p26"/>
                <p:cNvSpPr/>
                <p:nvPr/>
              </p:nvSpPr>
              <p:spPr>
                <a:xfrm rot="-2826886">
                  <a:off x="8476913" y="4622864"/>
                  <a:ext cx="101324" cy="2302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2" h="440" extrusionOk="0">
                      <a:moveTo>
                        <a:pt x="94" y="439"/>
                      </a:moveTo>
                      <a:cubicBezTo>
                        <a:pt x="94" y="439"/>
                        <a:pt x="95" y="439"/>
                        <a:pt x="96" y="438"/>
                      </a:cubicBezTo>
                      <a:cubicBezTo>
                        <a:pt x="97" y="437"/>
                        <a:pt x="99" y="436"/>
                        <a:pt x="100" y="434"/>
                      </a:cubicBezTo>
                      <a:cubicBezTo>
                        <a:pt x="102" y="432"/>
                        <a:pt x="104" y="430"/>
                        <a:pt x="106" y="428"/>
                      </a:cubicBezTo>
                      <a:cubicBezTo>
                        <a:pt x="108" y="426"/>
                        <a:pt x="111" y="424"/>
                        <a:pt x="114" y="421"/>
                      </a:cubicBezTo>
                      <a:cubicBezTo>
                        <a:pt x="124" y="408"/>
                        <a:pt x="137" y="391"/>
                        <a:pt x="150" y="371"/>
                      </a:cubicBezTo>
                      <a:cubicBezTo>
                        <a:pt x="162" y="350"/>
                        <a:pt x="173" y="326"/>
                        <a:pt x="179" y="301"/>
                      </a:cubicBezTo>
                      <a:cubicBezTo>
                        <a:pt x="187" y="275"/>
                        <a:pt x="190" y="247"/>
                        <a:pt x="191" y="220"/>
                      </a:cubicBezTo>
                      <a:cubicBezTo>
                        <a:pt x="191" y="192"/>
                        <a:pt x="186" y="165"/>
                        <a:pt x="180" y="139"/>
                      </a:cubicBezTo>
                      <a:cubicBezTo>
                        <a:pt x="173" y="113"/>
                        <a:pt x="163" y="89"/>
                        <a:pt x="151" y="68"/>
                      </a:cubicBezTo>
                      <a:cubicBezTo>
                        <a:pt x="145" y="58"/>
                        <a:pt x="138" y="48"/>
                        <a:pt x="133" y="40"/>
                      </a:cubicBezTo>
                      <a:cubicBezTo>
                        <a:pt x="126" y="31"/>
                        <a:pt x="120" y="24"/>
                        <a:pt x="114" y="18"/>
                      </a:cubicBezTo>
                      <a:cubicBezTo>
                        <a:pt x="112" y="15"/>
                        <a:pt x="110" y="12"/>
                        <a:pt x="107" y="10"/>
                      </a:cubicBezTo>
                      <a:cubicBezTo>
                        <a:pt x="105" y="8"/>
                        <a:pt x="102" y="5"/>
                        <a:pt x="101" y="4"/>
                      </a:cubicBezTo>
                      <a:cubicBezTo>
                        <a:pt x="99" y="2"/>
                        <a:pt x="98" y="2"/>
                        <a:pt x="97" y="1"/>
                      </a:cubicBezTo>
                      <a:cubicBezTo>
                        <a:pt x="96" y="0"/>
                        <a:pt x="95" y="0"/>
                        <a:pt x="95" y="0"/>
                      </a:cubicBezTo>
                      <a:cubicBezTo>
                        <a:pt x="95" y="0"/>
                        <a:pt x="94" y="0"/>
                        <a:pt x="94" y="1"/>
                      </a:cubicBezTo>
                      <a:cubicBezTo>
                        <a:pt x="93" y="2"/>
                        <a:pt x="91" y="3"/>
                        <a:pt x="90" y="4"/>
                      </a:cubicBezTo>
                      <a:cubicBezTo>
                        <a:pt x="88" y="6"/>
                        <a:pt x="86" y="8"/>
                        <a:pt x="84" y="10"/>
                      </a:cubicBezTo>
                      <a:cubicBezTo>
                        <a:pt x="82" y="12"/>
                        <a:pt x="79" y="15"/>
                        <a:pt x="76" y="18"/>
                      </a:cubicBezTo>
                      <a:cubicBezTo>
                        <a:pt x="71" y="24"/>
                        <a:pt x="65" y="31"/>
                        <a:pt x="58" y="40"/>
                      </a:cubicBezTo>
                      <a:cubicBezTo>
                        <a:pt x="53" y="48"/>
                        <a:pt x="46" y="58"/>
                        <a:pt x="40" y="68"/>
                      </a:cubicBezTo>
                      <a:cubicBezTo>
                        <a:pt x="28" y="89"/>
                        <a:pt x="17" y="113"/>
                        <a:pt x="11" y="139"/>
                      </a:cubicBezTo>
                      <a:cubicBezTo>
                        <a:pt x="3" y="165"/>
                        <a:pt x="0" y="192"/>
                        <a:pt x="0" y="220"/>
                      </a:cubicBezTo>
                      <a:cubicBezTo>
                        <a:pt x="0" y="247"/>
                        <a:pt x="4" y="275"/>
                        <a:pt x="11" y="301"/>
                      </a:cubicBezTo>
                      <a:cubicBezTo>
                        <a:pt x="17" y="326"/>
                        <a:pt x="28" y="350"/>
                        <a:pt x="40" y="371"/>
                      </a:cubicBezTo>
                      <a:cubicBezTo>
                        <a:pt x="52" y="392"/>
                        <a:pt x="65" y="409"/>
                        <a:pt x="76" y="421"/>
                      </a:cubicBezTo>
                      <a:cubicBezTo>
                        <a:pt x="79" y="424"/>
                        <a:pt x="81" y="426"/>
                        <a:pt x="84" y="428"/>
                      </a:cubicBezTo>
                      <a:cubicBezTo>
                        <a:pt x="86" y="430"/>
                        <a:pt x="89" y="433"/>
                        <a:pt x="90" y="434"/>
                      </a:cubicBezTo>
                      <a:cubicBezTo>
                        <a:pt x="92" y="436"/>
                        <a:pt x="93" y="437"/>
                        <a:pt x="94" y="438"/>
                      </a:cubicBezTo>
                      <a:cubicBezTo>
                        <a:pt x="94" y="439"/>
                        <a:pt x="94" y="439"/>
                        <a:pt x="94" y="439"/>
                      </a:cubicBezTo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4" name="Google Shape;364;p26"/>
                <p:cNvSpPr/>
                <p:nvPr/>
              </p:nvSpPr>
              <p:spPr>
                <a:xfrm rot="-2826885">
                  <a:off x="8288151" y="4376905"/>
                  <a:ext cx="497407" cy="6954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1" h="1332" extrusionOk="0">
                      <a:moveTo>
                        <a:pt x="944" y="1331"/>
                      </a:moveTo>
                      <a:cubicBezTo>
                        <a:pt x="396" y="1091"/>
                        <a:pt x="179" y="742"/>
                        <a:pt x="93" y="492"/>
                      </a:cubicBezTo>
                      <a:cubicBezTo>
                        <a:pt x="0" y="220"/>
                        <a:pt x="38" y="3"/>
                        <a:pt x="39" y="0"/>
                      </a:cubicBezTo>
                      <a:lnTo>
                        <a:pt x="53" y="3"/>
                      </a:lnTo>
                      <a:cubicBezTo>
                        <a:pt x="53" y="5"/>
                        <a:pt x="16" y="220"/>
                        <a:pt x="107" y="488"/>
                      </a:cubicBezTo>
                      <a:cubicBezTo>
                        <a:pt x="192" y="735"/>
                        <a:pt x="407" y="1079"/>
                        <a:pt x="950" y="1317"/>
                      </a:cubicBezTo>
                      <a:lnTo>
                        <a:pt x="944" y="1331"/>
                      </a:lnTo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5" name="Google Shape;365;p26"/>
                <p:cNvSpPr/>
                <p:nvPr/>
              </p:nvSpPr>
              <p:spPr>
                <a:xfrm rot="-2826880">
                  <a:off x="8370864" y="4640889"/>
                  <a:ext cx="92113" cy="2463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" h="474" extrusionOk="0">
                      <a:moveTo>
                        <a:pt x="70" y="473"/>
                      </a:moveTo>
                      <a:cubicBezTo>
                        <a:pt x="0" y="244"/>
                        <a:pt x="161" y="3"/>
                        <a:pt x="163" y="0"/>
                      </a:cubicBezTo>
                      <a:lnTo>
                        <a:pt x="174" y="8"/>
                      </a:lnTo>
                      <a:cubicBezTo>
                        <a:pt x="172" y="10"/>
                        <a:pt x="15" y="246"/>
                        <a:pt x="84" y="468"/>
                      </a:cubicBezTo>
                      <a:lnTo>
                        <a:pt x="70" y="473"/>
                      </a:lnTo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6" name="Google Shape;366;p26"/>
                <p:cNvSpPr/>
                <p:nvPr/>
              </p:nvSpPr>
              <p:spPr>
                <a:xfrm rot="-2826889">
                  <a:off x="8229459" y="4814264"/>
                  <a:ext cx="225675" cy="1381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2" h="266" extrusionOk="0">
                      <a:moveTo>
                        <a:pt x="425" y="265"/>
                      </a:moveTo>
                      <a:cubicBezTo>
                        <a:pt x="135" y="145"/>
                        <a:pt x="1" y="11"/>
                        <a:pt x="0" y="9"/>
                      </a:cubicBezTo>
                      <a:lnTo>
                        <a:pt x="11" y="0"/>
                      </a:lnTo>
                      <a:cubicBezTo>
                        <a:pt x="12" y="1"/>
                        <a:pt x="143" y="134"/>
                        <a:pt x="431" y="252"/>
                      </a:cubicBezTo>
                      <a:lnTo>
                        <a:pt x="425" y="265"/>
                      </a:lnTo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7" name="Google Shape;367;p26"/>
                <p:cNvSpPr/>
                <p:nvPr/>
              </p:nvSpPr>
              <p:spPr>
                <a:xfrm rot="-2826884">
                  <a:off x="8553235" y="4667884"/>
                  <a:ext cx="89808" cy="2556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" h="490" extrusionOk="0">
                      <a:moveTo>
                        <a:pt x="162" y="489"/>
                      </a:moveTo>
                      <a:cubicBezTo>
                        <a:pt x="0" y="277"/>
                        <a:pt x="63" y="3"/>
                        <a:pt x="64" y="0"/>
                      </a:cubicBezTo>
                      <a:lnTo>
                        <a:pt x="78" y="4"/>
                      </a:lnTo>
                      <a:cubicBezTo>
                        <a:pt x="77" y="7"/>
                        <a:pt x="16" y="275"/>
                        <a:pt x="173" y="480"/>
                      </a:cubicBezTo>
                      <a:lnTo>
                        <a:pt x="162" y="489"/>
                      </a:lnTo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68" name="Google Shape;368;p26"/>
              <p:cNvGrpSpPr/>
              <p:nvPr/>
            </p:nvGrpSpPr>
            <p:grpSpPr>
              <a:xfrm>
                <a:off x="8273094" y="2832236"/>
                <a:ext cx="923079" cy="930548"/>
                <a:chOff x="8322831" y="2964236"/>
                <a:chExt cx="923079" cy="930548"/>
              </a:xfrm>
            </p:grpSpPr>
            <p:sp>
              <p:nvSpPr>
                <p:cNvPr id="369" name="Google Shape;369;p26"/>
                <p:cNvSpPr/>
                <p:nvPr/>
              </p:nvSpPr>
              <p:spPr>
                <a:xfrm rot="5976188">
                  <a:off x="8382984" y="3026571"/>
                  <a:ext cx="802774" cy="8003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2" h="1476" extrusionOk="0">
                      <a:moveTo>
                        <a:pt x="0" y="1387"/>
                      </a:moveTo>
                      <a:cubicBezTo>
                        <a:pt x="0" y="1387"/>
                        <a:pt x="1285" y="1475"/>
                        <a:pt x="1481" y="1"/>
                      </a:cubicBezTo>
                      <a:cubicBezTo>
                        <a:pt x="1481" y="0"/>
                        <a:pt x="226" y="16"/>
                        <a:pt x="0" y="1387"/>
                      </a:cubicBezTo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0" name="Google Shape;370;p26"/>
                <p:cNvSpPr/>
                <p:nvPr/>
              </p:nvSpPr>
              <p:spPr>
                <a:xfrm rot="5976176">
                  <a:off x="8474841" y="3136146"/>
                  <a:ext cx="735872" cy="6785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57" h="1254" extrusionOk="0">
                      <a:moveTo>
                        <a:pt x="7" y="1253"/>
                      </a:moveTo>
                      <a:cubicBezTo>
                        <a:pt x="5" y="1253"/>
                        <a:pt x="2" y="1252"/>
                        <a:pt x="1" y="1250"/>
                      </a:cubicBezTo>
                      <a:cubicBezTo>
                        <a:pt x="0" y="1247"/>
                        <a:pt x="1" y="1243"/>
                        <a:pt x="3" y="1241"/>
                      </a:cubicBezTo>
                      <a:cubicBezTo>
                        <a:pt x="11" y="1236"/>
                        <a:pt x="737" y="754"/>
                        <a:pt x="1342" y="3"/>
                      </a:cubicBezTo>
                      <a:cubicBezTo>
                        <a:pt x="1345" y="0"/>
                        <a:pt x="1348" y="0"/>
                        <a:pt x="1352" y="2"/>
                      </a:cubicBezTo>
                      <a:cubicBezTo>
                        <a:pt x="1355" y="5"/>
                        <a:pt x="1356" y="9"/>
                        <a:pt x="1353" y="13"/>
                      </a:cubicBezTo>
                      <a:cubicBezTo>
                        <a:pt x="747" y="764"/>
                        <a:pt x="20" y="1248"/>
                        <a:pt x="12" y="1253"/>
                      </a:cubicBezTo>
                      <a:cubicBezTo>
                        <a:pt x="10" y="1253"/>
                        <a:pt x="9" y="1253"/>
                        <a:pt x="7" y="1253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1" name="Google Shape;371;p26"/>
                <p:cNvSpPr/>
                <p:nvPr/>
              </p:nvSpPr>
              <p:spPr>
                <a:xfrm rot="5976178">
                  <a:off x="8588812" y="3154341"/>
                  <a:ext cx="9557" cy="1361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" h="253" extrusionOk="0">
                      <a:moveTo>
                        <a:pt x="9" y="252"/>
                      </a:moveTo>
                      <a:cubicBezTo>
                        <a:pt x="5" y="252"/>
                        <a:pt x="2" y="249"/>
                        <a:pt x="1" y="245"/>
                      </a:cubicBezTo>
                      <a:lnTo>
                        <a:pt x="0" y="8"/>
                      </a:lnTo>
                      <a:cubicBezTo>
                        <a:pt x="0" y="4"/>
                        <a:pt x="3" y="0"/>
                        <a:pt x="7" y="0"/>
                      </a:cubicBezTo>
                      <a:lnTo>
                        <a:pt x="7" y="0"/>
                      </a:lnTo>
                      <a:cubicBezTo>
                        <a:pt x="11" y="0"/>
                        <a:pt x="14" y="3"/>
                        <a:pt x="15" y="7"/>
                      </a:cubicBezTo>
                      <a:lnTo>
                        <a:pt x="16" y="244"/>
                      </a:lnTo>
                      <a:cubicBezTo>
                        <a:pt x="17" y="249"/>
                        <a:pt x="13" y="252"/>
                        <a:pt x="9" y="252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2" name="Google Shape;372;p26"/>
                <p:cNvSpPr/>
                <p:nvPr/>
              </p:nvSpPr>
              <p:spPr>
                <a:xfrm rot="5976182">
                  <a:off x="8638510" y="3177161"/>
                  <a:ext cx="157687" cy="597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" h="109" extrusionOk="0">
                      <a:moveTo>
                        <a:pt x="283" y="108"/>
                      </a:moveTo>
                      <a:lnTo>
                        <a:pt x="282" y="108"/>
                      </a:lnTo>
                      <a:lnTo>
                        <a:pt x="5" y="15"/>
                      </a:lnTo>
                      <a:cubicBezTo>
                        <a:pt x="1" y="14"/>
                        <a:pt x="0" y="8"/>
                        <a:pt x="1" y="5"/>
                      </a:cubicBezTo>
                      <a:cubicBezTo>
                        <a:pt x="1" y="1"/>
                        <a:pt x="6" y="0"/>
                        <a:pt x="10" y="1"/>
                      </a:cubicBezTo>
                      <a:lnTo>
                        <a:pt x="286" y="94"/>
                      </a:lnTo>
                      <a:cubicBezTo>
                        <a:pt x="290" y="95"/>
                        <a:pt x="292" y="100"/>
                        <a:pt x="291" y="104"/>
                      </a:cubicBezTo>
                      <a:cubicBezTo>
                        <a:pt x="289" y="106"/>
                        <a:pt x="286" y="108"/>
                        <a:pt x="283" y="108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3" name="Google Shape;373;p26"/>
                <p:cNvSpPr/>
                <p:nvPr/>
              </p:nvSpPr>
              <p:spPr>
                <a:xfrm rot="5976179">
                  <a:off x="8633757" y="3294669"/>
                  <a:ext cx="43006" cy="1720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" h="317" extrusionOk="0">
                      <a:moveTo>
                        <a:pt x="70" y="316"/>
                      </a:moveTo>
                      <a:cubicBezTo>
                        <a:pt x="67" y="316"/>
                        <a:pt x="63" y="314"/>
                        <a:pt x="63" y="311"/>
                      </a:cubicBezTo>
                      <a:lnTo>
                        <a:pt x="1" y="9"/>
                      </a:lnTo>
                      <a:cubicBezTo>
                        <a:pt x="0" y="6"/>
                        <a:pt x="2" y="2"/>
                        <a:pt x="6" y="1"/>
                      </a:cubicBezTo>
                      <a:cubicBezTo>
                        <a:pt x="10" y="0"/>
                        <a:pt x="14" y="3"/>
                        <a:pt x="15" y="7"/>
                      </a:cubicBezTo>
                      <a:lnTo>
                        <a:pt x="78" y="308"/>
                      </a:lnTo>
                      <a:cubicBezTo>
                        <a:pt x="79" y="311"/>
                        <a:pt x="76" y="315"/>
                        <a:pt x="72" y="316"/>
                      </a:cubicBezTo>
                      <a:cubicBezTo>
                        <a:pt x="72" y="315"/>
                        <a:pt x="71" y="316"/>
                        <a:pt x="70" y="316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4" name="Google Shape;374;p26"/>
                <p:cNvSpPr/>
                <p:nvPr/>
              </p:nvSpPr>
              <p:spPr>
                <a:xfrm rot="5976182">
                  <a:off x="8721220" y="3285444"/>
                  <a:ext cx="195915" cy="860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3" h="160" extrusionOk="0">
                      <a:moveTo>
                        <a:pt x="353" y="159"/>
                      </a:moveTo>
                      <a:cubicBezTo>
                        <a:pt x="352" y="159"/>
                        <a:pt x="351" y="159"/>
                        <a:pt x="350" y="158"/>
                      </a:cubicBezTo>
                      <a:lnTo>
                        <a:pt x="6" y="15"/>
                      </a:lnTo>
                      <a:cubicBezTo>
                        <a:pt x="2" y="13"/>
                        <a:pt x="0" y="9"/>
                        <a:pt x="2" y="6"/>
                      </a:cubicBezTo>
                      <a:cubicBezTo>
                        <a:pt x="4" y="2"/>
                        <a:pt x="7" y="0"/>
                        <a:pt x="11" y="2"/>
                      </a:cubicBezTo>
                      <a:lnTo>
                        <a:pt x="356" y="145"/>
                      </a:lnTo>
                      <a:cubicBezTo>
                        <a:pt x="360" y="147"/>
                        <a:pt x="362" y="150"/>
                        <a:pt x="360" y="154"/>
                      </a:cubicBezTo>
                      <a:cubicBezTo>
                        <a:pt x="359" y="157"/>
                        <a:pt x="356" y="159"/>
                        <a:pt x="353" y="159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5" name="Google Shape;375;p26"/>
                <p:cNvSpPr/>
                <p:nvPr/>
              </p:nvSpPr>
              <p:spPr>
                <a:xfrm rot="5976169">
                  <a:off x="8711671" y="3436180"/>
                  <a:ext cx="54951" cy="1863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" h="343" extrusionOk="0">
                      <a:moveTo>
                        <a:pt x="94" y="342"/>
                      </a:moveTo>
                      <a:cubicBezTo>
                        <a:pt x="91" y="342"/>
                        <a:pt x="89" y="340"/>
                        <a:pt x="88" y="337"/>
                      </a:cubicBezTo>
                      <a:lnTo>
                        <a:pt x="1" y="10"/>
                      </a:lnTo>
                      <a:cubicBezTo>
                        <a:pt x="0" y="6"/>
                        <a:pt x="2" y="2"/>
                        <a:pt x="6" y="1"/>
                      </a:cubicBezTo>
                      <a:cubicBezTo>
                        <a:pt x="9" y="0"/>
                        <a:pt x="13" y="2"/>
                        <a:pt x="14" y="6"/>
                      </a:cubicBezTo>
                      <a:lnTo>
                        <a:pt x="101" y="333"/>
                      </a:lnTo>
                      <a:cubicBezTo>
                        <a:pt x="102" y="337"/>
                        <a:pt x="100" y="340"/>
                        <a:pt x="96" y="341"/>
                      </a:cubicBezTo>
                      <a:cubicBezTo>
                        <a:pt x="95" y="342"/>
                        <a:pt x="94" y="342"/>
                        <a:pt x="94" y="342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6" name="Google Shape;376;p26"/>
                <p:cNvSpPr/>
                <p:nvPr/>
              </p:nvSpPr>
              <p:spPr>
                <a:xfrm rot="5976183">
                  <a:off x="8808578" y="3408341"/>
                  <a:ext cx="212638" cy="979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1" h="181" extrusionOk="0">
                      <a:moveTo>
                        <a:pt x="381" y="180"/>
                      </a:moveTo>
                      <a:cubicBezTo>
                        <a:pt x="380" y="180"/>
                        <a:pt x="379" y="180"/>
                        <a:pt x="379" y="179"/>
                      </a:cubicBezTo>
                      <a:lnTo>
                        <a:pt x="6" y="15"/>
                      </a:lnTo>
                      <a:cubicBezTo>
                        <a:pt x="2" y="13"/>
                        <a:pt x="0" y="10"/>
                        <a:pt x="2" y="6"/>
                      </a:cubicBezTo>
                      <a:cubicBezTo>
                        <a:pt x="4" y="2"/>
                        <a:pt x="8" y="0"/>
                        <a:pt x="12" y="2"/>
                      </a:cubicBezTo>
                      <a:lnTo>
                        <a:pt x="384" y="166"/>
                      </a:lnTo>
                      <a:cubicBezTo>
                        <a:pt x="388" y="168"/>
                        <a:pt x="390" y="172"/>
                        <a:pt x="388" y="175"/>
                      </a:cubicBezTo>
                      <a:cubicBezTo>
                        <a:pt x="387" y="178"/>
                        <a:pt x="384" y="180"/>
                        <a:pt x="381" y="18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7" name="Google Shape;377;p26"/>
                <p:cNvSpPr/>
                <p:nvPr/>
              </p:nvSpPr>
              <p:spPr>
                <a:xfrm rot="5976188">
                  <a:off x="8822983" y="3576118"/>
                  <a:ext cx="40616" cy="1791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" h="330" extrusionOk="0">
                      <a:moveTo>
                        <a:pt x="64" y="329"/>
                      </a:moveTo>
                      <a:cubicBezTo>
                        <a:pt x="61" y="329"/>
                        <a:pt x="58" y="326"/>
                        <a:pt x="58" y="323"/>
                      </a:cubicBezTo>
                      <a:lnTo>
                        <a:pt x="1" y="9"/>
                      </a:lnTo>
                      <a:cubicBezTo>
                        <a:pt x="0" y="5"/>
                        <a:pt x="2" y="1"/>
                        <a:pt x="6" y="1"/>
                      </a:cubicBezTo>
                      <a:cubicBezTo>
                        <a:pt x="10" y="0"/>
                        <a:pt x="14" y="2"/>
                        <a:pt x="15" y="6"/>
                      </a:cubicBezTo>
                      <a:lnTo>
                        <a:pt x="72" y="321"/>
                      </a:lnTo>
                      <a:cubicBezTo>
                        <a:pt x="73" y="324"/>
                        <a:pt x="70" y="328"/>
                        <a:pt x="66" y="329"/>
                      </a:cubicBezTo>
                      <a:cubicBezTo>
                        <a:pt x="65" y="329"/>
                        <a:pt x="65" y="329"/>
                        <a:pt x="64" y="329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8" name="Google Shape;378;p26"/>
                <p:cNvSpPr/>
                <p:nvPr/>
              </p:nvSpPr>
              <p:spPr>
                <a:xfrm rot="5976182">
                  <a:off x="8910610" y="3587516"/>
                  <a:ext cx="195915" cy="645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3" h="120" extrusionOk="0">
                      <a:moveTo>
                        <a:pt x="355" y="119"/>
                      </a:moveTo>
                      <a:cubicBezTo>
                        <a:pt x="354" y="119"/>
                        <a:pt x="354" y="119"/>
                        <a:pt x="353" y="119"/>
                      </a:cubicBezTo>
                      <a:lnTo>
                        <a:pt x="6" y="14"/>
                      </a:lnTo>
                      <a:cubicBezTo>
                        <a:pt x="2" y="13"/>
                        <a:pt x="0" y="9"/>
                        <a:pt x="1" y="5"/>
                      </a:cubicBezTo>
                      <a:cubicBezTo>
                        <a:pt x="2" y="1"/>
                        <a:pt x="6" y="0"/>
                        <a:pt x="10" y="0"/>
                      </a:cubicBezTo>
                      <a:lnTo>
                        <a:pt x="357" y="105"/>
                      </a:lnTo>
                      <a:cubicBezTo>
                        <a:pt x="360" y="106"/>
                        <a:pt x="362" y="110"/>
                        <a:pt x="361" y="114"/>
                      </a:cubicBezTo>
                      <a:cubicBezTo>
                        <a:pt x="360" y="116"/>
                        <a:pt x="357" y="119"/>
                        <a:pt x="355" y="119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79" name="Google Shape;379;p26"/>
              <p:cNvGrpSpPr/>
              <p:nvPr/>
            </p:nvGrpSpPr>
            <p:grpSpPr>
              <a:xfrm>
                <a:off x="5321998" y="2028432"/>
                <a:ext cx="4429003" cy="2933838"/>
                <a:chOff x="7339975" y="1467813"/>
                <a:chExt cx="4258247" cy="2820727"/>
              </a:xfrm>
            </p:grpSpPr>
            <p:sp>
              <p:nvSpPr>
                <p:cNvPr id="380" name="Google Shape;380;p26"/>
                <p:cNvSpPr/>
                <p:nvPr/>
              </p:nvSpPr>
              <p:spPr>
                <a:xfrm>
                  <a:off x="8377368" y="1944519"/>
                  <a:ext cx="1390603" cy="5285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82" h="942" extrusionOk="0">
                      <a:moveTo>
                        <a:pt x="2450" y="941"/>
                      </a:moveTo>
                      <a:cubicBezTo>
                        <a:pt x="2446" y="941"/>
                        <a:pt x="2441" y="940"/>
                        <a:pt x="2438" y="938"/>
                      </a:cubicBezTo>
                      <a:cubicBezTo>
                        <a:pt x="2422" y="930"/>
                        <a:pt x="911" y="172"/>
                        <a:pt x="25" y="55"/>
                      </a:cubicBezTo>
                      <a:cubicBezTo>
                        <a:pt x="10" y="53"/>
                        <a:pt x="0" y="40"/>
                        <a:pt x="2" y="24"/>
                      </a:cubicBezTo>
                      <a:cubicBezTo>
                        <a:pt x="4" y="10"/>
                        <a:pt x="17" y="0"/>
                        <a:pt x="32" y="2"/>
                      </a:cubicBezTo>
                      <a:cubicBezTo>
                        <a:pt x="928" y="120"/>
                        <a:pt x="2447" y="883"/>
                        <a:pt x="2462" y="890"/>
                      </a:cubicBezTo>
                      <a:cubicBezTo>
                        <a:pt x="2476" y="897"/>
                        <a:pt x="2481" y="913"/>
                        <a:pt x="2474" y="927"/>
                      </a:cubicBezTo>
                      <a:cubicBezTo>
                        <a:pt x="2469" y="936"/>
                        <a:pt x="2459" y="941"/>
                        <a:pt x="2450" y="941"/>
                      </a:cubicBezTo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1" name="Google Shape;381;p26"/>
                <p:cNvSpPr/>
                <p:nvPr/>
              </p:nvSpPr>
              <p:spPr>
                <a:xfrm>
                  <a:off x="9708688" y="2401467"/>
                  <a:ext cx="74099" cy="1037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" h="187" extrusionOk="0">
                      <a:moveTo>
                        <a:pt x="73" y="161"/>
                      </a:moveTo>
                      <a:lnTo>
                        <a:pt x="124" y="56"/>
                      </a:lnTo>
                      <a:cubicBezTo>
                        <a:pt x="133" y="39"/>
                        <a:pt x="125" y="17"/>
                        <a:pt x="108" y="9"/>
                      </a:cubicBezTo>
                      <a:lnTo>
                        <a:pt x="108" y="9"/>
                      </a:lnTo>
                      <a:cubicBezTo>
                        <a:pt x="91" y="0"/>
                        <a:pt x="69" y="8"/>
                        <a:pt x="60" y="25"/>
                      </a:cubicBezTo>
                      <a:lnTo>
                        <a:pt x="9" y="130"/>
                      </a:lnTo>
                      <a:cubicBezTo>
                        <a:pt x="0" y="147"/>
                        <a:pt x="8" y="169"/>
                        <a:pt x="25" y="177"/>
                      </a:cubicBezTo>
                      <a:lnTo>
                        <a:pt x="25" y="177"/>
                      </a:lnTo>
                      <a:cubicBezTo>
                        <a:pt x="42" y="186"/>
                        <a:pt x="64" y="178"/>
                        <a:pt x="73" y="161"/>
                      </a:cubicBezTo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2" name="Google Shape;382;p26"/>
                <p:cNvSpPr/>
                <p:nvPr/>
              </p:nvSpPr>
              <p:spPr>
                <a:xfrm>
                  <a:off x="10103886" y="2594126"/>
                  <a:ext cx="74100" cy="1037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" h="187" extrusionOk="0">
                      <a:moveTo>
                        <a:pt x="72" y="161"/>
                      </a:moveTo>
                      <a:lnTo>
                        <a:pt x="123" y="56"/>
                      </a:lnTo>
                      <a:cubicBezTo>
                        <a:pt x="132" y="39"/>
                        <a:pt x="124" y="17"/>
                        <a:pt x="107" y="9"/>
                      </a:cubicBezTo>
                      <a:lnTo>
                        <a:pt x="107" y="9"/>
                      </a:lnTo>
                      <a:cubicBezTo>
                        <a:pt x="90" y="0"/>
                        <a:pt x="68" y="8"/>
                        <a:pt x="60" y="25"/>
                      </a:cubicBezTo>
                      <a:lnTo>
                        <a:pt x="8" y="130"/>
                      </a:lnTo>
                      <a:cubicBezTo>
                        <a:pt x="0" y="147"/>
                        <a:pt x="7" y="169"/>
                        <a:pt x="24" y="177"/>
                      </a:cubicBezTo>
                      <a:lnTo>
                        <a:pt x="24" y="177"/>
                      </a:lnTo>
                      <a:cubicBezTo>
                        <a:pt x="42" y="186"/>
                        <a:pt x="63" y="179"/>
                        <a:pt x="72" y="161"/>
                      </a:cubicBezTo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3" name="Google Shape;383;p26"/>
                <p:cNvSpPr/>
                <p:nvPr/>
              </p:nvSpPr>
              <p:spPr>
                <a:xfrm>
                  <a:off x="9725979" y="2376768"/>
                  <a:ext cx="427307" cy="345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4" h="618" extrusionOk="0">
                      <a:moveTo>
                        <a:pt x="504" y="59"/>
                      </a:moveTo>
                      <a:cubicBezTo>
                        <a:pt x="570" y="91"/>
                        <a:pt x="620" y="129"/>
                        <a:pt x="665" y="180"/>
                      </a:cubicBezTo>
                      <a:cubicBezTo>
                        <a:pt x="710" y="231"/>
                        <a:pt x="737" y="279"/>
                        <a:pt x="750" y="335"/>
                      </a:cubicBezTo>
                      <a:cubicBezTo>
                        <a:pt x="763" y="391"/>
                        <a:pt x="758" y="437"/>
                        <a:pt x="736" y="483"/>
                      </a:cubicBezTo>
                      <a:cubicBezTo>
                        <a:pt x="713" y="529"/>
                        <a:pt x="679" y="561"/>
                        <a:pt x="627" y="585"/>
                      </a:cubicBezTo>
                      <a:cubicBezTo>
                        <a:pt x="575" y="608"/>
                        <a:pt x="520" y="617"/>
                        <a:pt x="452" y="612"/>
                      </a:cubicBezTo>
                      <a:cubicBezTo>
                        <a:pt x="385" y="607"/>
                        <a:pt x="324" y="590"/>
                        <a:pt x="259" y="558"/>
                      </a:cubicBezTo>
                      <a:cubicBezTo>
                        <a:pt x="193" y="526"/>
                        <a:pt x="143" y="488"/>
                        <a:pt x="98" y="438"/>
                      </a:cubicBezTo>
                      <a:cubicBezTo>
                        <a:pt x="52" y="387"/>
                        <a:pt x="26" y="338"/>
                        <a:pt x="13" y="282"/>
                      </a:cubicBezTo>
                      <a:cubicBezTo>
                        <a:pt x="0" y="227"/>
                        <a:pt x="4" y="180"/>
                        <a:pt x="27" y="134"/>
                      </a:cubicBezTo>
                      <a:cubicBezTo>
                        <a:pt x="49" y="88"/>
                        <a:pt x="83" y="57"/>
                        <a:pt x="136" y="33"/>
                      </a:cubicBezTo>
                      <a:cubicBezTo>
                        <a:pt x="188" y="9"/>
                        <a:pt x="243" y="0"/>
                        <a:pt x="310" y="5"/>
                      </a:cubicBezTo>
                      <a:cubicBezTo>
                        <a:pt x="378" y="10"/>
                        <a:pt x="439" y="27"/>
                        <a:pt x="504" y="59"/>
                      </a:cubicBezTo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4" name="Google Shape;384;p26"/>
                <p:cNvSpPr/>
                <p:nvPr/>
              </p:nvSpPr>
              <p:spPr>
                <a:xfrm>
                  <a:off x="9837127" y="2376768"/>
                  <a:ext cx="192658" cy="343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" h="611" extrusionOk="0">
                      <a:moveTo>
                        <a:pt x="10" y="552"/>
                      </a:moveTo>
                      <a:lnTo>
                        <a:pt x="268" y="26"/>
                      </a:lnTo>
                      <a:cubicBezTo>
                        <a:pt x="276" y="8"/>
                        <a:pt x="298" y="0"/>
                        <a:pt x="316" y="9"/>
                      </a:cubicBezTo>
                      <a:lnTo>
                        <a:pt x="316" y="9"/>
                      </a:lnTo>
                      <a:cubicBezTo>
                        <a:pt x="335" y="17"/>
                        <a:pt x="342" y="39"/>
                        <a:pt x="334" y="57"/>
                      </a:cubicBezTo>
                      <a:lnTo>
                        <a:pt x="75" y="584"/>
                      </a:lnTo>
                      <a:cubicBezTo>
                        <a:pt x="67" y="602"/>
                        <a:pt x="45" y="610"/>
                        <a:pt x="27" y="601"/>
                      </a:cubicBezTo>
                      <a:lnTo>
                        <a:pt x="27" y="601"/>
                      </a:lnTo>
                      <a:cubicBezTo>
                        <a:pt x="8" y="592"/>
                        <a:pt x="0" y="570"/>
                        <a:pt x="10" y="552"/>
                      </a:cubicBezTo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5" name="Google Shape;385;p26"/>
                <p:cNvSpPr/>
                <p:nvPr/>
              </p:nvSpPr>
              <p:spPr>
                <a:xfrm>
                  <a:off x="9987797" y="2465687"/>
                  <a:ext cx="158079" cy="1580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1" h="282" extrusionOk="0">
                      <a:moveTo>
                        <a:pt x="100" y="186"/>
                      </a:moveTo>
                      <a:cubicBezTo>
                        <a:pt x="52" y="141"/>
                        <a:pt x="0" y="61"/>
                        <a:pt x="29" y="30"/>
                      </a:cubicBezTo>
                      <a:cubicBezTo>
                        <a:pt x="59" y="0"/>
                        <a:pt x="162" y="20"/>
                        <a:pt x="206" y="77"/>
                      </a:cubicBezTo>
                      <a:cubicBezTo>
                        <a:pt x="246" y="129"/>
                        <a:pt x="280" y="221"/>
                        <a:pt x="250" y="251"/>
                      </a:cubicBezTo>
                      <a:cubicBezTo>
                        <a:pt x="221" y="281"/>
                        <a:pt x="147" y="232"/>
                        <a:pt x="100" y="186"/>
                      </a:cubicBezTo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6" name="Google Shape;386;p26"/>
                <p:cNvSpPr/>
                <p:nvPr/>
              </p:nvSpPr>
              <p:spPr>
                <a:xfrm>
                  <a:off x="9034384" y="1880299"/>
                  <a:ext cx="644664" cy="960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0" h="1717" extrusionOk="0">
                      <a:moveTo>
                        <a:pt x="63" y="1455"/>
                      </a:moveTo>
                      <a:cubicBezTo>
                        <a:pt x="63" y="1455"/>
                        <a:pt x="461" y="1716"/>
                        <a:pt x="727" y="1209"/>
                      </a:cubicBezTo>
                      <a:cubicBezTo>
                        <a:pt x="992" y="701"/>
                        <a:pt x="752" y="535"/>
                        <a:pt x="1149" y="278"/>
                      </a:cubicBezTo>
                      <a:cubicBezTo>
                        <a:pt x="1149" y="252"/>
                        <a:pt x="1146" y="200"/>
                        <a:pt x="1116" y="145"/>
                      </a:cubicBezTo>
                      <a:cubicBezTo>
                        <a:pt x="1082" y="81"/>
                        <a:pt x="1033" y="48"/>
                        <a:pt x="1010" y="35"/>
                      </a:cubicBezTo>
                      <a:cubicBezTo>
                        <a:pt x="896" y="147"/>
                        <a:pt x="840" y="166"/>
                        <a:pt x="816" y="147"/>
                      </a:cubicBezTo>
                      <a:cubicBezTo>
                        <a:pt x="775" y="116"/>
                        <a:pt x="774" y="0"/>
                        <a:pt x="697" y="20"/>
                      </a:cubicBezTo>
                      <a:cubicBezTo>
                        <a:pt x="620" y="40"/>
                        <a:pt x="449" y="120"/>
                        <a:pt x="224" y="340"/>
                      </a:cubicBezTo>
                      <a:cubicBezTo>
                        <a:pt x="0" y="559"/>
                        <a:pt x="63" y="1455"/>
                        <a:pt x="63" y="1455"/>
                      </a:cubicBezTo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7" name="Google Shape;387;p26"/>
                <p:cNvSpPr/>
                <p:nvPr/>
              </p:nvSpPr>
              <p:spPr>
                <a:xfrm>
                  <a:off x="9064023" y="2403937"/>
                  <a:ext cx="387786" cy="4396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1" h="785" extrusionOk="0">
                      <a:moveTo>
                        <a:pt x="313" y="146"/>
                      </a:moveTo>
                      <a:cubicBezTo>
                        <a:pt x="449" y="280"/>
                        <a:pt x="578" y="288"/>
                        <a:pt x="690" y="244"/>
                      </a:cubicBezTo>
                      <a:cubicBezTo>
                        <a:pt x="684" y="254"/>
                        <a:pt x="679" y="265"/>
                        <a:pt x="673" y="276"/>
                      </a:cubicBezTo>
                      <a:cubicBezTo>
                        <a:pt x="408" y="784"/>
                        <a:pt x="9" y="522"/>
                        <a:pt x="9" y="522"/>
                      </a:cubicBezTo>
                      <a:cubicBezTo>
                        <a:pt x="9" y="522"/>
                        <a:pt x="0" y="392"/>
                        <a:pt x="1" y="219"/>
                      </a:cubicBezTo>
                      <a:cubicBezTo>
                        <a:pt x="54" y="72"/>
                        <a:pt x="167" y="0"/>
                        <a:pt x="313" y="146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8" name="Google Shape;388;p26"/>
                <p:cNvSpPr/>
                <p:nvPr/>
              </p:nvSpPr>
              <p:spPr>
                <a:xfrm>
                  <a:off x="8802205" y="1475222"/>
                  <a:ext cx="639726" cy="992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" h="1773" extrusionOk="0">
                      <a:moveTo>
                        <a:pt x="688" y="1772"/>
                      </a:moveTo>
                      <a:cubicBezTo>
                        <a:pt x="688" y="1772"/>
                        <a:pt x="1001" y="1660"/>
                        <a:pt x="1072" y="1343"/>
                      </a:cubicBezTo>
                      <a:cubicBezTo>
                        <a:pt x="1142" y="1025"/>
                        <a:pt x="880" y="805"/>
                        <a:pt x="961" y="676"/>
                      </a:cubicBezTo>
                      <a:cubicBezTo>
                        <a:pt x="1042" y="546"/>
                        <a:pt x="1101" y="520"/>
                        <a:pt x="1101" y="520"/>
                      </a:cubicBezTo>
                      <a:cubicBezTo>
                        <a:pt x="1100" y="501"/>
                        <a:pt x="1097" y="448"/>
                        <a:pt x="1058" y="400"/>
                      </a:cubicBezTo>
                      <a:cubicBezTo>
                        <a:pt x="1030" y="362"/>
                        <a:pt x="997" y="344"/>
                        <a:pt x="978" y="337"/>
                      </a:cubicBezTo>
                      <a:cubicBezTo>
                        <a:pt x="871" y="452"/>
                        <a:pt x="756" y="516"/>
                        <a:pt x="707" y="475"/>
                      </a:cubicBezTo>
                      <a:cubicBezTo>
                        <a:pt x="592" y="377"/>
                        <a:pt x="778" y="223"/>
                        <a:pt x="778" y="223"/>
                      </a:cubicBezTo>
                      <a:cubicBezTo>
                        <a:pt x="776" y="213"/>
                        <a:pt x="756" y="147"/>
                        <a:pt x="689" y="117"/>
                      </a:cubicBezTo>
                      <a:cubicBezTo>
                        <a:pt x="650" y="99"/>
                        <a:pt x="613" y="102"/>
                        <a:pt x="597" y="105"/>
                      </a:cubicBezTo>
                      <a:cubicBezTo>
                        <a:pt x="583" y="133"/>
                        <a:pt x="494" y="295"/>
                        <a:pt x="442" y="279"/>
                      </a:cubicBezTo>
                      <a:cubicBezTo>
                        <a:pt x="434" y="277"/>
                        <a:pt x="427" y="270"/>
                        <a:pt x="421" y="259"/>
                      </a:cubicBezTo>
                      <a:cubicBezTo>
                        <a:pt x="372" y="165"/>
                        <a:pt x="463" y="74"/>
                        <a:pt x="463" y="74"/>
                      </a:cubicBezTo>
                      <a:cubicBezTo>
                        <a:pt x="453" y="60"/>
                        <a:pt x="428" y="33"/>
                        <a:pt x="385" y="16"/>
                      </a:cubicBezTo>
                      <a:cubicBezTo>
                        <a:pt x="347" y="0"/>
                        <a:pt x="313" y="1"/>
                        <a:pt x="296" y="3"/>
                      </a:cubicBezTo>
                      <a:cubicBezTo>
                        <a:pt x="197" y="126"/>
                        <a:pt x="99" y="248"/>
                        <a:pt x="0" y="371"/>
                      </a:cubicBezTo>
                      <a:lnTo>
                        <a:pt x="688" y="1772"/>
                      </a:lnTo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9" name="Google Shape;389;p26"/>
                <p:cNvSpPr/>
                <p:nvPr/>
              </p:nvSpPr>
              <p:spPr>
                <a:xfrm>
                  <a:off x="9081312" y="2060609"/>
                  <a:ext cx="333449" cy="4075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6" h="726" extrusionOk="0">
                      <a:moveTo>
                        <a:pt x="156" y="320"/>
                      </a:moveTo>
                      <a:cubicBezTo>
                        <a:pt x="476" y="389"/>
                        <a:pt x="544" y="171"/>
                        <a:pt x="552" y="0"/>
                      </a:cubicBezTo>
                      <a:cubicBezTo>
                        <a:pt x="579" y="87"/>
                        <a:pt x="595" y="185"/>
                        <a:pt x="570" y="296"/>
                      </a:cubicBezTo>
                      <a:cubicBezTo>
                        <a:pt x="499" y="613"/>
                        <a:pt x="186" y="725"/>
                        <a:pt x="186" y="725"/>
                      </a:cubicBezTo>
                      <a:lnTo>
                        <a:pt x="0" y="345"/>
                      </a:lnTo>
                      <a:cubicBezTo>
                        <a:pt x="45" y="318"/>
                        <a:pt x="97" y="307"/>
                        <a:pt x="156" y="32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0" name="Google Shape;390;p26"/>
                <p:cNvSpPr/>
                <p:nvPr/>
              </p:nvSpPr>
              <p:spPr>
                <a:xfrm>
                  <a:off x="7779632" y="1546852"/>
                  <a:ext cx="1546208" cy="1864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61" h="3330" extrusionOk="0">
                      <a:moveTo>
                        <a:pt x="1777" y="0"/>
                      </a:moveTo>
                      <a:cubicBezTo>
                        <a:pt x="1777" y="0"/>
                        <a:pt x="2560" y="472"/>
                        <a:pt x="2660" y="1421"/>
                      </a:cubicBezTo>
                      <a:cubicBezTo>
                        <a:pt x="2760" y="2369"/>
                        <a:pt x="2151" y="3108"/>
                        <a:pt x="1431" y="3128"/>
                      </a:cubicBezTo>
                      <a:cubicBezTo>
                        <a:pt x="713" y="3148"/>
                        <a:pt x="65" y="3329"/>
                        <a:pt x="33" y="2561"/>
                      </a:cubicBezTo>
                      <a:cubicBezTo>
                        <a:pt x="0" y="1791"/>
                        <a:pt x="367" y="1081"/>
                        <a:pt x="1115" y="852"/>
                      </a:cubicBezTo>
                      <a:cubicBezTo>
                        <a:pt x="1864" y="622"/>
                        <a:pt x="1593" y="334"/>
                        <a:pt x="1593" y="334"/>
                      </a:cubicBezTo>
                      <a:lnTo>
                        <a:pt x="1777" y="0"/>
                      </a:lnTo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1" name="Google Shape;391;p26"/>
                <p:cNvSpPr/>
                <p:nvPr/>
              </p:nvSpPr>
              <p:spPr>
                <a:xfrm>
                  <a:off x="8673766" y="1630832"/>
                  <a:ext cx="192659" cy="3606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4" h="642" extrusionOk="0">
                      <a:moveTo>
                        <a:pt x="0" y="181"/>
                      </a:moveTo>
                      <a:lnTo>
                        <a:pt x="99" y="0"/>
                      </a:lnTo>
                      <a:cubicBezTo>
                        <a:pt x="121" y="33"/>
                        <a:pt x="343" y="376"/>
                        <a:pt x="244" y="560"/>
                      </a:cubicBezTo>
                      <a:cubicBezTo>
                        <a:pt x="201" y="641"/>
                        <a:pt x="105" y="545"/>
                        <a:pt x="21" y="404"/>
                      </a:cubicBezTo>
                      <a:cubicBezTo>
                        <a:pt x="91" y="278"/>
                        <a:pt x="0" y="181"/>
                        <a:pt x="0" y="181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2" name="Google Shape;392;p26"/>
                <p:cNvSpPr/>
                <p:nvPr/>
              </p:nvSpPr>
              <p:spPr>
                <a:xfrm>
                  <a:off x="7782101" y="2028499"/>
                  <a:ext cx="1546213" cy="13807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59" h="2466" extrusionOk="0">
                      <a:moveTo>
                        <a:pt x="851" y="95"/>
                      </a:moveTo>
                      <a:cubicBezTo>
                        <a:pt x="593" y="252"/>
                        <a:pt x="105" y="896"/>
                        <a:pt x="173" y="1360"/>
                      </a:cubicBezTo>
                      <a:cubicBezTo>
                        <a:pt x="241" y="1826"/>
                        <a:pt x="1021" y="2433"/>
                        <a:pt x="2072" y="1722"/>
                      </a:cubicBezTo>
                      <a:cubicBezTo>
                        <a:pt x="2731" y="1276"/>
                        <a:pt x="2655" y="510"/>
                        <a:pt x="2508" y="0"/>
                      </a:cubicBezTo>
                      <a:cubicBezTo>
                        <a:pt x="2580" y="163"/>
                        <a:pt x="2635" y="349"/>
                        <a:pt x="2658" y="557"/>
                      </a:cubicBezTo>
                      <a:cubicBezTo>
                        <a:pt x="2758" y="1506"/>
                        <a:pt x="2149" y="2244"/>
                        <a:pt x="1429" y="2264"/>
                      </a:cubicBezTo>
                      <a:cubicBezTo>
                        <a:pt x="711" y="2284"/>
                        <a:pt x="63" y="2465"/>
                        <a:pt x="31" y="1697"/>
                      </a:cubicBezTo>
                      <a:cubicBezTo>
                        <a:pt x="0" y="1023"/>
                        <a:pt x="279" y="395"/>
                        <a:pt x="851" y="95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3" name="Google Shape;393;p26"/>
                <p:cNvSpPr/>
                <p:nvPr/>
              </p:nvSpPr>
              <p:spPr>
                <a:xfrm>
                  <a:off x="8340317" y="1616012"/>
                  <a:ext cx="545867" cy="5606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6" h="1003" extrusionOk="0">
                      <a:moveTo>
                        <a:pt x="297" y="0"/>
                      </a:moveTo>
                      <a:cubicBezTo>
                        <a:pt x="297" y="0"/>
                        <a:pt x="594" y="100"/>
                        <a:pt x="785" y="429"/>
                      </a:cubicBezTo>
                      <a:cubicBezTo>
                        <a:pt x="975" y="757"/>
                        <a:pt x="619" y="1002"/>
                        <a:pt x="468" y="997"/>
                      </a:cubicBezTo>
                      <a:cubicBezTo>
                        <a:pt x="316" y="992"/>
                        <a:pt x="130" y="807"/>
                        <a:pt x="101" y="626"/>
                      </a:cubicBezTo>
                      <a:cubicBezTo>
                        <a:pt x="72" y="445"/>
                        <a:pt x="0" y="466"/>
                        <a:pt x="0" y="466"/>
                      </a:cubicBezTo>
                      <a:lnTo>
                        <a:pt x="94" y="291"/>
                      </a:lnTo>
                      <a:cubicBezTo>
                        <a:pt x="94" y="291"/>
                        <a:pt x="145" y="407"/>
                        <a:pt x="213" y="334"/>
                      </a:cubicBezTo>
                      <a:cubicBezTo>
                        <a:pt x="280" y="260"/>
                        <a:pt x="150" y="275"/>
                        <a:pt x="150" y="275"/>
                      </a:cubicBezTo>
                      <a:lnTo>
                        <a:pt x="297" y="0"/>
                      </a:lnTo>
                    </a:path>
                  </a:pathLst>
                </a:custGeom>
                <a:solidFill>
                  <a:srgbClr val="DE5159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4" name="Google Shape;394;p26"/>
                <p:cNvSpPr/>
                <p:nvPr/>
              </p:nvSpPr>
              <p:spPr>
                <a:xfrm>
                  <a:off x="8340317" y="1821020"/>
                  <a:ext cx="372967" cy="3556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4" h="634" extrusionOk="0">
                      <a:moveTo>
                        <a:pt x="70" y="9"/>
                      </a:moveTo>
                      <a:cubicBezTo>
                        <a:pt x="215" y="109"/>
                        <a:pt x="178" y="283"/>
                        <a:pt x="411" y="494"/>
                      </a:cubicBezTo>
                      <a:cubicBezTo>
                        <a:pt x="495" y="571"/>
                        <a:pt x="585" y="579"/>
                        <a:pt x="663" y="557"/>
                      </a:cubicBezTo>
                      <a:cubicBezTo>
                        <a:pt x="593" y="606"/>
                        <a:pt x="519" y="633"/>
                        <a:pt x="468" y="631"/>
                      </a:cubicBezTo>
                      <a:cubicBezTo>
                        <a:pt x="316" y="627"/>
                        <a:pt x="130" y="441"/>
                        <a:pt x="101" y="260"/>
                      </a:cubicBezTo>
                      <a:cubicBezTo>
                        <a:pt x="72" y="79"/>
                        <a:pt x="0" y="100"/>
                        <a:pt x="0" y="100"/>
                      </a:cubicBezTo>
                      <a:lnTo>
                        <a:pt x="53" y="0"/>
                      </a:lnTo>
                      <a:cubicBezTo>
                        <a:pt x="61" y="4"/>
                        <a:pt x="66" y="6"/>
                        <a:pt x="70" y="9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5" name="Google Shape;395;p26"/>
                <p:cNvSpPr/>
                <p:nvPr/>
              </p:nvSpPr>
              <p:spPr>
                <a:xfrm>
                  <a:off x="8668826" y="1727160"/>
                  <a:ext cx="150669" cy="3556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" h="634" extrusionOk="0">
                      <a:moveTo>
                        <a:pt x="183" y="633"/>
                      </a:moveTo>
                      <a:cubicBezTo>
                        <a:pt x="180" y="633"/>
                        <a:pt x="178" y="632"/>
                        <a:pt x="176" y="630"/>
                      </a:cubicBezTo>
                      <a:cubicBezTo>
                        <a:pt x="172" y="626"/>
                        <a:pt x="173" y="620"/>
                        <a:pt x="177" y="616"/>
                      </a:cubicBezTo>
                      <a:cubicBezTo>
                        <a:pt x="178" y="615"/>
                        <a:pt x="249" y="549"/>
                        <a:pt x="248" y="430"/>
                      </a:cubicBezTo>
                      <a:cubicBezTo>
                        <a:pt x="247" y="300"/>
                        <a:pt x="165" y="161"/>
                        <a:pt x="4" y="17"/>
                      </a:cubicBezTo>
                      <a:cubicBezTo>
                        <a:pt x="0" y="13"/>
                        <a:pt x="0" y="8"/>
                        <a:pt x="3" y="4"/>
                      </a:cubicBezTo>
                      <a:cubicBezTo>
                        <a:pt x="7" y="0"/>
                        <a:pt x="12" y="0"/>
                        <a:pt x="16" y="3"/>
                      </a:cubicBezTo>
                      <a:cubicBezTo>
                        <a:pt x="182" y="151"/>
                        <a:pt x="266" y="295"/>
                        <a:pt x="267" y="431"/>
                      </a:cubicBezTo>
                      <a:cubicBezTo>
                        <a:pt x="268" y="557"/>
                        <a:pt x="193" y="628"/>
                        <a:pt x="189" y="631"/>
                      </a:cubicBezTo>
                      <a:cubicBezTo>
                        <a:pt x="188" y="632"/>
                        <a:pt x="185" y="633"/>
                        <a:pt x="183" y="633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6" name="Google Shape;396;p26"/>
                <p:cNvSpPr/>
                <p:nvPr/>
              </p:nvSpPr>
              <p:spPr>
                <a:xfrm>
                  <a:off x="8656475" y="1529561"/>
                  <a:ext cx="145728" cy="2000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9" h="359" extrusionOk="0">
                      <a:moveTo>
                        <a:pt x="47" y="134"/>
                      </a:moveTo>
                      <a:cubicBezTo>
                        <a:pt x="1" y="220"/>
                        <a:pt x="0" y="308"/>
                        <a:pt x="46" y="333"/>
                      </a:cubicBezTo>
                      <a:cubicBezTo>
                        <a:pt x="91" y="358"/>
                        <a:pt x="166" y="308"/>
                        <a:pt x="211" y="222"/>
                      </a:cubicBezTo>
                      <a:cubicBezTo>
                        <a:pt x="257" y="137"/>
                        <a:pt x="258" y="48"/>
                        <a:pt x="212" y="23"/>
                      </a:cubicBezTo>
                      <a:cubicBezTo>
                        <a:pt x="167" y="0"/>
                        <a:pt x="92" y="49"/>
                        <a:pt x="47" y="134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7" name="Google Shape;397;p26"/>
                <p:cNvSpPr/>
                <p:nvPr/>
              </p:nvSpPr>
              <p:spPr>
                <a:xfrm>
                  <a:off x="8656475" y="1529561"/>
                  <a:ext cx="140788" cy="1827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325" extrusionOk="0">
                      <a:moveTo>
                        <a:pt x="211" y="24"/>
                      </a:moveTo>
                      <a:cubicBezTo>
                        <a:pt x="238" y="39"/>
                        <a:pt x="250" y="76"/>
                        <a:pt x="244" y="121"/>
                      </a:cubicBezTo>
                      <a:cubicBezTo>
                        <a:pt x="240" y="118"/>
                        <a:pt x="236" y="115"/>
                        <a:pt x="231" y="112"/>
                      </a:cubicBezTo>
                      <a:cubicBezTo>
                        <a:pt x="186" y="87"/>
                        <a:pt x="111" y="137"/>
                        <a:pt x="66" y="222"/>
                      </a:cubicBezTo>
                      <a:cubicBezTo>
                        <a:pt x="47" y="258"/>
                        <a:pt x="36" y="293"/>
                        <a:pt x="32" y="324"/>
                      </a:cubicBezTo>
                      <a:cubicBezTo>
                        <a:pt x="0" y="291"/>
                        <a:pt x="4" y="212"/>
                        <a:pt x="45" y="135"/>
                      </a:cubicBezTo>
                      <a:cubicBezTo>
                        <a:pt x="91" y="49"/>
                        <a:pt x="166" y="0"/>
                        <a:pt x="211" y="24"/>
                      </a:cubicBezTo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8" name="Google Shape;398;p26"/>
                <p:cNvSpPr/>
                <p:nvPr/>
              </p:nvSpPr>
              <p:spPr>
                <a:xfrm>
                  <a:off x="8404537" y="1606132"/>
                  <a:ext cx="123499" cy="1753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" h="313" extrusionOk="0">
                      <a:moveTo>
                        <a:pt x="45" y="121"/>
                      </a:moveTo>
                      <a:cubicBezTo>
                        <a:pt x="4" y="197"/>
                        <a:pt x="0" y="274"/>
                        <a:pt x="37" y="293"/>
                      </a:cubicBezTo>
                      <a:cubicBezTo>
                        <a:pt x="73" y="312"/>
                        <a:pt x="135" y="267"/>
                        <a:pt x="176" y="191"/>
                      </a:cubicBezTo>
                      <a:cubicBezTo>
                        <a:pt x="217" y="115"/>
                        <a:pt x="220" y="38"/>
                        <a:pt x="184" y="19"/>
                      </a:cubicBezTo>
                      <a:cubicBezTo>
                        <a:pt x="148" y="0"/>
                        <a:pt x="86" y="46"/>
                        <a:pt x="45" y="121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9" name="Google Shape;399;p26"/>
                <p:cNvSpPr/>
                <p:nvPr/>
              </p:nvSpPr>
              <p:spPr>
                <a:xfrm>
                  <a:off x="8404537" y="1606132"/>
                  <a:ext cx="116089" cy="167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" h="301" extrusionOk="0">
                      <a:moveTo>
                        <a:pt x="184" y="19"/>
                      </a:moveTo>
                      <a:cubicBezTo>
                        <a:pt x="197" y="26"/>
                        <a:pt x="204" y="39"/>
                        <a:pt x="207" y="56"/>
                      </a:cubicBezTo>
                      <a:cubicBezTo>
                        <a:pt x="172" y="64"/>
                        <a:pt x="129" y="104"/>
                        <a:pt x="98" y="161"/>
                      </a:cubicBezTo>
                      <a:cubicBezTo>
                        <a:pt x="71" y="211"/>
                        <a:pt x="60" y="263"/>
                        <a:pt x="67" y="297"/>
                      </a:cubicBezTo>
                      <a:cubicBezTo>
                        <a:pt x="56" y="300"/>
                        <a:pt x="45" y="299"/>
                        <a:pt x="37" y="294"/>
                      </a:cubicBezTo>
                      <a:cubicBezTo>
                        <a:pt x="0" y="275"/>
                        <a:pt x="4" y="197"/>
                        <a:pt x="45" y="122"/>
                      </a:cubicBezTo>
                      <a:cubicBezTo>
                        <a:pt x="86" y="46"/>
                        <a:pt x="148" y="0"/>
                        <a:pt x="184" y="19"/>
                      </a:cubicBezTo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0" name="Google Shape;400;p26"/>
                <p:cNvSpPr/>
                <p:nvPr/>
              </p:nvSpPr>
              <p:spPr>
                <a:xfrm>
                  <a:off x="8327968" y="1771620"/>
                  <a:ext cx="79039" cy="1136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" h="201" extrusionOk="0">
                      <a:moveTo>
                        <a:pt x="29" y="78"/>
                      </a:moveTo>
                      <a:cubicBezTo>
                        <a:pt x="3" y="127"/>
                        <a:pt x="0" y="175"/>
                        <a:pt x="23" y="188"/>
                      </a:cubicBezTo>
                      <a:cubicBezTo>
                        <a:pt x="46" y="200"/>
                        <a:pt x="86" y="171"/>
                        <a:pt x="112" y="123"/>
                      </a:cubicBezTo>
                      <a:cubicBezTo>
                        <a:pt x="137" y="74"/>
                        <a:pt x="140" y="25"/>
                        <a:pt x="117" y="13"/>
                      </a:cubicBezTo>
                      <a:cubicBezTo>
                        <a:pt x="94" y="0"/>
                        <a:pt x="54" y="31"/>
                        <a:pt x="29" y="78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1" name="Google Shape;401;p26"/>
                <p:cNvSpPr/>
                <p:nvPr/>
              </p:nvSpPr>
              <p:spPr>
                <a:xfrm>
                  <a:off x="8327968" y="1771620"/>
                  <a:ext cx="69159" cy="1086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" h="193" extrusionOk="0">
                      <a:moveTo>
                        <a:pt x="117" y="12"/>
                      </a:moveTo>
                      <a:cubicBezTo>
                        <a:pt x="119" y="13"/>
                        <a:pt x="121" y="15"/>
                        <a:pt x="123" y="17"/>
                      </a:cubicBezTo>
                      <a:cubicBezTo>
                        <a:pt x="106" y="29"/>
                        <a:pt x="88" y="49"/>
                        <a:pt x="73" y="74"/>
                      </a:cubicBezTo>
                      <a:cubicBezTo>
                        <a:pt x="50" y="117"/>
                        <a:pt x="46" y="161"/>
                        <a:pt x="62" y="179"/>
                      </a:cubicBezTo>
                      <a:cubicBezTo>
                        <a:pt x="48" y="189"/>
                        <a:pt x="33" y="192"/>
                        <a:pt x="23" y="187"/>
                      </a:cubicBezTo>
                      <a:cubicBezTo>
                        <a:pt x="0" y="174"/>
                        <a:pt x="3" y="126"/>
                        <a:pt x="29" y="77"/>
                      </a:cubicBezTo>
                      <a:cubicBezTo>
                        <a:pt x="54" y="30"/>
                        <a:pt x="94" y="0"/>
                        <a:pt x="117" y="12"/>
                      </a:cubicBezTo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2" name="Google Shape;402;p26"/>
                <p:cNvSpPr/>
                <p:nvPr/>
              </p:nvSpPr>
              <p:spPr>
                <a:xfrm>
                  <a:off x="8179769" y="2354537"/>
                  <a:ext cx="908953" cy="7162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3" h="1280" extrusionOk="0">
                      <a:moveTo>
                        <a:pt x="11" y="1279"/>
                      </a:moveTo>
                      <a:cubicBezTo>
                        <a:pt x="8" y="1279"/>
                        <a:pt x="6" y="1278"/>
                        <a:pt x="4" y="1276"/>
                      </a:cubicBezTo>
                      <a:cubicBezTo>
                        <a:pt x="0" y="1272"/>
                        <a:pt x="0" y="1266"/>
                        <a:pt x="4" y="1262"/>
                      </a:cubicBezTo>
                      <a:cubicBezTo>
                        <a:pt x="145" y="1120"/>
                        <a:pt x="324" y="1117"/>
                        <a:pt x="533" y="1113"/>
                      </a:cubicBezTo>
                      <a:cubicBezTo>
                        <a:pt x="721" y="1109"/>
                        <a:pt x="936" y="1105"/>
                        <a:pt x="1171" y="997"/>
                      </a:cubicBezTo>
                      <a:cubicBezTo>
                        <a:pt x="1310" y="933"/>
                        <a:pt x="1491" y="780"/>
                        <a:pt x="1561" y="421"/>
                      </a:cubicBezTo>
                      <a:cubicBezTo>
                        <a:pt x="1603" y="205"/>
                        <a:pt x="1584" y="14"/>
                        <a:pt x="1584" y="12"/>
                      </a:cubicBezTo>
                      <a:cubicBezTo>
                        <a:pt x="1583" y="7"/>
                        <a:pt x="1586" y="2"/>
                        <a:pt x="1592" y="1"/>
                      </a:cubicBezTo>
                      <a:cubicBezTo>
                        <a:pt x="1597" y="0"/>
                        <a:pt x="1602" y="4"/>
                        <a:pt x="1603" y="10"/>
                      </a:cubicBezTo>
                      <a:cubicBezTo>
                        <a:pt x="1603" y="12"/>
                        <a:pt x="1622" y="205"/>
                        <a:pt x="1580" y="424"/>
                      </a:cubicBezTo>
                      <a:cubicBezTo>
                        <a:pt x="1524" y="715"/>
                        <a:pt x="1385" y="920"/>
                        <a:pt x="1180" y="1014"/>
                      </a:cubicBezTo>
                      <a:cubicBezTo>
                        <a:pt x="941" y="1123"/>
                        <a:pt x="724" y="1128"/>
                        <a:pt x="534" y="1131"/>
                      </a:cubicBezTo>
                      <a:cubicBezTo>
                        <a:pt x="330" y="1135"/>
                        <a:pt x="154" y="1139"/>
                        <a:pt x="18" y="1275"/>
                      </a:cubicBezTo>
                      <a:cubicBezTo>
                        <a:pt x="15" y="1278"/>
                        <a:pt x="13" y="1279"/>
                        <a:pt x="11" y="1279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3" name="Google Shape;403;p26"/>
                <p:cNvSpPr/>
                <p:nvPr/>
              </p:nvSpPr>
              <p:spPr>
                <a:xfrm>
                  <a:off x="8678706" y="2537316"/>
                  <a:ext cx="286519" cy="4347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1" h="777" extrusionOk="0">
                      <a:moveTo>
                        <a:pt x="10" y="776"/>
                      </a:moveTo>
                      <a:cubicBezTo>
                        <a:pt x="7" y="776"/>
                        <a:pt x="3" y="775"/>
                        <a:pt x="2" y="771"/>
                      </a:cubicBezTo>
                      <a:cubicBezTo>
                        <a:pt x="0" y="766"/>
                        <a:pt x="2" y="760"/>
                        <a:pt x="7" y="758"/>
                      </a:cubicBezTo>
                      <a:cubicBezTo>
                        <a:pt x="307" y="636"/>
                        <a:pt x="490" y="14"/>
                        <a:pt x="491" y="8"/>
                      </a:cubicBezTo>
                      <a:cubicBezTo>
                        <a:pt x="492" y="3"/>
                        <a:pt x="497" y="0"/>
                        <a:pt x="502" y="1"/>
                      </a:cubicBezTo>
                      <a:cubicBezTo>
                        <a:pt x="507" y="3"/>
                        <a:pt x="510" y="8"/>
                        <a:pt x="509" y="13"/>
                      </a:cubicBezTo>
                      <a:cubicBezTo>
                        <a:pt x="509" y="14"/>
                        <a:pt x="462" y="174"/>
                        <a:pt x="379" y="345"/>
                      </a:cubicBezTo>
                      <a:cubicBezTo>
                        <a:pt x="267" y="577"/>
                        <a:pt x="144" y="722"/>
                        <a:pt x="13" y="775"/>
                      </a:cubicBezTo>
                      <a:cubicBezTo>
                        <a:pt x="12" y="776"/>
                        <a:pt x="11" y="776"/>
                        <a:pt x="10" y="776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4" name="Google Shape;404;p26"/>
                <p:cNvSpPr/>
                <p:nvPr/>
              </p:nvSpPr>
              <p:spPr>
                <a:xfrm>
                  <a:off x="8831845" y="2742325"/>
                  <a:ext cx="335918" cy="1877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1" h="336" extrusionOk="0">
                      <a:moveTo>
                        <a:pt x="50" y="324"/>
                      </a:moveTo>
                      <a:cubicBezTo>
                        <a:pt x="37" y="324"/>
                        <a:pt x="23" y="323"/>
                        <a:pt x="9" y="321"/>
                      </a:cubicBezTo>
                      <a:cubicBezTo>
                        <a:pt x="4" y="320"/>
                        <a:pt x="0" y="315"/>
                        <a:pt x="0" y="310"/>
                      </a:cubicBezTo>
                      <a:cubicBezTo>
                        <a:pt x="1" y="306"/>
                        <a:pt x="6" y="302"/>
                        <a:pt x="11" y="302"/>
                      </a:cubicBezTo>
                      <a:cubicBezTo>
                        <a:pt x="274" y="335"/>
                        <a:pt x="580" y="6"/>
                        <a:pt x="582" y="4"/>
                      </a:cubicBezTo>
                      <a:cubicBezTo>
                        <a:pt x="586" y="0"/>
                        <a:pt x="592" y="0"/>
                        <a:pt x="596" y="3"/>
                      </a:cubicBezTo>
                      <a:cubicBezTo>
                        <a:pt x="600" y="6"/>
                        <a:pt x="600" y="12"/>
                        <a:pt x="597" y="16"/>
                      </a:cubicBezTo>
                      <a:cubicBezTo>
                        <a:pt x="596" y="17"/>
                        <a:pt x="518" y="102"/>
                        <a:pt x="407" y="181"/>
                      </a:cubicBezTo>
                      <a:cubicBezTo>
                        <a:pt x="315" y="248"/>
                        <a:pt x="180" y="324"/>
                        <a:pt x="50" y="324"/>
                      </a:cubicBezTo>
                    </a:path>
                  </a:pathLst>
                </a:custGeom>
                <a:solidFill>
                  <a:srgbClr val="851B3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5" name="Google Shape;405;p26"/>
                <p:cNvSpPr/>
                <p:nvPr/>
              </p:nvSpPr>
              <p:spPr>
                <a:xfrm>
                  <a:off x="7999460" y="2275497"/>
                  <a:ext cx="392728" cy="573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9" h="1021" extrusionOk="0">
                      <a:moveTo>
                        <a:pt x="11" y="1020"/>
                      </a:moveTo>
                      <a:cubicBezTo>
                        <a:pt x="10" y="1020"/>
                        <a:pt x="10" y="1020"/>
                        <a:pt x="9" y="1020"/>
                      </a:cubicBezTo>
                      <a:cubicBezTo>
                        <a:pt x="4" y="1019"/>
                        <a:pt x="0" y="1015"/>
                        <a:pt x="1" y="1009"/>
                      </a:cubicBezTo>
                      <a:cubicBezTo>
                        <a:pt x="110" y="448"/>
                        <a:pt x="676" y="7"/>
                        <a:pt x="681" y="3"/>
                      </a:cubicBezTo>
                      <a:cubicBezTo>
                        <a:pt x="685" y="0"/>
                        <a:pt x="692" y="0"/>
                        <a:pt x="695" y="5"/>
                      </a:cubicBezTo>
                      <a:cubicBezTo>
                        <a:pt x="698" y="9"/>
                        <a:pt x="698" y="15"/>
                        <a:pt x="693" y="18"/>
                      </a:cubicBezTo>
                      <a:cubicBezTo>
                        <a:pt x="687" y="23"/>
                        <a:pt x="127" y="459"/>
                        <a:pt x="20" y="1013"/>
                      </a:cubicBezTo>
                      <a:cubicBezTo>
                        <a:pt x="19" y="1018"/>
                        <a:pt x="16" y="1020"/>
                        <a:pt x="11" y="102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6" name="Google Shape;406;p26"/>
                <p:cNvSpPr/>
                <p:nvPr/>
              </p:nvSpPr>
              <p:spPr>
                <a:xfrm>
                  <a:off x="8122959" y="2235978"/>
                  <a:ext cx="133379" cy="3309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9" h="591" extrusionOk="0">
                      <a:moveTo>
                        <a:pt x="10" y="590"/>
                      </a:moveTo>
                      <a:lnTo>
                        <a:pt x="9" y="590"/>
                      </a:lnTo>
                      <a:cubicBezTo>
                        <a:pt x="4" y="589"/>
                        <a:pt x="0" y="585"/>
                        <a:pt x="1" y="580"/>
                      </a:cubicBezTo>
                      <a:cubicBezTo>
                        <a:pt x="32" y="355"/>
                        <a:pt x="217" y="9"/>
                        <a:pt x="219" y="6"/>
                      </a:cubicBezTo>
                      <a:cubicBezTo>
                        <a:pt x="221" y="2"/>
                        <a:pt x="227" y="0"/>
                        <a:pt x="231" y="3"/>
                      </a:cubicBezTo>
                      <a:cubicBezTo>
                        <a:pt x="236" y="6"/>
                        <a:pt x="238" y="11"/>
                        <a:pt x="235" y="15"/>
                      </a:cubicBezTo>
                      <a:cubicBezTo>
                        <a:pt x="233" y="19"/>
                        <a:pt x="50" y="361"/>
                        <a:pt x="19" y="583"/>
                      </a:cubicBezTo>
                      <a:cubicBezTo>
                        <a:pt x="18" y="587"/>
                        <a:pt x="15" y="590"/>
                        <a:pt x="10" y="59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7" name="Google Shape;407;p26"/>
                <p:cNvSpPr/>
                <p:nvPr/>
              </p:nvSpPr>
              <p:spPr>
                <a:xfrm>
                  <a:off x="8036510" y="2473096"/>
                  <a:ext cx="338387" cy="2544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3" h="452" extrusionOk="0">
                      <a:moveTo>
                        <a:pt x="10" y="451"/>
                      </a:moveTo>
                      <a:cubicBezTo>
                        <a:pt x="5" y="451"/>
                        <a:pt x="1" y="447"/>
                        <a:pt x="0" y="443"/>
                      </a:cubicBezTo>
                      <a:cubicBezTo>
                        <a:pt x="0" y="438"/>
                        <a:pt x="4" y="433"/>
                        <a:pt x="9" y="432"/>
                      </a:cubicBezTo>
                      <a:cubicBezTo>
                        <a:pt x="184" y="418"/>
                        <a:pt x="581" y="7"/>
                        <a:pt x="585" y="4"/>
                      </a:cubicBezTo>
                      <a:cubicBezTo>
                        <a:pt x="589" y="0"/>
                        <a:pt x="594" y="1"/>
                        <a:pt x="598" y="4"/>
                      </a:cubicBezTo>
                      <a:cubicBezTo>
                        <a:pt x="602" y="7"/>
                        <a:pt x="602" y="13"/>
                        <a:pt x="599" y="17"/>
                      </a:cubicBezTo>
                      <a:cubicBezTo>
                        <a:pt x="595" y="22"/>
                        <a:pt x="194" y="436"/>
                        <a:pt x="10" y="451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8" name="Google Shape;408;p26"/>
                <p:cNvSpPr/>
                <p:nvPr/>
              </p:nvSpPr>
              <p:spPr>
                <a:xfrm>
                  <a:off x="9315962" y="1806200"/>
                  <a:ext cx="113619" cy="4149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" h="743" extrusionOk="0">
                      <a:moveTo>
                        <a:pt x="144" y="742"/>
                      </a:moveTo>
                      <a:cubicBezTo>
                        <a:pt x="143" y="742"/>
                        <a:pt x="142" y="742"/>
                        <a:pt x="141" y="742"/>
                      </a:cubicBezTo>
                      <a:cubicBezTo>
                        <a:pt x="137" y="741"/>
                        <a:pt x="134" y="735"/>
                        <a:pt x="135" y="731"/>
                      </a:cubicBezTo>
                      <a:cubicBezTo>
                        <a:pt x="179" y="576"/>
                        <a:pt x="110" y="411"/>
                        <a:pt x="50" y="265"/>
                      </a:cubicBezTo>
                      <a:lnTo>
                        <a:pt x="41" y="245"/>
                      </a:lnTo>
                      <a:cubicBezTo>
                        <a:pt x="7" y="162"/>
                        <a:pt x="21" y="101"/>
                        <a:pt x="40" y="64"/>
                      </a:cubicBezTo>
                      <a:cubicBezTo>
                        <a:pt x="60" y="24"/>
                        <a:pt x="88" y="4"/>
                        <a:pt x="90" y="3"/>
                      </a:cubicBezTo>
                      <a:cubicBezTo>
                        <a:pt x="94" y="0"/>
                        <a:pt x="100" y="1"/>
                        <a:pt x="103" y="5"/>
                      </a:cubicBezTo>
                      <a:cubicBezTo>
                        <a:pt x="106" y="9"/>
                        <a:pt x="105" y="15"/>
                        <a:pt x="101" y="18"/>
                      </a:cubicBezTo>
                      <a:lnTo>
                        <a:pt x="101" y="18"/>
                      </a:lnTo>
                      <a:cubicBezTo>
                        <a:pt x="98" y="21"/>
                        <a:pt x="0" y="92"/>
                        <a:pt x="60" y="238"/>
                      </a:cubicBezTo>
                      <a:lnTo>
                        <a:pt x="69" y="258"/>
                      </a:lnTo>
                      <a:cubicBezTo>
                        <a:pt x="131" y="407"/>
                        <a:pt x="200" y="575"/>
                        <a:pt x="155" y="736"/>
                      </a:cubicBezTo>
                      <a:cubicBezTo>
                        <a:pt x="152" y="739"/>
                        <a:pt x="148" y="742"/>
                        <a:pt x="144" y="742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9" name="Google Shape;409;p26"/>
                <p:cNvSpPr/>
                <p:nvPr/>
              </p:nvSpPr>
              <p:spPr>
                <a:xfrm>
                  <a:off x="8856545" y="1601192"/>
                  <a:ext cx="365556" cy="548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3" h="979" extrusionOk="0">
                      <a:moveTo>
                        <a:pt x="642" y="978"/>
                      </a:moveTo>
                      <a:cubicBezTo>
                        <a:pt x="638" y="978"/>
                        <a:pt x="634" y="974"/>
                        <a:pt x="633" y="969"/>
                      </a:cubicBezTo>
                      <a:cubicBezTo>
                        <a:pt x="632" y="963"/>
                        <a:pt x="575" y="434"/>
                        <a:pt x="5" y="18"/>
                      </a:cubicBezTo>
                      <a:cubicBezTo>
                        <a:pt x="1" y="15"/>
                        <a:pt x="0" y="10"/>
                        <a:pt x="3" y="5"/>
                      </a:cubicBezTo>
                      <a:cubicBezTo>
                        <a:pt x="6" y="1"/>
                        <a:pt x="12" y="0"/>
                        <a:pt x="16" y="3"/>
                      </a:cubicBezTo>
                      <a:cubicBezTo>
                        <a:pt x="318" y="222"/>
                        <a:pt x="475" y="473"/>
                        <a:pt x="553" y="643"/>
                      </a:cubicBezTo>
                      <a:cubicBezTo>
                        <a:pt x="638" y="829"/>
                        <a:pt x="652" y="965"/>
                        <a:pt x="652" y="966"/>
                      </a:cubicBezTo>
                      <a:cubicBezTo>
                        <a:pt x="652" y="973"/>
                        <a:pt x="648" y="977"/>
                        <a:pt x="642" y="978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0" name="Google Shape;410;p26"/>
                <p:cNvSpPr/>
                <p:nvPr/>
              </p:nvSpPr>
              <p:spPr>
                <a:xfrm>
                  <a:off x="9580249" y="1900059"/>
                  <a:ext cx="118560" cy="1358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" h="243" extrusionOk="0">
                      <a:moveTo>
                        <a:pt x="173" y="242"/>
                      </a:moveTo>
                      <a:cubicBezTo>
                        <a:pt x="173" y="242"/>
                        <a:pt x="122" y="229"/>
                        <a:pt x="61" y="135"/>
                      </a:cubicBezTo>
                      <a:cubicBezTo>
                        <a:pt x="0" y="41"/>
                        <a:pt x="34" y="0"/>
                        <a:pt x="34" y="0"/>
                      </a:cubicBezTo>
                      <a:cubicBezTo>
                        <a:pt x="34" y="0"/>
                        <a:pt x="79" y="6"/>
                        <a:pt x="146" y="103"/>
                      </a:cubicBezTo>
                      <a:cubicBezTo>
                        <a:pt x="212" y="198"/>
                        <a:pt x="173" y="242"/>
                        <a:pt x="173" y="242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1" name="Google Shape;411;p26"/>
                <p:cNvSpPr/>
                <p:nvPr/>
              </p:nvSpPr>
              <p:spPr>
                <a:xfrm>
                  <a:off x="9345601" y="1662941"/>
                  <a:ext cx="79040" cy="1037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" h="184" extrusionOk="0">
                      <a:moveTo>
                        <a:pt x="131" y="183"/>
                      </a:moveTo>
                      <a:cubicBezTo>
                        <a:pt x="131" y="183"/>
                        <a:pt x="89" y="157"/>
                        <a:pt x="45" y="98"/>
                      </a:cubicBezTo>
                      <a:cubicBezTo>
                        <a:pt x="0" y="39"/>
                        <a:pt x="9" y="0"/>
                        <a:pt x="9" y="0"/>
                      </a:cubicBezTo>
                      <a:cubicBezTo>
                        <a:pt x="9" y="0"/>
                        <a:pt x="66" y="13"/>
                        <a:pt x="102" y="74"/>
                      </a:cubicBezTo>
                      <a:cubicBezTo>
                        <a:pt x="138" y="134"/>
                        <a:pt x="131" y="183"/>
                        <a:pt x="131" y="183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2" name="Google Shape;412;p26"/>
                <p:cNvSpPr/>
                <p:nvPr/>
              </p:nvSpPr>
              <p:spPr>
                <a:xfrm>
                  <a:off x="9135652" y="1522152"/>
                  <a:ext cx="101268" cy="815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" h="146" extrusionOk="0">
                      <a:moveTo>
                        <a:pt x="181" y="135"/>
                      </a:moveTo>
                      <a:cubicBezTo>
                        <a:pt x="181" y="135"/>
                        <a:pt x="141" y="145"/>
                        <a:pt x="73" y="102"/>
                      </a:cubicBezTo>
                      <a:cubicBezTo>
                        <a:pt x="4" y="59"/>
                        <a:pt x="0" y="18"/>
                        <a:pt x="0" y="18"/>
                      </a:cubicBezTo>
                      <a:cubicBezTo>
                        <a:pt x="0" y="18"/>
                        <a:pt x="61" y="0"/>
                        <a:pt x="116" y="36"/>
                      </a:cubicBezTo>
                      <a:cubicBezTo>
                        <a:pt x="169" y="73"/>
                        <a:pt x="181" y="135"/>
                        <a:pt x="181" y="135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3" name="Google Shape;413;p26"/>
                <p:cNvSpPr/>
                <p:nvPr/>
              </p:nvSpPr>
              <p:spPr>
                <a:xfrm>
                  <a:off x="8967693" y="1467813"/>
                  <a:ext cx="93860" cy="642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8" h="115" extrusionOk="0">
                      <a:moveTo>
                        <a:pt x="167" y="88"/>
                      </a:moveTo>
                      <a:cubicBezTo>
                        <a:pt x="167" y="88"/>
                        <a:pt x="124" y="114"/>
                        <a:pt x="65" y="82"/>
                      </a:cubicBezTo>
                      <a:cubicBezTo>
                        <a:pt x="6" y="50"/>
                        <a:pt x="0" y="17"/>
                        <a:pt x="0" y="17"/>
                      </a:cubicBezTo>
                      <a:cubicBezTo>
                        <a:pt x="0" y="17"/>
                        <a:pt x="96" y="0"/>
                        <a:pt x="167" y="88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4" name="Google Shape;414;p26"/>
                <p:cNvSpPr/>
                <p:nvPr/>
              </p:nvSpPr>
              <p:spPr>
                <a:xfrm>
                  <a:off x="8034040" y="1927230"/>
                  <a:ext cx="1541268" cy="1415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51" h="2528" extrusionOk="0">
                      <a:moveTo>
                        <a:pt x="2555" y="2527"/>
                      </a:moveTo>
                      <a:cubicBezTo>
                        <a:pt x="2549" y="2527"/>
                        <a:pt x="2545" y="2525"/>
                        <a:pt x="2540" y="2522"/>
                      </a:cubicBezTo>
                      <a:cubicBezTo>
                        <a:pt x="2528" y="2513"/>
                        <a:pt x="2525" y="2497"/>
                        <a:pt x="2533" y="2486"/>
                      </a:cubicBezTo>
                      <a:cubicBezTo>
                        <a:pt x="2648" y="2326"/>
                        <a:pt x="2693" y="2141"/>
                        <a:pt x="2663" y="1966"/>
                      </a:cubicBezTo>
                      <a:cubicBezTo>
                        <a:pt x="2589" y="1535"/>
                        <a:pt x="1718" y="1160"/>
                        <a:pt x="1019" y="859"/>
                      </a:cubicBezTo>
                      <a:cubicBezTo>
                        <a:pt x="465" y="619"/>
                        <a:pt x="28" y="431"/>
                        <a:pt x="6" y="247"/>
                      </a:cubicBezTo>
                      <a:cubicBezTo>
                        <a:pt x="0" y="196"/>
                        <a:pt x="25" y="149"/>
                        <a:pt x="81" y="107"/>
                      </a:cubicBezTo>
                      <a:cubicBezTo>
                        <a:pt x="192" y="24"/>
                        <a:pt x="381" y="0"/>
                        <a:pt x="646" y="35"/>
                      </a:cubicBezTo>
                      <a:cubicBezTo>
                        <a:pt x="660" y="37"/>
                        <a:pt x="671" y="50"/>
                        <a:pt x="669" y="65"/>
                      </a:cubicBezTo>
                      <a:cubicBezTo>
                        <a:pt x="667" y="79"/>
                        <a:pt x="654" y="90"/>
                        <a:pt x="638" y="88"/>
                      </a:cubicBezTo>
                      <a:cubicBezTo>
                        <a:pt x="389" y="55"/>
                        <a:pt x="212" y="76"/>
                        <a:pt x="114" y="150"/>
                      </a:cubicBezTo>
                      <a:cubicBezTo>
                        <a:pt x="74" y="180"/>
                        <a:pt x="55" y="210"/>
                        <a:pt x="59" y="241"/>
                      </a:cubicBezTo>
                      <a:cubicBezTo>
                        <a:pt x="77" y="394"/>
                        <a:pt x="545" y="596"/>
                        <a:pt x="1041" y="809"/>
                      </a:cubicBezTo>
                      <a:cubicBezTo>
                        <a:pt x="1789" y="1132"/>
                        <a:pt x="2637" y="1497"/>
                        <a:pt x="2716" y="1956"/>
                      </a:cubicBezTo>
                      <a:cubicBezTo>
                        <a:pt x="2750" y="2146"/>
                        <a:pt x="2700" y="2345"/>
                        <a:pt x="2577" y="2516"/>
                      </a:cubicBezTo>
                      <a:cubicBezTo>
                        <a:pt x="2572" y="2523"/>
                        <a:pt x="2564" y="2527"/>
                        <a:pt x="2555" y="2527"/>
                      </a:cubicBezTo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5" name="Google Shape;415;p26"/>
                <p:cNvSpPr/>
                <p:nvPr/>
              </p:nvSpPr>
              <p:spPr>
                <a:xfrm>
                  <a:off x="9676579" y="2754675"/>
                  <a:ext cx="400137" cy="6866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5" h="1226" extrusionOk="0">
                      <a:moveTo>
                        <a:pt x="575" y="0"/>
                      </a:moveTo>
                      <a:cubicBezTo>
                        <a:pt x="575" y="0"/>
                        <a:pt x="54" y="370"/>
                        <a:pt x="0" y="1211"/>
                      </a:cubicBezTo>
                      <a:lnTo>
                        <a:pt x="404" y="1225"/>
                      </a:lnTo>
                      <a:lnTo>
                        <a:pt x="714" y="156"/>
                      </a:lnTo>
                      <a:lnTo>
                        <a:pt x="575" y="0"/>
                      </a:lnTo>
                    </a:path>
                  </a:pathLst>
                </a:custGeom>
                <a:solidFill>
                  <a:srgbClr val="597CA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6" name="Google Shape;416;p26"/>
                <p:cNvSpPr/>
                <p:nvPr/>
              </p:nvSpPr>
              <p:spPr>
                <a:xfrm>
                  <a:off x="7848792" y="2638586"/>
                  <a:ext cx="3467848" cy="14869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93" h="2654" extrusionOk="0">
                      <a:moveTo>
                        <a:pt x="6192" y="1377"/>
                      </a:moveTo>
                      <a:cubicBezTo>
                        <a:pt x="5856" y="1176"/>
                        <a:pt x="2930" y="80"/>
                        <a:pt x="2590" y="61"/>
                      </a:cubicBezTo>
                      <a:cubicBezTo>
                        <a:pt x="2367" y="49"/>
                        <a:pt x="2156" y="0"/>
                        <a:pt x="1941" y="35"/>
                      </a:cubicBezTo>
                      <a:cubicBezTo>
                        <a:pt x="1773" y="63"/>
                        <a:pt x="1596" y="28"/>
                        <a:pt x="1429" y="24"/>
                      </a:cubicBezTo>
                      <a:cubicBezTo>
                        <a:pt x="1299" y="21"/>
                        <a:pt x="1121" y="21"/>
                        <a:pt x="1017" y="120"/>
                      </a:cubicBezTo>
                      <a:cubicBezTo>
                        <a:pt x="875" y="255"/>
                        <a:pt x="1059" y="339"/>
                        <a:pt x="1179" y="373"/>
                      </a:cubicBezTo>
                      <a:cubicBezTo>
                        <a:pt x="1230" y="387"/>
                        <a:pt x="1840" y="543"/>
                        <a:pt x="1788" y="604"/>
                      </a:cubicBezTo>
                      <a:cubicBezTo>
                        <a:pt x="1788" y="604"/>
                        <a:pt x="1538" y="891"/>
                        <a:pt x="1245" y="934"/>
                      </a:cubicBezTo>
                      <a:cubicBezTo>
                        <a:pt x="951" y="977"/>
                        <a:pt x="697" y="910"/>
                        <a:pt x="428" y="941"/>
                      </a:cubicBezTo>
                      <a:cubicBezTo>
                        <a:pt x="160" y="972"/>
                        <a:pt x="0" y="1078"/>
                        <a:pt x="119" y="1191"/>
                      </a:cubicBezTo>
                      <a:cubicBezTo>
                        <a:pt x="119" y="1191"/>
                        <a:pt x="56" y="1250"/>
                        <a:pt x="225" y="1351"/>
                      </a:cubicBezTo>
                      <a:cubicBezTo>
                        <a:pt x="393" y="1452"/>
                        <a:pt x="1074" y="1539"/>
                        <a:pt x="1379" y="1521"/>
                      </a:cubicBezTo>
                      <a:cubicBezTo>
                        <a:pt x="1684" y="1503"/>
                        <a:pt x="2086" y="1500"/>
                        <a:pt x="2320" y="1395"/>
                      </a:cubicBezTo>
                      <a:cubicBezTo>
                        <a:pt x="2852" y="1156"/>
                        <a:pt x="3041" y="1239"/>
                        <a:pt x="3199" y="1279"/>
                      </a:cubicBezTo>
                      <a:cubicBezTo>
                        <a:pt x="3356" y="1319"/>
                        <a:pt x="5628" y="2653"/>
                        <a:pt x="5629" y="2617"/>
                      </a:cubicBezTo>
                      <a:cubicBezTo>
                        <a:pt x="5629" y="2580"/>
                        <a:pt x="6192" y="1377"/>
                        <a:pt x="6192" y="1377"/>
                      </a:cubicBezTo>
                    </a:path>
                  </a:pathLst>
                </a:custGeom>
                <a:solidFill>
                  <a:srgbClr val="D06B6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7" name="Google Shape;417;p26"/>
                <p:cNvSpPr/>
                <p:nvPr/>
              </p:nvSpPr>
              <p:spPr>
                <a:xfrm>
                  <a:off x="7920420" y="3206683"/>
                  <a:ext cx="155608" cy="1259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6" h="226" extrusionOk="0">
                      <a:moveTo>
                        <a:pt x="247" y="31"/>
                      </a:moveTo>
                      <a:cubicBezTo>
                        <a:pt x="247" y="31"/>
                        <a:pt x="275" y="161"/>
                        <a:pt x="231" y="225"/>
                      </a:cubicBezTo>
                      <a:cubicBezTo>
                        <a:pt x="231" y="225"/>
                        <a:pt x="0" y="188"/>
                        <a:pt x="18" y="94"/>
                      </a:cubicBezTo>
                      <a:cubicBezTo>
                        <a:pt x="37" y="0"/>
                        <a:pt x="247" y="31"/>
                        <a:pt x="247" y="31"/>
                      </a:cubicBezTo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8" name="Google Shape;418;p26"/>
                <p:cNvSpPr/>
                <p:nvPr/>
              </p:nvSpPr>
              <p:spPr>
                <a:xfrm>
                  <a:off x="7908071" y="3298072"/>
                  <a:ext cx="748406" cy="1210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7" h="217" extrusionOk="0">
                      <a:moveTo>
                        <a:pt x="964" y="183"/>
                      </a:moveTo>
                      <a:cubicBezTo>
                        <a:pt x="297" y="183"/>
                        <a:pt x="12" y="25"/>
                        <a:pt x="8" y="23"/>
                      </a:cubicBezTo>
                      <a:cubicBezTo>
                        <a:pt x="2" y="20"/>
                        <a:pt x="0" y="13"/>
                        <a:pt x="3" y="7"/>
                      </a:cubicBezTo>
                      <a:cubicBezTo>
                        <a:pt x="6" y="1"/>
                        <a:pt x="14" y="0"/>
                        <a:pt x="19" y="2"/>
                      </a:cubicBezTo>
                      <a:cubicBezTo>
                        <a:pt x="23" y="4"/>
                        <a:pt x="405" y="216"/>
                        <a:pt x="1323" y="145"/>
                      </a:cubicBezTo>
                      <a:cubicBezTo>
                        <a:pt x="1329" y="144"/>
                        <a:pt x="1335" y="150"/>
                        <a:pt x="1335" y="157"/>
                      </a:cubicBezTo>
                      <a:cubicBezTo>
                        <a:pt x="1336" y="163"/>
                        <a:pt x="1330" y="169"/>
                        <a:pt x="1324" y="169"/>
                      </a:cubicBezTo>
                      <a:cubicBezTo>
                        <a:pt x="1194" y="180"/>
                        <a:pt x="1073" y="183"/>
                        <a:pt x="964" y="183"/>
                      </a:cubicBezTo>
                    </a:path>
                  </a:pathLst>
                </a:custGeom>
                <a:solidFill>
                  <a:srgbClr val="733A3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9" name="Google Shape;419;p26"/>
                <p:cNvSpPr/>
                <p:nvPr/>
              </p:nvSpPr>
              <p:spPr>
                <a:xfrm>
                  <a:off x="8654006" y="2707746"/>
                  <a:ext cx="34580" cy="1160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" h="207" extrusionOk="0">
                      <a:moveTo>
                        <a:pt x="10" y="206"/>
                      </a:moveTo>
                      <a:cubicBezTo>
                        <a:pt x="9" y="206"/>
                        <a:pt x="7" y="206"/>
                        <a:pt x="6" y="205"/>
                      </a:cubicBezTo>
                      <a:cubicBezTo>
                        <a:pt x="2" y="203"/>
                        <a:pt x="0" y="198"/>
                        <a:pt x="3" y="194"/>
                      </a:cubicBezTo>
                      <a:cubicBezTo>
                        <a:pt x="43" y="121"/>
                        <a:pt x="17" y="11"/>
                        <a:pt x="17" y="10"/>
                      </a:cubicBezTo>
                      <a:cubicBezTo>
                        <a:pt x="16" y="7"/>
                        <a:pt x="19" y="2"/>
                        <a:pt x="23" y="1"/>
                      </a:cubicBezTo>
                      <a:cubicBezTo>
                        <a:pt x="27" y="0"/>
                        <a:pt x="32" y="3"/>
                        <a:pt x="33" y="7"/>
                      </a:cubicBezTo>
                      <a:cubicBezTo>
                        <a:pt x="34" y="11"/>
                        <a:pt x="59" y="123"/>
                        <a:pt x="16" y="202"/>
                      </a:cubicBezTo>
                      <a:cubicBezTo>
                        <a:pt x="15" y="205"/>
                        <a:pt x="13" y="206"/>
                        <a:pt x="10" y="206"/>
                      </a:cubicBezTo>
                    </a:path>
                  </a:pathLst>
                </a:custGeom>
                <a:solidFill>
                  <a:srgbClr val="733A3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0" name="Google Shape;420;p26"/>
                <p:cNvSpPr/>
                <p:nvPr/>
              </p:nvSpPr>
              <p:spPr>
                <a:xfrm>
                  <a:off x="8266218" y="3265963"/>
                  <a:ext cx="37049" cy="96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" h="173" extrusionOk="0">
                      <a:moveTo>
                        <a:pt x="9" y="171"/>
                      </a:moveTo>
                      <a:cubicBezTo>
                        <a:pt x="8" y="171"/>
                        <a:pt x="7" y="172"/>
                        <a:pt x="5" y="170"/>
                      </a:cubicBezTo>
                      <a:cubicBezTo>
                        <a:pt x="2" y="169"/>
                        <a:pt x="0" y="163"/>
                        <a:pt x="2" y="159"/>
                      </a:cubicBezTo>
                      <a:cubicBezTo>
                        <a:pt x="48" y="61"/>
                        <a:pt x="17" y="15"/>
                        <a:pt x="17" y="15"/>
                      </a:cubicBezTo>
                      <a:cubicBezTo>
                        <a:pt x="14" y="11"/>
                        <a:pt x="15" y="6"/>
                        <a:pt x="19" y="3"/>
                      </a:cubicBezTo>
                      <a:cubicBezTo>
                        <a:pt x="22" y="0"/>
                        <a:pt x="27" y="1"/>
                        <a:pt x="30" y="5"/>
                      </a:cubicBezTo>
                      <a:cubicBezTo>
                        <a:pt x="32" y="7"/>
                        <a:pt x="67" y="58"/>
                        <a:pt x="17" y="166"/>
                      </a:cubicBezTo>
                      <a:cubicBezTo>
                        <a:pt x="15" y="170"/>
                        <a:pt x="12" y="171"/>
                        <a:pt x="9" y="171"/>
                      </a:cubicBezTo>
                    </a:path>
                  </a:pathLst>
                </a:custGeom>
                <a:solidFill>
                  <a:srgbClr val="733A3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1" name="Google Shape;421;p26"/>
                <p:cNvSpPr/>
                <p:nvPr/>
              </p:nvSpPr>
              <p:spPr>
                <a:xfrm>
                  <a:off x="8409477" y="2675635"/>
                  <a:ext cx="175368" cy="1457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2" h="259" extrusionOk="0">
                      <a:moveTo>
                        <a:pt x="296" y="25"/>
                      </a:moveTo>
                      <a:cubicBezTo>
                        <a:pt x="287" y="0"/>
                        <a:pt x="57" y="22"/>
                        <a:pt x="29" y="128"/>
                      </a:cubicBezTo>
                      <a:cubicBezTo>
                        <a:pt x="0" y="235"/>
                        <a:pt x="256" y="249"/>
                        <a:pt x="261" y="253"/>
                      </a:cubicBezTo>
                      <a:cubicBezTo>
                        <a:pt x="266" y="258"/>
                        <a:pt x="311" y="65"/>
                        <a:pt x="296" y="25"/>
                      </a:cubicBezTo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2" name="Google Shape;422;p26"/>
                <p:cNvSpPr/>
                <p:nvPr/>
              </p:nvSpPr>
              <p:spPr>
                <a:xfrm>
                  <a:off x="7922891" y="3352411"/>
                  <a:ext cx="93859" cy="568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" h="102" extrusionOk="0">
                      <a:moveTo>
                        <a:pt x="0" y="4"/>
                      </a:moveTo>
                      <a:cubicBezTo>
                        <a:pt x="0" y="4"/>
                        <a:pt x="93" y="0"/>
                        <a:pt x="163" y="65"/>
                      </a:cubicBezTo>
                      <a:cubicBezTo>
                        <a:pt x="163" y="65"/>
                        <a:pt x="166" y="84"/>
                        <a:pt x="142" y="101"/>
                      </a:cubicBezTo>
                      <a:cubicBezTo>
                        <a:pt x="142" y="101"/>
                        <a:pt x="26" y="54"/>
                        <a:pt x="0" y="4"/>
                      </a:cubicBezTo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3" name="Google Shape;423;p26"/>
                <p:cNvSpPr/>
                <p:nvPr/>
              </p:nvSpPr>
              <p:spPr>
                <a:xfrm>
                  <a:off x="8997333" y="3238792"/>
                  <a:ext cx="56809" cy="118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" h="213" extrusionOk="0">
                      <a:moveTo>
                        <a:pt x="60" y="212"/>
                      </a:moveTo>
                      <a:cubicBezTo>
                        <a:pt x="59" y="212"/>
                        <a:pt x="58" y="212"/>
                        <a:pt x="57" y="212"/>
                      </a:cubicBezTo>
                      <a:cubicBezTo>
                        <a:pt x="53" y="210"/>
                        <a:pt x="50" y="206"/>
                        <a:pt x="52" y="202"/>
                      </a:cubicBezTo>
                      <a:cubicBezTo>
                        <a:pt x="81" y="121"/>
                        <a:pt x="3" y="15"/>
                        <a:pt x="3" y="14"/>
                      </a:cubicBezTo>
                      <a:cubicBezTo>
                        <a:pt x="0" y="10"/>
                        <a:pt x="1" y="5"/>
                        <a:pt x="4" y="3"/>
                      </a:cubicBezTo>
                      <a:cubicBezTo>
                        <a:pt x="8" y="0"/>
                        <a:pt x="13" y="1"/>
                        <a:pt x="16" y="4"/>
                      </a:cubicBezTo>
                      <a:cubicBezTo>
                        <a:pt x="20" y="9"/>
                        <a:pt x="100" y="119"/>
                        <a:pt x="68" y="207"/>
                      </a:cubicBezTo>
                      <a:cubicBezTo>
                        <a:pt x="65" y="209"/>
                        <a:pt x="63" y="212"/>
                        <a:pt x="60" y="212"/>
                      </a:cubicBezTo>
                    </a:path>
                  </a:pathLst>
                </a:custGeom>
                <a:solidFill>
                  <a:srgbClr val="733A3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4" name="Google Shape;424;p26"/>
                <p:cNvSpPr/>
                <p:nvPr/>
              </p:nvSpPr>
              <p:spPr>
                <a:xfrm>
                  <a:off x="8826905" y="3041193"/>
                  <a:ext cx="2316856" cy="10843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38" h="1935" extrusionOk="0">
                      <a:moveTo>
                        <a:pt x="4137" y="1321"/>
                      </a:moveTo>
                      <a:cubicBezTo>
                        <a:pt x="4024" y="1572"/>
                        <a:pt x="3881" y="1883"/>
                        <a:pt x="3881" y="1898"/>
                      </a:cubicBezTo>
                      <a:cubicBezTo>
                        <a:pt x="3880" y="1934"/>
                        <a:pt x="1609" y="600"/>
                        <a:pt x="1451" y="560"/>
                      </a:cubicBezTo>
                      <a:cubicBezTo>
                        <a:pt x="1293" y="520"/>
                        <a:pt x="1104" y="437"/>
                        <a:pt x="572" y="676"/>
                      </a:cubicBezTo>
                      <a:cubicBezTo>
                        <a:pt x="426" y="741"/>
                        <a:pt x="213" y="768"/>
                        <a:pt x="0" y="782"/>
                      </a:cubicBezTo>
                      <a:cubicBezTo>
                        <a:pt x="228" y="733"/>
                        <a:pt x="510" y="644"/>
                        <a:pt x="746" y="487"/>
                      </a:cubicBezTo>
                      <a:cubicBezTo>
                        <a:pt x="1233" y="161"/>
                        <a:pt x="1470" y="474"/>
                        <a:pt x="1552" y="365"/>
                      </a:cubicBezTo>
                      <a:cubicBezTo>
                        <a:pt x="1634" y="258"/>
                        <a:pt x="1612" y="0"/>
                        <a:pt x="1612" y="0"/>
                      </a:cubicBezTo>
                      <a:cubicBezTo>
                        <a:pt x="1612" y="0"/>
                        <a:pt x="1693" y="232"/>
                        <a:pt x="1662" y="439"/>
                      </a:cubicBezTo>
                      <a:cubicBezTo>
                        <a:pt x="1637" y="614"/>
                        <a:pt x="3807" y="1248"/>
                        <a:pt x="4137" y="1321"/>
                      </a:cubicBezTo>
                    </a:path>
                  </a:pathLst>
                </a:custGeom>
                <a:solidFill>
                  <a:srgbClr val="733A3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5" name="Google Shape;425;p26"/>
                <p:cNvSpPr/>
                <p:nvPr/>
              </p:nvSpPr>
              <p:spPr>
                <a:xfrm>
                  <a:off x="9661759" y="2843594"/>
                  <a:ext cx="412487" cy="6002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8" h="1070" extrusionOk="0">
                      <a:moveTo>
                        <a:pt x="360" y="0"/>
                      </a:moveTo>
                      <a:lnTo>
                        <a:pt x="0" y="953"/>
                      </a:lnTo>
                      <a:lnTo>
                        <a:pt x="246" y="1069"/>
                      </a:lnTo>
                      <a:lnTo>
                        <a:pt x="737" y="108"/>
                      </a:lnTo>
                      <a:lnTo>
                        <a:pt x="360" y="0"/>
                      </a:lnTo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6" name="Google Shape;426;p26"/>
                <p:cNvSpPr/>
                <p:nvPr/>
              </p:nvSpPr>
              <p:spPr>
                <a:xfrm>
                  <a:off x="8841725" y="2954744"/>
                  <a:ext cx="158079" cy="345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1" h="60" extrusionOk="0">
                      <a:moveTo>
                        <a:pt x="62" y="59"/>
                      </a:moveTo>
                      <a:cubicBezTo>
                        <a:pt x="24" y="59"/>
                        <a:pt x="11" y="52"/>
                        <a:pt x="8" y="52"/>
                      </a:cubicBezTo>
                      <a:cubicBezTo>
                        <a:pt x="2" y="49"/>
                        <a:pt x="0" y="40"/>
                        <a:pt x="3" y="35"/>
                      </a:cubicBezTo>
                      <a:cubicBezTo>
                        <a:pt x="6" y="29"/>
                        <a:pt x="14" y="28"/>
                        <a:pt x="20" y="31"/>
                      </a:cubicBezTo>
                      <a:cubicBezTo>
                        <a:pt x="21" y="31"/>
                        <a:pt x="72" y="52"/>
                        <a:pt x="263" y="2"/>
                      </a:cubicBezTo>
                      <a:cubicBezTo>
                        <a:pt x="270" y="0"/>
                        <a:pt x="277" y="4"/>
                        <a:pt x="278" y="11"/>
                      </a:cubicBezTo>
                      <a:cubicBezTo>
                        <a:pt x="280" y="17"/>
                        <a:pt x="276" y="24"/>
                        <a:pt x="269" y="25"/>
                      </a:cubicBezTo>
                      <a:cubicBezTo>
                        <a:pt x="166" y="52"/>
                        <a:pt x="101" y="59"/>
                        <a:pt x="62" y="59"/>
                      </a:cubicBezTo>
                    </a:path>
                  </a:pathLst>
                </a:custGeom>
                <a:solidFill>
                  <a:srgbClr val="733A3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7" name="Google Shape;427;p26"/>
                <p:cNvSpPr/>
                <p:nvPr/>
              </p:nvSpPr>
              <p:spPr>
                <a:xfrm>
                  <a:off x="9676579" y="2754675"/>
                  <a:ext cx="1921643" cy="15313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1" h="2736" extrusionOk="0">
                      <a:moveTo>
                        <a:pt x="575" y="0"/>
                      </a:moveTo>
                      <a:cubicBezTo>
                        <a:pt x="575" y="0"/>
                        <a:pt x="434" y="971"/>
                        <a:pt x="0" y="1211"/>
                      </a:cubicBezTo>
                      <a:cubicBezTo>
                        <a:pt x="0" y="1211"/>
                        <a:pt x="2133" y="2577"/>
                        <a:pt x="2438" y="2735"/>
                      </a:cubicBezTo>
                      <a:lnTo>
                        <a:pt x="3430" y="798"/>
                      </a:lnTo>
                      <a:cubicBezTo>
                        <a:pt x="3429" y="798"/>
                        <a:pt x="1653" y="281"/>
                        <a:pt x="575" y="0"/>
                      </a:cubicBezTo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8" name="Google Shape;428;p26"/>
                <p:cNvSpPr/>
                <p:nvPr/>
              </p:nvSpPr>
              <p:spPr>
                <a:xfrm>
                  <a:off x="9676579" y="3320302"/>
                  <a:ext cx="1704290" cy="9682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44" h="1728" extrusionOk="0">
                      <a:moveTo>
                        <a:pt x="3043" y="544"/>
                      </a:moveTo>
                      <a:lnTo>
                        <a:pt x="2438" y="1727"/>
                      </a:lnTo>
                      <a:cubicBezTo>
                        <a:pt x="2134" y="1569"/>
                        <a:pt x="0" y="203"/>
                        <a:pt x="0" y="203"/>
                      </a:cubicBezTo>
                      <a:cubicBezTo>
                        <a:pt x="83" y="158"/>
                        <a:pt x="155" y="85"/>
                        <a:pt x="218" y="0"/>
                      </a:cubicBezTo>
                      <a:cubicBezTo>
                        <a:pt x="389" y="129"/>
                        <a:pt x="884" y="443"/>
                        <a:pt x="1812" y="573"/>
                      </a:cubicBezTo>
                      <a:cubicBezTo>
                        <a:pt x="2458" y="663"/>
                        <a:pt x="2835" y="610"/>
                        <a:pt x="3043" y="544"/>
                      </a:cubicBezTo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9" name="Google Shape;429;p26"/>
                <p:cNvSpPr/>
                <p:nvPr/>
              </p:nvSpPr>
              <p:spPr>
                <a:xfrm>
                  <a:off x="7658602" y="2851005"/>
                  <a:ext cx="1822847" cy="738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56" h="1319" extrusionOk="0">
                      <a:moveTo>
                        <a:pt x="2253" y="1318"/>
                      </a:moveTo>
                      <a:cubicBezTo>
                        <a:pt x="1947" y="1318"/>
                        <a:pt x="1623" y="1233"/>
                        <a:pt x="1287" y="1065"/>
                      </a:cubicBezTo>
                      <a:cubicBezTo>
                        <a:pt x="861" y="853"/>
                        <a:pt x="431" y="511"/>
                        <a:pt x="10" y="49"/>
                      </a:cubicBezTo>
                      <a:cubicBezTo>
                        <a:pt x="0" y="37"/>
                        <a:pt x="0" y="21"/>
                        <a:pt x="12" y="11"/>
                      </a:cubicBezTo>
                      <a:cubicBezTo>
                        <a:pt x="23" y="0"/>
                        <a:pt x="40" y="1"/>
                        <a:pt x="50" y="13"/>
                      </a:cubicBezTo>
                      <a:cubicBezTo>
                        <a:pt x="466" y="470"/>
                        <a:pt x="891" y="808"/>
                        <a:pt x="1311" y="1018"/>
                      </a:cubicBezTo>
                      <a:cubicBezTo>
                        <a:pt x="1673" y="1199"/>
                        <a:pt x="2021" y="1280"/>
                        <a:pt x="2346" y="1261"/>
                      </a:cubicBezTo>
                      <a:cubicBezTo>
                        <a:pt x="2713" y="1239"/>
                        <a:pt x="3024" y="1084"/>
                        <a:pt x="3202" y="836"/>
                      </a:cubicBezTo>
                      <a:cubicBezTo>
                        <a:pt x="3211" y="823"/>
                        <a:pt x="3227" y="820"/>
                        <a:pt x="3239" y="829"/>
                      </a:cubicBezTo>
                      <a:cubicBezTo>
                        <a:pt x="3250" y="838"/>
                        <a:pt x="3255" y="855"/>
                        <a:pt x="3246" y="865"/>
                      </a:cubicBezTo>
                      <a:cubicBezTo>
                        <a:pt x="3058" y="1128"/>
                        <a:pt x="2732" y="1292"/>
                        <a:pt x="2350" y="1314"/>
                      </a:cubicBezTo>
                      <a:cubicBezTo>
                        <a:pt x="2317" y="1317"/>
                        <a:pt x="2285" y="1318"/>
                        <a:pt x="2253" y="1318"/>
                      </a:cubicBezTo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0" name="Google Shape;430;p26"/>
                <p:cNvSpPr/>
                <p:nvPr/>
              </p:nvSpPr>
              <p:spPr>
                <a:xfrm>
                  <a:off x="7621553" y="2813954"/>
                  <a:ext cx="113619" cy="1111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" h="197" extrusionOk="0">
                      <a:moveTo>
                        <a:pt x="134" y="134"/>
                      </a:moveTo>
                      <a:lnTo>
                        <a:pt x="65" y="196"/>
                      </a:lnTo>
                      <a:lnTo>
                        <a:pt x="0" y="124"/>
                      </a:lnTo>
                      <a:lnTo>
                        <a:pt x="138" y="0"/>
                      </a:lnTo>
                      <a:lnTo>
                        <a:pt x="203" y="72"/>
                      </a:lnTo>
                      <a:lnTo>
                        <a:pt x="134" y="134"/>
                      </a:lnTo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1" name="Google Shape;431;p26"/>
                <p:cNvSpPr/>
                <p:nvPr/>
              </p:nvSpPr>
              <p:spPr>
                <a:xfrm>
                  <a:off x="7339975" y="2515087"/>
                  <a:ext cx="412486" cy="4124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7" h="737" extrusionOk="0">
                      <a:moveTo>
                        <a:pt x="474" y="22"/>
                      </a:moveTo>
                      <a:cubicBezTo>
                        <a:pt x="537" y="41"/>
                        <a:pt x="587" y="72"/>
                        <a:pt x="633" y="121"/>
                      </a:cubicBezTo>
                      <a:cubicBezTo>
                        <a:pt x="678" y="170"/>
                        <a:pt x="706" y="221"/>
                        <a:pt x="721" y="286"/>
                      </a:cubicBezTo>
                      <a:cubicBezTo>
                        <a:pt x="736" y="351"/>
                        <a:pt x="733" y="409"/>
                        <a:pt x="714" y="473"/>
                      </a:cubicBezTo>
                      <a:cubicBezTo>
                        <a:pt x="694" y="536"/>
                        <a:pt x="663" y="586"/>
                        <a:pt x="615" y="632"/>
                      </a:cubicBezTo>
                      <a:cubicBezTo>
                        <a:pt x="566" y="677"/>
                        <a:pt x="515" y="706"/>
                        <a:pt x="450" y="721"/>
                      </a:cubicBezTo>
                      <a:cubicBezTo>
                        <a:pt x="385" y="736"/>
                        <a:pt x="326" y="733"/>
                        <a:pt x="263" y="714"/>
                      </a:cubicBezTo>
                      <a:cubicBezTo>
                        <a:pt x="199" y="694"/>
                        <a:pt x="149" y="664"/>
                        <a:pt x="104" y="615"/>
                      </a:cubicBezTo>
                      <a:cubicBezTo>
                        <a:pt x="58" y="566"/>
                        <a:pt x="31" y="515"/>
                        <a:pt x="15" y="450"/>
                      </a:cubicBezTo>
                      <a:cubicBezTo>
                        <a:pt x="0" y="385"/>
                        <a:pt x="2" y="326"/>
                        <a:pt x="22" y="263"/>
                      </a:cubicBezTo>
                      <a:cubicBezTo>
                        <a:pt x="41" y="199"/>
                        <a:pt x="72" y="149"/>
                        <a:pt x="121" y="104"/>
                      </a:cubicBezTo>
                      <a:cubicBezTo>
                        <a:pt x="170" y="58"/>
                        <a:pt x="221" y="30"/>
                        <a:pt x="286" y="15"/>
                      </a:cubicBezTo>
                      <a:cubicBezTo>
                        <a:pt x="351" y="0"/>
                        <a:pt x="410" y="2"/>
                        <a:pt x="474" y="22"/>
                      </a:cubicBezTo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2" name="Google Shape;432;p26"/>
                <p:cNvSpPr/>
                <p:nvPr/>
              </p:nvSpPr>
              <p:spPr>
                <a:xfrm>
                  <a:off x="7374555" y="2547196"/>
                  <a:ext cx="345798" cy="3457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9" h="619" extrusionOk="0">
                      <a:moveTo>
                        <a:pt x="516" y="125"/>
                      </a:moveTo>
                      <a:cubicBezTo>
                        <a:pt x="618" y="239"/>
                        <a:pt x="608" y="415"/>
                        <a:pt x="494" y="517"/>
                      </a:cubicBezTo>
                      <a:cubicBezTo>
                        <a:pt x="379" y="618"/>
                        <a:pt x="204" y="610"/>
                        <a:pt x="102" y="496"/>
                      </a:cubicBezTo>
                      <a:cubicBezTo>
                        <a:pt x="0" y="381"/>
                        <a:pt x="9" y="205"/>
                        <a:pt x="124" y="103"/>
                      </a:cubicBezTo>
                      <a:cubicBezTo>
                        <a:pt x="238" y="0"/>
                        <a:pt x="413" y="11"/>
                        <a:pt x="516" y="125"/>
                      </a:cubicBezTo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3" name="Google Shape;433;p26"/>
                <p:cNvSpPr/>
                <p:nvPr/>
              </p:nvSpPr>
              <p:spPr>
                <a:xfrm>
                  <a:off x="7527694" y="2697866"/>
                  <a:ext cx="39520" cy="395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" h="72" extrusionOk="0">
                      <a:moveTo>
                        <a:pt x="59" y="15"/>
                      </a:moveTo>
                      <a:cubicBezTo>
                        <a:pt x="71" y="28"/>
                        <a:pt x="70" y="48"/>
                        <a:pt x="56" y="60"/>
                      </a:cubicBezTo>
                      <a:cubicBezTo>
                        <a:pt x="43" y="71"/>
                        <a:pt x="23" y="70"/>
                        <a:pt x="12" y="57"/>
                      </a:cubicBezTo>
                      <a:cubicBezTo>
                        <a:pt x="0" y="44"/>
                        <a:pt x="0" y="23"/>
                        <a:pt x="14" y="12"/>
                      </a:cubicBezTo>
                      <a:cubicBezTo>
                        <a:pt x="27" y="0"/>
                        <a:pt x="48" y="2"/>
                        <a:pt x="59" y="15"/>
                      </a:cubicBezTo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4" name="Google Shape;434;p26"/>
                <p:cNvSpPr/>
                <p:nvPr/>
              </p:nvSpPr>
              <p:spPr>
                <a:xfrm>
                  <a:off x="7468414" y="2631175"/>
                  <a:ext cx="83979" cy="913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" h="165" extrusionOk="0">
                      <a:moveTo>
                        <a:pt x="0" y="0"/>
                      </a:moveTo>
                      <a:lnTo>
                        <a:pt x="121" y="164"/>
                      </a:lnTo>
                      <a:lnTo>
                        <a:pt x="150" y="139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5" name="Google Shape;435;p26"/>
                <p:cNvSpPr/>
                <p:nvPr/>
              </p:nvSpPr>
              <p:spPr>
                <a:xfrm>
                  <a:off x="7438774" y="2791725"/>
                  <a:ext cx="22229" cy="222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" h="38" extrusionOk="0">
                      <a:moveTo>
                        <a:pt x="24" y="23"/>
                      </a:moveTo>
                      <a:lnTo>
                        <a:pt x="8" y="37"/>
                      </a:lnTo>
                      <a:lnTo>
                        <a:pt x="0" y="29"/>
                      </a:lnTo>
                      <a:lnTo>
                        <a:pt x="32" y="0"/>
                      </a:lnTo>
                      <a:lnTo>
                        <a:pt x="40" y="9"/>
                      </a:lnTo>
                      <a:lnTo>
                        <a:pt x="24" y="23"/>
                      </a:ln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6" name="Google Shape;436;p26"/>
                <p:cNvSpPr/>
                <p:nvPr/>
              </p:nvSpPr>
              <p:spPr>
                <a:xfrm>
                  <a:off x="7414074" y="2762085"/>
                  <a:ext cx="24700" cy="172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29" extrusionOk="0">
                      <a:moveTo>
                        <a:pt x="25" y="19"/>
                      </a:moveTo>
                      <a:lnTo>
                        <a:pt x="5" y="28"/>
                      </a:lnTo>
                      <a:lnTo>
                        <a:pt x="0" y="18"/>
                      </a:lnTo>
                      <a:lnTo>
                        <a:pt x="40" y="0"/>
                      </a:lnTo>
                      <a:lnTo>
                        <a:pt x="44" y="11"/>
                      </a:lnTo>
                      <a:lnTo>
                        <a:pt x="25" y="19"/>
                      </a:ln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7" name="Google Shape;437;p26"/>
                <p:cNvSpPr/>
                <p:nvPr/>
              </p:nvSpPr>
              <p:spPr>
                <a:xfrm>
                  <a:off x="7404195" y="2727506"/>
                  <a:ext cx="24700" cy="9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18" extrusionOk="0">
                      <a:moveTo>
                        <a:pt x="23" y="14"/>
                      </a:moveTo>
                      <a:lnTo>
                        <a:pt x="2" y="17"/>
                      </a:lnTo>
                      <a:lnTo>
                        <a:pt x="0" y="5"/>
                      </a:lnTo>
                      <a:lnTo>
                        <a:pt x="43" y="0"/>
                      </a:lnTo>
                      <a:lnTo>
                        <a:pt x="44" y="11"/>
                      </a:lnTo>
                      <a:lnTo>
                        <a:pt x="23" y="14"/>
                      </a:ln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8" name="Google Shape;438;p26"/>
                <p:cNvSpPr/>
                <p:nvPr/>
              </p:nvSpPr>
              <p:spPr>
                <a:xfrm>
                  <a:off x="7404195" y="2687986"/>
                  <a:ext cx="24700" cy="123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20" extrusionOk="0">
                      <a:moveTo>
                        <a:pt x="43" y="13"/>
                      </a:moveTo>
                      <a:lnTo>
                        <a:pt x="42" y="19"/>
                      </a:lnTo>
                      <a:lnTo>
                        <a:pt x="0" y="11"/>
                      </a:lnTo>
                      <a:lnTo>
                        <a:pt x="2" y="0"/>
                      </a:lnTo>
                      <a:lnTo>
                        <a:pt x="44" y="8"/>
                      </a:lnTo>
                      <a:lnTo>
                        <a:pt x="43" y="13"/>
                      </a:ln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9" name="Google Shape;439;p26"/>
                <p:cNvSpPr/>
                <p:nvPr/>
              </p:nvSpPr>
              <p:spPr>
                <a:xfrm>
                  <a:off x="7416544" y="2648466"/>
                  <a:ext cx="24700" cy="172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31" extrusionOk="0">
                      <a:moveTo>
                        <a:pt x="40" y="25"/>
                      </a:moveTo>
                      <a:lnTo>
                        <a:pt x="38" y="30"/>
                      </a:lnTo>
                      <a:lnTo>
                        <a:pt x="0" y="10"/>
                      </a:lnTo>
                      <a:lnTo>
                        <a:pt x="5" y="0"/>
                      </a:lnTo>
                      <a:lnTo>
                        <a:pt x="43" y="19"/>
                      </a:lnTo>
                      <a:lnTo>
                        <a:pt x="40" y="25"/>
                      </a:ln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0" name="Google Shape;440;p26"/>
                <p:cNvSpPr/>
                <p:nvPr/>
              </p:nvSpPr>
              <p:spPr>
                <a:xfrm>
                  <a:off x="7441244" y="2613886"/>
                  <a:ext cx="22229" cy="222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" h="39" extrusionOk="0">
                      <a:moveTo>
                        <a:pt x="34" y="34"/>
                      </a:moveTo>
                      <a:lnTo>
                        <a:pt x="30" y="38"/>
                      </a:lnTo>
                      <a:lnTo>
                        <a:pt x="0" y="8"/>
                      </a:lnTo>
                      <a:lnTo>
                        <a:pt x="8" y="0"/>
                      </a:lnTo>
                      <a:lnTo>
                        <a:pt x="38" y="30"/>
                      </a:lnTo>
                      <a:lnTo>
                        <a:pt x="34" y="34"/>
                      </a:ln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1" name="Google Shape;441;p26"/>
                <p:cNvSpPr/>
                <p:nvPr/>
              </p:nvSpPr>
              <p:spPr>
                <a:xfrm>
                  <a:off x="7473354" y="2589186"/>
                  <a:ext cx="17289" cy="24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" h="45" extrusionOk="0">
                      <a:moveTo>
                        <a:pt x="25" y="41"/>
                      </a:moveTo>
                      <a:lnTo>
                        <a:pt x="20" y="44"/>
                      </a:lnTo>
                      <a:lnTo>
                        <a:pt x="0" y="6"/>
                      </a:lnTo>
                      <a:lnTo>
                        <a:pt x="10" y="0"/>
                      </a:lnTo>
                      <a:lnTo>
                        <a:pt x="30" y="38"/>
                      </a:lnTo>
                      <a:lnTo>
                        <a:pt x="25" y="41"/>
                      </a:ln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2" name="Google Shape;442;p26"/>
                <p:cNvSpPr/>
                <p:nvPr/>
              </p:nvSpPr>
              <p:spPr>
                <a:xfrm>
                  <a:off x="7515343" y="2576836"/>
                  <a:ext cx="12349" cy="24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" h="45" extrusionOk="0">
                      <a:moveTo>
                        <a:pt x="13" y="43"/>
                      </a:moveTo>
                      <a:lnTo>
                        <a:pt x="8" y="44"/>
                      </a:lnTo>
                      <a:lnTo>
                        <a:pt x="0" y="2"/>
                      </a:lnTo>
                      <a:lnTo>
                        <a:pt x="11" y="0"/>
                      </a:lnTo>
                      <a:lnTo>
                        <a:pt x="19" y="42"/>
                      </a:lnTo>
                      <a:lnTo>
                        <a:pt x="13" y="43"/>
                      </a:ln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3" name="Google Shape;443;p26"/>
                <p:cNvSpPr/>
                <p:nvPr/>
              </p:nvSpPr>
              <p:spPr>
                <a:xfrm>
                  <a:off x="7554863" y="2574366"/>
                  <a:ext cx="9880" cy="24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" h="45" extrusionOk="0">
                      <a:moveTo>
                        <a:pt x="14" y="23"/>
                      </a:moveTo>
                      <a:lnTo>
                        <a:pt x="12" y="44"/>
                      </a:lnTo>
                      <a:lnTo>
                        <a:pt x="0" y="42"/>
                      </a:lnTo>
                      <a:lnTo>
                        <a:pt x="6" y="0"/>
                      </a:lnTo>
                      <a:lnTo>
                        <a:pt x="17" y="1"/>
                      </a:lnTo>
                      <a:lnTo>
                        <a:pt x="14" y="23"/>
                      </a:ln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4" name="Google Shape;444;p26"/>
                <p:cNvSpPr/>
                <p:nvPr/>
              </p:nvSpPr>
              <p:spPr>
                <a:xfrm>
                  <a:off x="7589443" y="2584246"/>
                  <a:ext cx="17289" cy="24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" h="45" extrusionOk="0">
                      <a:moveTo>
                        <a:pt x="19" y="25"/>
                      </a:moveTo>
                      <a:lnTo>
                        <a:pt x="10" y="44"/>
                      </a:lnTo>
                      <a:lnTo>
                        <a:pt x="0" y="40"/>
                      </a:lnTo>
                      <a:lnTo>
                        <a:pt x="18" y="0"/>
                      </a:lnTo>
                      <a:lnTo>
                        <a:pt x="28" y="5"/>
                      </a:lnTo>
                      <a:lnTo>
                        <a:pt x="19" y="25"/>
                      </a:ln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5" name="Google Shape;445;p26"/>
                <p:cNvSpPr/>
                <p:nvPr/>
              </p:nvSpPr>
              <p:spPr>
                <a:xfrm>
                  <a:off x="7619082" y="2606475"/>
                  <a:ext cx="22229" cy="222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" h="40" extrusionOk="0">
                      <a:moveTo>
                        <a:pt x="22" y="23"/>
                      </a:moveTo>
                      <a:lnTo>
                        <a:pt x="8" y="39"/>
                      </a:lnTo>
                      <a:lnTo>
                        <a:pt x="0" y="32"/>
                      </a:lnTo>
                      <a:lnTo>
                        <a:pt x="28" y="0"/>
                      </a:lnTo>
                      <a:lnTo>
                        <a:pt x="37" y="7"/>
                      </a:lnTo>
                      <a:lnTo>
                        <a:pt x="22" y="23"/>
                      </a:ln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6" name="Google Shape;446;p26"/>
                <p:cNvSpPr/>
                <p:nvPr/>
              </p:nvSpPr>
              <p:spPr>
                <a:xfrm>
                  <a:off x="7643782" y="2638586"/>
                  <a:ext cx="24700" cy="172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33" extrusionOk="0">
                      <a:moveTo>
                        <a:pt x="24" y="21"/>
                      </a:moveTo>
                      <a:lnTo>
                        <a:pt x="6" y="32"/>
                      </a:lnTo>
                      <a:lnTo>
                        <a:pt x="0" y="22"/>
                      </a:lnTo>
                      <a:lnTo>
                        <a:pt x="37" y="0"/>
                      </a:lnTo>
                      <a:lnTo>
                        <a:pt x="43" y="10"/>
                      </a:lnTo>
                      <a:lnTo>
                        <a:pt x="24" y="21"/>
                      </a:ln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7" name="Google Shape;447;p26"/>
                <p:cNvSpPr/>
                <p:nvPr/>
              </p:nvSpPr>
              <p:spPr>
                <a:xfrm>
                  <a:off x="7478294" y="2665755"/>
                  <a:ext cx="217359" cy="2025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7" h="362" extrusionOk="0">
                      <a:moveTo>
                        <a:pt x="0" y="309"/>
                      </a:moveTo>
                      <a:cubicBezTo>
                        <a:pt x="88" y="361"/>
                        <a:pt x="203" y="352"/>
                        <a:pt x="284" y="280"/>
                      </a:cubicBezTo>
                      <a:cubicBezTo>
                        <a:pt x="365" y="207"/>
                        <a:pt x="386" y="94"/>
                        <a:pt x="345" y="0"/>
                      </a:cubicBezTo>
                      <a:lnTo>
                        <a:pt x="0" y="309"/>
                      </a:lnTo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pilogue"/>
              <a:buNone/>
              <a:defRPr sz="35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pilogue"/>
              <a:buNone/>
              <a:defRPr sz="35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pilogue"/>
              <a:buNone/>
              <a:defRPr sz="35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pilogue"/>
              <a:buNone/>
              <a:defRPr sz="35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pilogue"/>
              <a:buNone/>
              <a:defRPr sz="35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pilogue"/>
              <a:buNone/>
              <a:defRPr sz="35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pilogue"/>
              <a:buNone/>
              <a:defRPr sz="35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pilogue"/>
              <a:buNone/>
              <a:defRPr sz="35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 Siliguri"/>
              <a:buChar char="●"/>
              <a:defRPr sz="1200">
                <a:solidFill>
                  <a:schemeClr val="dk1"/>
                </a:solidFill>
                <a:latin typeface="Hind Siliguri"/>
                <a:ea typeface="Hind Siliguri"/>
                <a:cs typeface="Hind Siliguri"/>
                <a:sym typeface="Hind Siliguri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 Siliguri"/>
              <a:buChar char="○"/>
              <a:defRPr sz="1200">
                <a:solidFill>
                  <a:schemeClr val="dk1"/>
                </a:solidFill>
                <a:latin typeface="Hind Siliguri"/>
                <a:ea typeface="Hind Siliguri"/>
                <a:cs typeface="Hind Siliguri"/>
                <a:sym typeface="Hind Siliguri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 Siliguri"/>
              <a:buChar char="■"/>
              <a:defRPr sz="1200">
                <a:solidFill>
                  <a:schemeClr val="dk1"/>
                </a:solidFill>
                <a:latin typeface="Hind Siliguri"/>
                <a:ea typeface="Hind Siliguri"/>
                <a:cs typeface="Hind Siliguri"/>
                <a:sym typeface="Hind Siliguri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 Siliguri"/>
              <a:buChar char="●"/>
              <a:defRPr sz="1200">
                <a:solidFill>
                  <a:schemeClr val="dk1"/>
                </a:solidFill>
                <a:latin typeface="Hind Siliguri"/>
                <a:ea typeface="Hind Siliguri"/>
                <a:cs typeface="Hind Siliguri"/>
                <a:sym typeface="Hind Siliguri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 Siliguri"/>
              <a:buChar char="○"/>
              <a:defRPr sz="1200">
                <a:solidFill>
                  <a:schemeClr val="dk1"/>
                </a:solidFill>
                <a:latin typeface="Hind Siliguri"/>
                <a:ea typeface="Hind Siliguri"/>
                <a:cs typeface="Hind Siliguri"/>
                <a:sym typeface="Hind Siliguri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 Siliguri"/>
              <a:buChar char="■"/>
              <a:defRPr sz="1200">
                <a:solidFill>
                  <a:schemeClr val="dk1"/>
                </a:solidFill>
                <a:latin typeface="Hind Siliguri"/>
                <a:ea typeface="Hind Siliguri"/>
                <a:cs typeface="Hind Siliguri"/>
                <a:sym typeface="Hind Siliguri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 Siliguri"/>
              <a:buChar char="●"/>
              <a:defRPr sz="1200">
                <a:solidFill>
                  <a:schemeClr val="dk1"/>
                </a:solidFill>
                <a:latin typeface="Hind Siliguri"/>
                <a:ea typeface="Hind Siliguri"/>
                <a:cs typeface="Hind Siliguri"/>
                <a:sym typeface="Hind Siliguri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 Siliguri"/>
              <a:buChar char="○"/>
              <a:defRPr sz="1200">
                <a:solidFill>
                  <a:schemeClr val="dk1"/>
                </a:solidFill>
                <a:latin typeface="Hind Siliguri"/>
                <a:ea typeface="Hind Siliguri"/>
                <a:cs typeface="Hind Siliguri"/>
                <a:sym typeface="Hind Siliguri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 Siliguri"/>
              <a:buChar char="■"/>
              <a:defRPr sz="1200">
                <a:solidFill>
                  <a:schemeClr val="dk1"/>
                </a:solidFill>
                <a:latin typeface="Hind Siliguri"/>
                <a:ea typeface="Hind Siliguri"/>
                <a:cs typeface="Hind Siliguri"/>
                <a:sym typeface="Hind Siligu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6" r:id="rId12"/>
    <p:sldLayoutId id="2147483667" r:id="rId13"/>
    <p:sldLayoutId id="2147483668" r:id="rId14"/>
    <p:sldLayoutId id="2147483669" r:id="rId15"/>
    <p:sldLayoutId id="2147483671" r:id="rId16"/>
    <p:sldLayoutId id="2147483672" r:id="rId1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33"/>
          <p:cNvSpPr txBox="1">
            <a:spLocks noGrp="1"/>
          </p:cNvSpPr>
          <p:nvPr>
            <p:ph type="ctrTitle"/>
          </p:nvPr>
        </p:nvSpPr>
        <p:spPr>
          <a:xfrm>
            <a:off x="715100" y="776200"/>
            <a:ext cx="5421300" cy="1895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Heart Failure Diagnosis using Logistic Regression</a:t>
            </a:r>
            <a:endParaRPr dirty="0"/>
          </a:p>
        </p:txBody>
      </p:sp>
      <p:sp>
        <p:nvSpPr>
          <p:cNvPr id="465" name="Google Shape;465;p33"/>
          <p:cNvSpPr txBox="1">
            <a:spLocks noGrp="1"/>
          </p:cNvSpPr>
          <p:nvPr>
            <p:ph type="subTitle" idx="1"/>
          </p:nvPr>
        </p:nvSpPr>
        <p:spPr>
          <a:xfrm>
            <a:off x="715100" y="2875300"/>
            <a:ext cx="2107200" cy="66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Presented By: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Muhammad Azlan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Abdul Ahad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Group No: </a:t>
            </a:r>
            <a:r>
              <a:rPr lang="en" dirty="0"/>
              <a:t>#08</a:t>
            </a:r>
            <a:endParaRPr b="1" dirty="0"/>
          </a:p>
        </p:txBody>
      </p:sp>
      <p:grpSp>
        <p:nvGrpSpPr>
          <p:cNvPr id="466" name="Google Shape;466;p33"/>
          <p:cNvGrpSpPr/>
          <p:nvPr/>
        </p:nvGrpSpPr>
        <p:grpSpPr>
          <a:xfrm>
            <a:off x="5321998" y="2028432"/>
            <a:ext cx="6915960" cy="6201515"/>
            <a:chOff x="5321998" y="2028432"/>
            <a:chExt cx="6915960" cy="6201515"/>
          </a:xfrm>
        </p:grpSpPr>
        <p:sp>
          <p:nvSpPr>
            <p:cNvPr id="467" name="Google Shape;467;p33"/>
            <p:cNvSpPr/>
            <p:nvPr/>
          </p:nvSpPr>
          <p:spPr>
            <a:xfrm rot="3435988">
              <a:off x="7223031" y="3344206"/>
              <a:ext cx="4341224" cy="3971938"/>
            </a:xfrm>
            <a:custGeom>
              <a:avLst/>
              <a:gdLst/>
              <a:ahLst/>
              <a:cxnLst/>
              <a:rect l="l" t="t" r="r" b="b"/>
              <a:pathLst>
                <a:path w="25107" h="22971" extrusionOk="0">
                  <a:moveTo>
                    <a:pt x="6029" y="1"/>
                  </a:moveTo>
                  <a:cubicBezTo>
                    <a:pt x="4338" y="1"/>
                    <a:pt x="2979" y="676"/>
                    <a:pt x="2106" y="1643"/>
                  </a:cubicBezTo>
                  <a:cubicBezTo>
                    <a:pt x="580" y="3337"/>
                    <a:pt x="1" y="6173"/>
                    <a:pt x="2576" y="10368"/>
                  </a:cubicBezTo>
                  <a:cubicBezTo>
                    <a:pt x="4339" y="13239"/>
                    <a:pt x="4269" y="14957"/>
                    <a:pt x="3934" y="17793"/>
                  </a:cubicBezTo>
                  <a:cubicBezTo>
                    <a:pt x="3597" y="20624"/>
                    <a:pt x="4165" y="21865"/>
                    <a:pt x="5284" y="22550"/>
                  </a:cubicBezTo>
                  <a:cubicBezTo>
                    <a:pt x="5735" y="22827"/>
                    <a:pt x="6253" y="22970"/>
                    <a:pt x="6788" y="22970"/>
                  </a:cubicBezTo>
                  <a:cubicBezTo>
                    <a:pt x="7978" y="22970"/>
                    <a:pt x="9255" y="22259"/>
                    <a:pt x="10087" y="20722"/>
                  </a:cubicBezTo>
                  <a:cubicBezTo>
                    <a:pt x="11061" y="18911"/>
                    <a:pt x="11691" y="17303"/>
                    <a:pt x="13839" y="17303"/>
                  </a:cubicBezTo>
                  <a:cubicBezTo>
                    <a:pt x="14341" y="17303"/>
                    <a:pt x="14925" y="17391"/>
                    <a:pt x="15616" y="17584"/>
                  </a:cubicBezTo>
                  <a:cubicBezTo>
                    <a:pt x="16571" y="17851"/>
                    <a:pt x="17477" y="17980"/>
                    <a:pt x="18320" y="17980"/>
                  </a:cubicBezTo>
                  <a:cubicBezTo>
                    <a:pt x="20695" y="17980"/>
                    <a:pt x="22564" y="16954"/>
                    <a:pt x="23591" y="15113"/>
                  </a:cubicBezTo>
                  <a:cubicBezTo>
                    <a:pt x="24984" y="12619"/>
                    <a:pt x="25106" y="8192"/>
                    <a:pt x="22164" y="6325"/>
                  </a:cubicBezTo>
                  <a:cubicBezTo>
                    <a:pt x="19224" y="4462"/>
                    <a:pt x="16596" y="6173"/>
                    <a:pt x="12118" y="2548"/>
                  </a:cubicBezTo>
                  <a:cubicBezTo>
                    <a:pt x="9850" y="712"/>
                    <a:pt x="7765" y="1"/>
                    <a:pt x="60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grpSp>
          <p:nvGrpSpPr>
            <p:cNvPr id="468" name="Google Shape;468;p33"/>
            <p:cNvGrpSpPr/>
            <p:nvPr/>
          </p:nvGrpSpPr>
          <p:grpSpPr>
            <a:xfrm>
              <a:off x="8017245" y="4305760"/>
              <a:ext cx="943640" cy="837728"/>
              <a:chOff x="8017245" y="4305760"/>
              <a:chExt cx="943640" cy="837728"/>
            </a:xfrm>
          </p:grpSpPr>
          <p:sp>
            <p:nvSpPr>
              <p:cNvPr id="469" name="Google Shape;469;p33"/>
              <p:cNvSpPr/>
              <p:nvPr/>
            </p:nvSpPr>
            <p:spPr>
              <a:xfrm rot="-2826888">
                <a:off x="8112182" y="4536514"/>
                <a:ext cx="145076" cy="322392"/>
              </a:xfrm>
              <a:custGeom>
                <a:avLst/>
                <a:gdLst/>
                <a:ahLst/>
                <a:cxnLst/>
                <a:rect l="l" t="t" r="r" b="b"/>
                <a:pathLst>
                  <a:path w="277" h="619" extrusionOk="0">
                    <a:moveTo>
                      <a:pt x="172" y="618"/>
                    </a:moveTo>
                    <a:cubicBezTo>
                      <a:pt x="172" y="618"/>
                      <a:pt x="173" y="617"/>
                      <a:pt x="174" y="616"/>
                    </a:cubicBezTo>
                    <a:cubicBezTo>
                      <a:pt x="175" y="615"/>
                      <a:pt x="177" y="613"/>
                      <a:pt x="179" y="610"/>
                    </a:cubicBezTo>
                    <a:cubicBezTo>
                      <a:pt x="181" y="607"/>
                      <a:pt x="183" y="604"/>
                      <a:pt x="186" y="601"/>
                    </a:cubicBezTo>
                    <a:cubicBezTo>
                      <a:pt x="188" y="597"/>
                      <a:pt x="192" y="593"/>
                      <a:pt x="196" y="588"/>
                    </a:cubicBezTo>
                    <a:cubicBezTo>
                      <a:pt x="209" y="569"/>
                      <a:pt x="226" y="543"/>
                      <a:pt x="239" y="513"/>
                    </a:cubicBezTo>
                    <a:cubicBezTo>
                      <a:pt x="252" y="483"/>
                      <a:pt x="263" y="446"/>
                      <a:pt x="269" y="409"/>
                    </a:cubicBezTo>
                    <a:cubicBezTo>
                      <a:pt x="275" y="372"/>
                      <a:pt x="276" y="333"/>
                      <a:pt x="271" y="294"/>
                    </a:cubicBezTo>
                    <a:cubicBezTo>
                      <a:pt x="266" y="255"/>
                      <a:pt x="258" y="217"/>
                      <a:pt x="244" y="182"/>
                    </a:cubicBezTo>
                    <a:cubicBezTo>
                      <a:pt x="229" y="146"/>
                      <a:pt x="211" y="116"/>
                      <a:pt x="191" y="88"/>
                    </a:cubicBezTo>
                    <a:cubicBezTo>
                      <a:pt x="182" y="75"/>
                      <a:pt x="170" y="62"/>
                      <a:pt x="161" y="52"/>
                    </a:cubicBezTo>
                    <a:cubicBezTo>
                      <a:pt x="150" y="41"/>
                      <a:pt x="141" y="32"/>
                      <a:pt x="132" y="24"/>
                    </a:cubicBezTo>
                    <a:cubicBezTo>
                      <a:pt x="128" y="21"/>
                      <a:pt x="124" y="17"/>
                      <a:pt x="121" y="14"/>
                    </a:cubicBezTo>
                    <a:cubicBezTo>
                      <a:pt x="117" y="11"/>
                      <a:pt x="114" y="8"/>
                      <a:pt x="111" y="6"/>
                    </a:cubicBezTo>
                    <a:cubicBezTo>
                      <a:pt x="108" y="4"/>
                      <a:pt x="106" y="1"/>
                      <a:pt x="105" y="1"/>
                    </a:cubicBezTo>
                    <a:cubicBezTo>
                      <a:pt x="103" y="0"/>
                      <a:pt x="103" y="0"/>
                      <a:pt x="103" y="0"/>
                    </a:cubicBezTo>
                    <a:cubicBezTo>
                      <a:pt x="103" y="0"/>
                      <a:pt x="102" y="1"/>
                      <a:pt x="101" y="1"/>
                    </a:cubicBezTo>
                    <a:cubicBezTo>
                      <a:pt x="100" y="2"/>
                      <a:pt x="98" y="4"/>
                      <a:pt x="96" y="7"/>
                    </a:cubicBezTo>
                    <a:cubicBezTo>
                      <a:pt x="94" y="10"/>
                      <a:pt x="91" y="13"/>
                      <a:pt x="88" y="17"/>
                    </a:cubicBezTo>
                    <a:cubicBezTo>
                      <a:pt x="85" y="21"/>
                      <a:pt x="83" y="24"/>
                      <a:pt x="79" y="29"/>
                    </a:cubicBezTo>
                    <a:cubicBezTo>
                      <a:pt x="72" y="39"/>
                      <a:pt x="65" y="50"/>
                      <a:pt x="58" y="62"/>
                    </a:cubicBezTo>
                    <a:cubicBezTo>
                      <a:pt x="50" y="75"/>
                      <a:pt x="43" y="89"/>
                      <a:pt x="37" y="105"/>
                    </a:cubicBezTo>
                    <a:cubicBezTo>
                      <a:pt x="24" y="136"/>
                      <a:pt x="13" y="172"/>
                      <a:pt x="6" y="209"/>
                    </a:cubicBezTo>
                    <a:cubicBezTo>
                      <a:pt x="1" y="246"/>
                      <a:pt x="0" y="285"/>
                      <a:pt x="5" y="324"/>
                    </a:cubicBezTo>
                    <a:cubicBezTo>
                      <a:pt x="9" y="363"/>
                      <a:pt x="19" y="401"/>
                      <a:pt x="33" y="436"/>
                    </a:cubicBezTo>
                    <a:cubicBezTo>
                      <a:pt x="47" y="471"/>
                      <a:pt x="65" y="503"/>
                      <a:pt x="85" y="530"/>
                    </a:cubicBezTo>
                    <a:cubicBezTo>
                      <a:pt x="106" y="557"/>
                      <a:pt x="126" y="579"/>
                      <a:pt x="144" y="594"/>
                    </a:cubicBezTo>
                    <a:cubicBezTo>
                      <a:pt x="147" y="598"/>
                      <a:pt x="152" y="602"/>
                      <a:pt x="155" y="604"/>
                    </a:cubicBezTo>
                    <a:cubicBezTo>
                      <a:pt x="159" y="607"/>
                      <a:pt x="162" y="610"/>
                      <a:pt x="165" y="612"/>
                    </a:cubicBezTo>
                    <a:cubicBezTo>
                      <a:pt x="167" y="614"/>
                      <a:pt x="169" y="616"/>
                      <a:pt x="171" y="617"/>
                    </a:cubicBezTo>
                    <a:cubicBezTo>
                      <a:pt x="171" y="618"/>
                      <a:pt x="172" y="618"/>
                      <a:pt x="172" y="618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0" name="Google Shape;470;p33"/>
              <p:cNvSpPr/>
              <p:nvPr/>
            </p:nvSpPr>
            <p:spPr>
              <a:xfrm rot="-2826872">
                <a:off x="8093848" y="4826636"/>
                <a:ext cx="271731" cy="193434"/>
              </a:xfrm>
              <a:custGeom>
                <a:avLst/>
                <a:gdLst/>
                <a:ahLst/>
                <a:cxnLst/>
                <a:rect l="l" t="t" r="r" b="b"/>
                <a:pathLst>
                  <a:path w="519" h="370" extrusionOk="0">
                    <a:moveTo>
                      <a:pt x="518" y="355"/>
                    </a:moveTo>
                    <a:cubicBezTo>
                      <a:pt x="518" y="355"/>
                      <a:pt x="518" y="354"/>
                      <a:pt x="518" y="352"/>
                    </a:cubicBezTo>
                    <a:cubicBezTo>
                      <a:pt x="518" y="350"/>
                      <a:pt x="517" y="347"/>
                      <a:pt x="517" y="344"/>
                    </a:cubicBezTo>
                    <a:cubicBezTo>
                      <a:pt x="516" y="342"/>
                      <a:pt x="516" y="337"/>
                      <a:pt x="515" y="333"/>
                    </a:cubicBezTo>
                    <a:cubicBezTo>
                      <a:pt x="514" y="328"/>
                      <a:pt x="513" y="324"/>
                      <a:pt x="511" y="318"/>
                    </a:cubicBezTo>
                    <a:cubicBezTo>
                      <a:pt x="505" y="296"/>
                      <a:pt x="496" y="266"/>
                      <a:pt x="481" y="237"/>
                    </a:cubicBezTo>
                    <a:cubicBezTo>
                      <a:pt x="465" y="206"/>
                      <a:pt x="445" y="176"/>
                      <a:pt x="421" y="147"/>
                    </a:cubicBezTo>
                    <a:cubicBezTo>
                      <a:pt x="396" y="119"/>
                      <a:pt x="366" y="93"/>
                      <a:pt x="334" y="71"/>
                    </a:cubicBezTo>
                    <a:cubicBezTo>
                      <a:pt x="301" y="49"/>
                      <a:pt x="266" y="32"/>
                      <a:pt x="230" y="21"/>
                    </a:cubicBezTo>
                    <a:cubicBezTo>
                      <a:pt x="194" y="9"/>
                      <a:pt x="158" y="2"/>
                      <a:pt x="124" y="1"/>
                    </a:cubicBezTo>
                    <a:cubicBezTo>
                      <a:pt x="107" y="0"/>
                      <a:pt x="91" y="0"/>
                      <a:pt x="77" y="1"/>
                    </a:cubicBezTo>
                    <a:cubicBezTo>
                      <a:pt x="62" y="2"/>
                      <a:pt x="49" y="2"/>
                      <a:pt x="38" y="4"/>
                    </a:cubicBezTo>
                    <a:cubicBezTo>
                      <a:pt x="32" y="5"/>
                      <a:pt x="27" y="6"/>
                      <a:pt x="22" y="7"/>
                    </a:cubicBezTo>
                    <a:cubicBezTo>
                      <a:pt x="18" y="8"/>
                      <a:pt x="14" y="9"/>
                      <a:pt x="11" y="10"/>
                    </a:cubicBezTo>
                    <a:cubicBezTo>
                      <a:pt x="8" y="11"/>
                      <a:pt x="5" y="12"/>
                      <a:pt x="3" y="12"/>
                    </a:cubicBezTo>
                    <a:cubicBezTo>
                      <a:pt x="1" y="12"/>
                      <a:pt x="0" y="13"/>
                      <a:pt x="0" y="13"/>
                    </a:cubicBezTo>
                    <a:cubicBezTo>
                      <a:pt x="0" y="13"/>
                      <a:pt x="0" y="14"/>
                      <a:pt x="0" y="16"/>
                    </a:cubicBezTo>
                    <a:cubicBezTo>
                      <a:pt x="0" y="18"/>
                      <a:pt x="1" y="21"/>
                      <a:pt x="1" y="23"/>
                    </a:cubicBezTo>
                    <a:cubicBezTo>
                      <a:pt x="2" y="26"/>
                      <a:pt x="2" y="31"/>
                      <a:pt x="3" y="35"/>
                    </a:cubicBezTo>
                    <a:cubicBezTo>
                      <a:pt x="4" y="40"/>
                      <a:pt x="5" y="44"/>
                      <a:pt x="7" y="50"/>
                    </a:cubicBezTo>
                    <a:cubicBezTo>
                      <a:pt x="10" y="62"/>
                      <a:pt x="14" y="74"/>
                      <a:pt x="19" y="88"/>
                    </a:cubicBezTo>
                    <a:cubicBezTo>
                      <a:pt x="23" y="102"/>
                      <a:pt x="30" y="117"/>
                      <a:pt x="38" y="132"/>
                    </a:cubicBezTo>
                    <a:cubicBezTo>
                      <a:pt x="53" y="163"/>
                      <a:pt x="73" y="193"/>
                      <a:pt x="98" y="222"/>
                    </a:cubicBezTo>
                    <a:cubicBezTo>
                      <a:pt x="122" y="250"/>
                      <a:pt x="152" y="276"/>
                      <a:pt x="184" y="297"/>
                    </a:cubicBezTo>
                    <a:cubicBezTo>
                      <a:pt x="217" y="318"/>
                      <a:pt x="252" y="336"/>
                      <a:pt x="288" y="347"/>
                    </a:cubicBezTo>
                    <a:cubicBezTo>
                      <a:pt x="324" y="359"/>
                      <a:pt x="361" y="365"/>
                      <a:pt x="394" y="367"/>
                    </a:cubicBezTo>
                    <a:cubicBezTo>
                      <a:pt x="427" y="369"/>
                      <a:pt x="458" y="367"/>
                      <a:pt x="481" y="364"/>
                    </a:cubicBezTo>
                    <a:cubicBezTo>
                      <a:pt x="486" y="363"/>
                      <a:pt x="491" y="362"/>
                      <a:pt x="496" y="361"/>
                    </a:cubicBezTo>
                    <a:cubicBezTo>
                      <a:pt x="501" y="360"/>
                      <a:pt x="504" y="359"/>
                      <a:pt x="507" y="358"/>
                    </a:cubicBezTo>
                    <a:cubicBezTo>
                      <a:pt x="510" y="357"/>
                      <a:pt x="513" y="356"/>
                      <a:pt x="515" y="356"/>
                    </a:cubicBezTo>
                    <a:cubicBezTo>
                      <a:pt x="517" y="356"/>
                      <a:pt x="518" y="355"/>
                      <a:pt x="518" y="355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1" name="Google Shape;471;p33"/>
              <p:cNvSpPr/>
              <p:nvPr/>
            </p:nvSpPr>
            <p:spPr>
              <a:xfrm rot="-2826883">
                <a:off x="8314007" y="4568602"/>
                <a:ext cx="126653" cy="232581"/>
              </a:xfrm>
              <a:custGeom>
                <a:avLst/>
                <a:gdLst/>
                <a:ahLst/>
                <a:cxnLst/>
                <a:rect l="l" t="t" r="r" b="b"/>
                <a:pathLst>
                  <a:path w="241" h="445" extrusionOk="0">
                    <a:moveTo>
                      <a:pt x="33" y="444"/>
                    </a:moveTo>
                    <a:cubicBezTo>
                      <a:pt x="33" y="444"/>
                      <a:pt x="34" y="444"/>
                      <a:pt x="35" y="444"/>
                    </a:cubicBezTo>
                    <a:cubicBezTo>
                      <a:pt x="36" y="443"/>
                      <a:pt x="38" y="443"/>
                      <a:pt x="40" y="442"/>
                    </a:cubicBezTo>
                    <a:cubicBezTo>
                      <a:pt x="42" y="441"/>
                      <a:pt x="46" y="440"/>
                      <a:pt x="49" y="438"/>
                    </a:cubicBezTo>
                    <a:cubicBezTo>
                      <a:pt x="52" y="436"/>
                      <a:pt x="56" y="435"/>
                      <a:pt x="59" y="433"/>
                    </a:cubicBezTo>
                    <a:cubicBezTo>
                      <a:pt x="75" y="425"/>
                      <a:pt x="95" y="413"/>
                      <a:pt x="116" y="397"/>
                    </a:cubicBezTo>
                    <a:cubicBezTo>
                      <a:pt x="136" y="381"/>
                      <a:pt x="156" y="361"/>
                      <a:pt x="173" y="337"/>
                    </a:cubicBezTo>
                    <a:cubicBezTo>
                      <a:pt x="190" y="314"/>
                      <a:pt x="204" y="287"/>
                      <a:pt x="216" y="260"/>
                    </a:cubicBezTo>
                    <a:cubicBezTo>
                      <a:pt x="226" y="232"/>
                      <a:pt x="234" y="202"/>
                      <a:pt x="237" y="174"/>
                    </a:cubicBezTo>
                    <a:cubicBezTo>
                      <a:pt x="240" y="145"/>
                      <a:pt x="239" y="117"/>
                      <a:pt x="235" y="91"/>
                    </a:cubicBezTo>
                    <a:cubicBezTo>
                      <a:pt x="233" y="79"/>
                      <a:pt x="230" y="66"/>
                      <a:pt x="227" y="56"/>
                    </a:cubicBezTo>
                    <a:cubicBezTo>
                      <a:pt x="224" y="45"/>
                      <a:pt x="220" y="35"/>
                      <a:pt x="218" y="27"/>
                    </a:cubicBezTo>
                    <a:cubicBezTo>
                      <a:pt x="216" y="23"/>
                      <a:pt x="215" y="20"/>
                      <a:pt x="213" y="16"/>
                    </a:cubicBezTo>
                    <a:cubicBezTo>
                      <a:pt x="212" y="13"/>
                      <a:pt x="210" y="10"/>
                      <a:pt x="209" y="7"/>
                    </a:cubicBezTo>
                    <a:lnTo>
                      <a:pt x="206" y="1"/>
                    </a:lnTo>
                    <a:cubicBezTo>
                      <a:pt x="205" y="1"/>
                      <a:pt x="205" y="0"/>
                      <a:pt x="205" y="0"/>
                    </a:cubicBezTo>
                    <a:cubicBezTo>
                      <a:pt x="205" y="0"/>
                      <a:pt x="204" y="0"/>
                      <a:pt x="203" y="1"/>
                    </a:cubicBezTo>
                    <a:cubicBezTo>
                      <a:pt x="202" y="1"/>
                      <a:pt x="200" y="1"/>
                      <a:pt x="198" y="2"/>
                    </a:cubicBezTo>
                    <a:cubicBezTo>
                      <a:pt x="195" y="3"/>
                      <a:pt x="192" y="4"/>
                      <a:pt x="189" y="6"/>
                    </a:cubicBezTo>
                    <a:cubicBezTo>
                      <a:pt x="186" y="8"/>
                      <a:pt x="182" y="9"/>
                      <a:pt x="179" y="11"/>
                    </a:cubicBezTo>
                    <a:cubicBezTo>
                      <a:pt x="171" y="15"/>
                      <a:pt x="161" y="20"/>
                      <a:pt x="152" y="26"/>
                    </a:cubicBezTo>
                    <a:cubicBezTo>
                      <a:pt x="142" y="32"/>
                      <a:pt x="132" y="40"/>
                      <a:pt x="122" y="47"/>
                    </a:cubicBezTo>
                    <a:cubicBezTo>
                      <a:pt x="102" y="63"/>
                      <a:pt x="82" y="83"/>
                      <a:pt x="65" y="107"/>
                    </a:cubicBezTo>
                    <a:cubicBezTo>
                      <a:pt x="48" y="130"/>
                      <a:pt x="33" y="156"/>
                      <a:pt x="23" y="184"/>
                    </a:cubicBezTo>
                    <a:cubicBezTo>
                      <a:pt x="12" y="211"/>
                      <a:pt x="5" y="242"/>
                      <a:pt x="3" y="270"/>
                    </a:cubicBezTo>
                    <a:cubicBezTo>
                      <a:pt x="0" y="299"/>
                      <a:pt x="1" y="327"/>
                      <a:pt x="6" y="353"/>
                    </a:cubicBezTo>
                    <a:cubicBezTo>
                      <a:pt x="10" y="379"/>
                      <a:pt x="17" y="401"/>
                      <a:pt x="23" y="418"/>
                    </a:cubicBezTo>
                    <a:cubicBezTo>
                      <a:pt x="25" y="422"/>
                      <a:pt x="26" y="425"/>
                      <a:pt x="28" y="429"/>
                    </a:cubicBezTo>
                    <a:cubicBezTo>
                      <a:pt x="29" y="432"/>
                      <a:pt x="31" y="435"/>
                      <a:pt x="32" y="438"/>
                    </a:cubicBezTo>
                    <a:lnTo>
                      <a:pt x="35" y="444"/>
                    </a:lnTo>
                    <a:cubicBezTo>
                      <a:pt x="32" y="444"/>
                      <a:pt x="33" y="444"/>
                      <a:pt x="33" y="444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2" name="Google Shape;472;p33"/>
              <p:cNvSpPr/>
              <p:nvPr/>
            </p:nvSpPr>
            <p:spPr>
              <a:xfrm rot="-2826886">
                <a:off x="8476913" y="4622864"/>
                <a:ext cx="101324" cy="230280"/>
              </a:xfrm>
              <a:custGeom>
                <a:avLst/>
                <a:gdLst/>
                <a:ahLst/>
                <a:cxnLst/>
                <a:rect l="l" t="t" r="r" b="b"/>
                <a:pathLst>
                  <a:path w="192" h="440" extrusionOk="0">
                    <a:moveTo>
                      <a:pt x="94" y="439"/>
                    </a:moveTo>
                    <a:cubicBezTo>
                      <a:pt x="94" y="439"/>
                      <a:pt x="95" y="439"/>
                      <a:pt x="96" y="438"/>
                    </a:cubicBezTo>
                    <a:cubicBezTo>
                      <a:pt x="97" y="437"/>
                      <a:pt x="99" y="436"/>
                      <a:pt x="100" y="434"/>
                    </a:cubicBezTo>
                    <a:cubicBezTo>
                      <a:pt x="102" y="432"/>
                      <a:pt x="104" y="430"/>
                      <a:pt x="106" y="428"/>
                    </a:cubicBezTo>
                    <a:cubicBezTo>
                      <a:pt x="108" y="426"/>
                      <a:pt x="111" y="424"/>
                      <a:pt x="114" y="421"/>
                    </a:cubicBezTo>
                    <a:cubicBezTo>
                      <a:pt x="124" y="408"/>
                      <a:pt x="137" y="391"/>
                      <a:pt x="150" y="371"/>
                    </a:cubicBezTo>
                    <a:cubicBezTo>
                      <a:pt x="162" y="350"/>
                      <a:pt x="173" y="326"/>
                      <a:pt x="179" y="301"/>
                    </a:cubicBezTo>
                    <a:cubicBezTo>
                      <a:pt x="187" y="275"/>
                      <a:pt x="190" y="247"/>
                      <a:pt x="191" y="220"/>
                    </a:cubicBezTo>
                    <a:cubicBezTo>
                      <a:pt x="191" y="192"/>
                      <a:pt x="186" y="165"/>
                      <a:pt x="180" y="139"/>
                    </a:cubicBezTo>
                    <a:cubicBezTo>
                      <a:pt x="173" y="113"/>
                      <a:pt x="163" y="89"/>
                      <a:pt x="151" y="68"/>
                    </a:cubicBezTo>
                    <a:cubicBezTo>
                      <a:pt x="145" y="58"/>
                      <a:pt x="138" y="48"/>
                      <a:pt x="133" y="40"/>
                    </a:cubicBezTo>
                    <a:cubicBezTo>
                      <a:pt x="126" y="31"/>
                      <a:pt x="120" y="24"/>
                      <a:pt x="114" y="18"/>
                    </a:cubicBezTo>
                    <a:cubicBezTo>
                      <a:pt x="112" y="15"/>
                      <a:pt x="110" y="12"/>
                      <a:pt x="107" y="10"/>
                    </a:cubicBezTo>
                    <a:cubicBezTo>
                      <a:pt x="105" y="8"/>
                      <a:pt x="102" y="5"/>
                      <a:pt x="101" y="4"/>
                    </a:cubicBezTo>
                    <a:cubicBezTo>
                      <a:pt x="99" y="2"/>
                      <a:pt x="98" y="2"/>
                      <a:pt x="97" y="1"/>
                    </a:cubicBezTo>
                    <a:cubicBezTo>
                      <a:pt x="96" y="0"/>
                      <a:pt x="95" y="0"/>
                      <a:pt x="95" y="0"/>
                    </a:cubicBezTo>
                    <a:cubicBezTo>
                      <a:pt x="95" y="0"/>
                      <a:pt x="94" y="0"/>
                      <a:pt x="94" y="1"/>
                    </a:cubicBezTo>
                    <a:cubicBezTo>
                      <a:pt x="93" y="2"/>
                      <a:pt x="91" y="3"/>
                      <a:pt x="90" y="4"/>
                    </a:cubicBezTo>
                    <a:cubicBezTo>
                      <a:pt x="88" y="6"/>
                      <a:pt x="86" y="8"/>
                      <a:pt x="84" y="10"/>
                    </a:cubicBezTo>
                    <a:cubicBezTo>
                      <a:pt x="82" y="12"/>
                      <a:pt x="79" y="15"/>
                      <a:pt x="76" y="18"/>
                    </a:cubicBezTo>
                    <a:cubicBezTo>
                      <a:pt x="71" y="24"/>
                      <a:pt x="65" y="31"/>
                      <a:pt x="58" y="40"/>
                    </a:cubicBezTo>
                    <a:cubicBezTo>
                      <a:pt x="53" y="48"/>
                      <a:pt x="46" y="58"/>
                      <a:pt x="40" y="68"/>
                    </a:cubicBezTo>
                    <a:cubicBezTo>
                      <a:pt x="28" y="89"/>
                      <a:pt x="17" y="113"/>
                      <a:pt x="11" y="139"/>
                    </a:cubicBezTo>
                    <a:cubicBezTo>
                      <a:pt x="3" y="165"/>
                      <a:pt x="0" y="192"/>
                      <a:pt x="0" y="220"/>
                    </a:cubicBezTo>
                    <a:cubicBezTo>
                      <a:pt x="0" y="247"/>
                      <a:pt x="4" y="275"/>
                      <a:pt x="11" y="301"/>
                    </a:cubicBezTo>
                    <a:cubicBezTo>
                      <a:pt x="17" y="326"/>
                      <a:pt x="28" y="350"/>
                      <a:pt x="40" y="371"/>
                    </a:cubicBezTo>
                    <a:cubicBezTo>
                      <a:pt x="52" y="392"/>
                      <a:pt x="65" y="409"/>
                      <a:pt x="76" y="421"/>
                    </a:cubicBezTo>
                    <a:cubicBezTo>
                      <a:pt x="79" y="424"/>
                      <a:pt x="81" y="426"/>
                      <a:pt x="84" y="428"/>
                    </a:cubicBezTo>
                    <a:cubicBezTo>
                      <a:pt x="86" y="430"/>
                      <a:pt x="89" y="433"/>
                      <a:pt x="90" y="434"/>
                    </a:cubicBezTo>
                    <a:cubicBezTo>
                      <a:pt x="92" y="436"/>
                      <a:pt x="93" y="437"/>
                      <a:pt x="94" y="438"/>
                    </a:cubicBezTo>
                    <a:cubicBezTo>
                      <a:pt x="94" y="439"/>
                      <a:pt x="94" y="439"/>
                      <a:pt x="94" y="439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3" name="Google Shape;473;p33"/>
              <p:cNvSpPr/>
              <p:nvPr/>
            </p:nvSpPr>
            <p:spPr>
              <a:xfrm rot="-2826885">
                <a:off x="8288151" y="4376905"/>
                <a:ext cx="497407" cy="695439"/>
              </a:xfrm>
              <a:custGeom>
                <a:avLst/>
                <a:gdLst/>
                <a:ahLst/>
                <a:cxnLst/>
                <a:rect l="l" t="t" r="r" b="b"/>
                <a:pathLst>
                  <a:path w="951" h="1332" extrusionOk="0">
                    <a:moveTo>
                      <a:pt x="944" y="1331"/>
                    </a:moveTo>
                    <a:cubicBezTo>
                      <a:pt x="396" y="1091"/>
                      <a:pt x="179" y="742"/>
                      <a:pt x="93" y="492"/>
                    </a:cubicBezTo>
                    <a:cubicBezTo>
                      <a:pt x="0" y="220"/>
                      <a:pt x="38" y="3"/>
                      <a:pt x="39" y="0"/>
                    </a:cubicBezTo>
                    <a:lnTo>
                      <a:pt x="53" y="3"/>
                    </a:lnTo>
                    <a:cubicBezTo>
                      <a:pt x="53" y="5"/>
                      <a:pt x="16" y="220"/>
                      <a:pt x="107" y="488"/>
                    </a:cubicBezTo>
                    <a:cubicBezTo>
                      <a:pt x="192" y="735"/>
                      <a:pt x="407" y="1079"/>
                      <a:pt x="950" y="1317"/>
                    </a:cubicBezTo>
                    <a:lnTo>
                      <a:pt x="944" y="1331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4" name="Google Shape;474;p33"/>
              <p:cNvSpPr/>
              <p:nvPr/>
            </p:nvSpPr>
            <p:spPr>
              <a:xfrm rot="-2826880">
                <a:off x="8370864" y="4640889"/>
                <a:ext cx="92113" cy="246397"/>
              </a:xfrm>
              <a:custGeom>
                <a:avLst/>
                <a:gdLst/>
                <a:ahLst/>
                <a:cxnLst/>
                <a:rect l="l" t="t" r="r" b="b"/>
                <a:pathLst>
                  <a:path w="175" h="474" extrusionOk="0">
                    <a:moveTo>
                      <a:pt x="70" y="473"/>
                    </a:moveTo>
                    <a:cubicBezTo>
                      <a:pt x="0" y="244"/>
                      <a:pt x="161" y="3"/>
                      <a:pt x="163" y="0"/>
                    </a:cubicBezTo>
                    <a:lnTo>
                      <a:pt x="174" y="8"/>
                    </a:lnTo>
                    <a:cubicBezTo>
                      <a:pt x="172" y="10"/>
                      <a:pt x="15" y="246"/>
                      <a:pt x="84" y="468"/>
                    </a:cubicBezTo>
                    <a:lnTo>
                      <a:pt x="70" y="473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5" name="Google Shape;475;p33"/>
              <p:cNvSpPr/>
              <p:nvPr/>
            </p:nvSpPr>
            <p:spPr>
              <a:xfrm rot="-2826889">
                <a:off x="8229459" y="4814264"/>
                <a:ext cx="225675" cy="138167"/>
              </a:xfrm>
              <a:custGeom>
                <a:avLst/>
                <a:gdLst/>
                <a:ahLst/>
                <a:cxnLst/>
                <a:rect l="l" t="t" r="r" b="b"/>
                <a:pathLst>
                  <a:path w="432" h="266" extrusionOk="0">
                    <a:moveTo>
                      <a:pt x="425" y="265"/>
                    </a:moveTo>
                    <a:cubicBezTo>
                      <a:pt x="135" y="145"/>
                      <a:pt x="1" y="11"/>
                      <a:pt x="0" y="9"/>
                    </a:cubicBezTo>
                    <a:lnTo>
                      <a:pt x="11" y="0"/>
                    </a:lnTo>
                    <a:cubicBezTo>
                      <a:pt x="12" y="1"/>
                      <a:pt x="143" y="134"/>
                      <a:pt x="431" y="252"/>
                    </a:cubicBezTo>
                    <a:lnTo>
                      <a:pt x="425" y="265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6" name="Google Shape;476;p33"/>
              <p:cNvSpPr/>
              <p:nvPr/>
            </p:nvSpPr>
            <p:spPr>
              <a:xfrm rot="-2826884">
                <a:off x="8553235" y="4667884"/>
                <a:ext cx="89808" cy="255609"/>
              </a:xfrm>
              <a:custGeom>
                <a:avLst/>
                <a:gdLst/>
                <a:ahLst/>
                <a:cxnLst/>
                <a:rect l="l" t="t" r="r" b="b"/>
                <a:pathLst>
                  <a:path w="174" h="490" extrusionOk="0">
                    <a:moveTo>
                      <a:pt x="162" y="489"/>
                    </a:moveTo>
                    <a:cubicBezTo>
                      <a:pt x="0" y="277"/>
                      <a:pt x="63" y="3"/>
                      <a:pt x="64" y="0"/>
                    </a:cubicBezTo>
                    <a:lnTo>
                      <a:pt x="78" y="4"/>
                    </a:lnTo>
                    <a:cubicBezTo>
                      <a:pt x="77" y="7"/>
                      <a:pt x="16" y="275"/>
                      <a:pt x="173" y="480"/>
                    </a:cubicBezTo>
                    <a:lnTo>
                      <a:pt x="162" y="489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77" name="Google Shape;477;p33"/>
            <p:cNvGrpSpPr/>
            <p:nvPr/>
          </p:nvGrpSpPr>
          <p:grpSpPr>
            <a:xfrm>
              <a:off x="8273094" y="2832236"/>
              <a:ext cx="923079" cy="930548"/>
              <a:chOff x="8322831" y="2964236"/>
              <a:chExt cx="923079" cy="930548"/>
            </a:xfrm>
          </p:grpSpPr>
          <p:sp>
            <p:nvSpPr>
              <p:cNvPr id="478" name="Google Shape;478;p33"/>
              <p:cNvSpPr/>
              <p:nvPr/>
            </p:nvSpPr>
            <p:spPr>
              <a:xfrm rot="5976188">
                <a:off x="8382984" y="3026571"/>
                <a:ext cx="802774" cy="800374"/>
              </a:xfrm>
              <a:custGeom>
                <a:avLst/>
                <a:gdLst/>
                <a:ahLst/>
                <a:cxnLst/>
                <a:rect l="l" t="t" r="r" b="b"/>
                <a:pathLst>
                  <a:path w="1482" h="1476" extrusionOk="0">
                    <a:moveTo>
                      <a:pt x="0" y="1387"/>
                    </a:moveTo>
                    <a:cubicBezTo>
                      <a:pt x="0" y="1387"/>
                      <a:pt x="1285" y="1475"/>
                      <a:pt x="1481" y="1"/>
                    </a:cubicBezTo>
                    <a:cubicBezTo>
                      <a:pt x="1481" y="0"/>
                      <a:pt x="226" y="16"/>
                      <a:pt x="0" y="1387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9" name="Google Shape;479;p33"/>
              <p:cNvSpPr/>
              <p:nvPr/>
            </p:nvSpPr>
            <p:spPr>
              <a:xfrm rot="5976176">
                <a:off x="8474841" y="3136146"/>
                <a:ext cx="735872" cy="678526"/>
              </a:xfrm>
              <a:custGeom>
                <a:avLst/>
                <a:gdLst/>
                <a:ahLst/>
                <a:cxnLst/>
                <a:rect l="l" t="t" r="r" b="b"/>
                <a:pathLst>
                  <a:path w="1357" h="1254" extrusionOk="0">
                    <a:moveTo>
                      <a:pt x="7" y="1253"/>
                    </a:moveTo>
                    <a:cubicBezTo>
                      <a:pt x="5" y="1253"/>
                      <a:pt x="2" y="1252"/>
                      <a:pt x="1" y="1250"/>
                    </a:cubicBezTo>
                    <a:cubicBezTo>
                      <a:pt x="0" y="1247"/>
                      <a:pt x="1" y="1243"/>
                      <a:pt x="3" y="1241"/>
                    </a:cubicBezTo>
                    <a:cubicBezTo>
                      <a:pt x="11" y="1236"/>
                      <a:pt x="737" y="754"/>
                      <a:pt x="1342" y="3"/>
                    </a:cubicBezTo>
                    <a:cubicBezTo>
                      <a:pt x="1345" y="0"/>
                      <a:pt x="1348" y="0"/>
                      <a:pt x="1352" y="2"/>
                    </a:cubicBezTo>
                    <a:cubicBezTo>
                      <a:pt x="1355" y="5"/>
                      <a:pt x="1356" y="9"/>
                      <a:pt x="1353" y="13"/>
                    </a:cubicBezTo>
                    <a:cubicBezTo>
                      <a:pt x="747" y="764"/>
                      <a:pt x="20" y="1248"/>
                      <a:pt x="12" y="1253"/>
                    </a:cubicBezTo>
                    <a:cubicBezTo>
                      <a:pt x="10" y="1253"/>
                      <a:pt x="9" y="1253"/>
                      <a:pt x="7" y="1253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0" name="Google Shape;480;p33"/>
              <p:cNvSpPr/>
              <p:nvPr/>
            </p:nvSpPr>
            <p:spPr>
              <a:xfrm rot="5976178">
                <a:off x="8588812" y="3154341"/>
                <a:ext cx="9557" cy="136182"/>
              </a:xfrm>
              <a:custGeom>
                <a:avLst/>
                <a:gdLst/>
                <a:ahLst/>
                <a:cxnLst/>
                <a:rect l="l" t="t" r="r" b="b"/>
                <a:pathLst>
                  <a:path w="18" h="253" extrusionOk="0">
                    <a:moveTo>
                      <a:pt x="9" y="252"/>
                    </a:moveTo>
                    <a:cubicBezTo>
                      <a:pt x="5" y="252"/>
                      <a:pt x="2" y="249"/>
                      <a:pt x="1" y="245"/>
                    </a:cubicBezTo>
                    <a:lnTo>
                      <a:pt x="0" y="8"/>
                    </a:lnTo>
                    <a:cubicBezTo>
                      <a:pt x="0" y="4"/>
                      <a:pt x="3" y="0"/>
                      <a:pt x="7" y="0"/>
                    </a:cubicBezTo>
                    <a:lnTo>
                      <a:pt x="7" y="0"/>
                    </a:lnTo>
                    <a:cubicBezTo>
                      <a:pt x="11" y="0"/>
                      <a:pt x="14" y="3"/>
                      <a:pt x="15" y="7"/>
                    </a:cubicBezTo>
                    <a:lnTo>
                      <a:pt x="16" y="244"/>
                    </a:lnTo>
                    <a:cubicBezTo>
                      <a:pt x="17" y="249"/>
                      <a:pt x="13" y="252"/>
                      <a:pt x="9" y="252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1" name="Google Shape;481;p33"/>
              <p:cNvSpPr/>
              <p:nvPr/>
            </p:nvSpPr>
            <p:spPr>
              <a:xfrm rot="5976182">
                <a:off x="8638510" y="3177161"/>
                <a:ext cx="157687" cy="59729"/>
              </a:xfrm>
              <a:custGeom>
                <a:avLst/>
                <a:gdLst/>
                <a:ahLst/>
                <a:cxnLst/>
                <a:rect l="l" t="t" r="r" b="b"/>
                <a:pathLst>
                  <a:path w="293" h="109" extrusionOk="0">
                    <a:moveTo>
                      <a:pt x="283" y="108"/>
                    </a:moveTo>
                    <a:lnTo>
                      <a:pt x="282" y="108"/>
                    </a:lnTo>
                    <a:lnTo>
                      <a:pt x="5" y="15"/>
                    </a:lnTo>
                    <a:cubicBezTo>
                      <a:pt x="1" y="14"/>
                      <a:pt x="0" y="8"/>
                      <a:pt x="1" y="5"/>
                    </a:cubicBezTo>
                    <a:cubicBezTo>
                      <a:pt x="1" y="1"/>
                      <a:pt x="6" y="0"/>
                      <a:pt x="10" y="1"/>
                    </a:cubicBezTo>
                    <a:lnTo>
                      <a:pt x="286" y="94"/>
                    </a:lnTo>
                    <a:cubicBezTo>
                      <a:pt x="290" y="95"/>
                      <a:pt x="292" y="100"/>
                      <a:pt x="291" y="104"/>
                    </a:cubicBezTo>
                    <a:cubicBezTo>
                      <a:pt x="289" y="106"/>
                      <a:pt x="286" y="108"/>
                      <a:pt x="283" y="108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2" name="Google Shape;482;p33"/>
              <p:cNvSpPr/>
              <p:nvPr/>
            </p:nvSpPr>
            <p:spPr>
              <a:xfrm rot="5976179">
                <a:off x="8633757" y="3294669"/>
                <a:ext cx="43006" cy="172021"/>
              </a:xfrm>
              <a:custGeom>
                <a:avLst/>
                <a:gdLst/>
                <a:ahLst/>
                <a:cxnLst/>
                <a:rect l="l" t="t" r="r" b="b"/>
                <a:pathLst>
                  <a:path w="80" h="317" extrusionOk="0">
                    <a:moveTo>
                      <a:pt x="70" y="316"/>
                    </a:moveTo>
                    <a:cubicBezTo>
                      <a:pt x="67" y="316"/>
                      <a:pt x="63" y="314"/>
                      <a:pt x="63" y="311"/>
                    </a:cubicBezTo>
                    <a:lnTo>
                      <a:pt x="1" y="9"/>
                    </a:lnTo>
                    <a:cubicBezTo>
                      <a:pt x="0" y="6"/>
                      <a:pt x="2" y="2"/>
                      <a:pt x="6" y="1"/>
                    </a:cubicBezTo>
                    <a:cubicBezTo>
                      <a:pt x="10" y="0"/>
                      <a:pt x="14" y="3"/>
                      <a:pt x="15" y="7"/>
                    </a:cubicBezTo>
                    <a:lnTo>
                      <a:pt x="78" y="308"/>
                    </a:lnTo>
                    <a:cubicBezTo>
                      <a:pt x="79" y="311"/>
                      <a:pt x="76" y="315"/>
                      <a:pt x="72" y="316"/>
                    </a:cubicBezTo>
                    <a:cubicBezTo>
                      <a:pt x="72" y="315"/>
                      <a:pt x="71" y="316"/>
                      <a:pt x="70" y="316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3" name="Google Shape;483;p33"/>
              <p:cNvSpPr/>
              <p:nvPr/>
            </p:nvSpPr>
            <p:spPr>
              <a:xfrm rot="5976182">
                <a:off x="8721220" y="3285444"/>
                <a:ext cx="195915" cy="86010"/>
              </a:xfrm>
              <a:custGeom>
                <a:avLst/>
                <a:gdLst/>
                <a:ahLst/>
                <a:cxnLst/>
                <a:rect l="l" t="t" r="r" b="b"/>
                <a:pathLst>
                  <a:path w="363" h="160" extrusionOk="0">
                    <a:moveTo>
                      <a:pt x="353" y="159"/>
                    </a:moveTo>
                    <a:cubicBezTo>
                      <a:pt x="352" y="159"/>
                      <a:pt x="351" y="159"/>
                      <a:pt x="350" y="158"/>
                    </a:cubicBezTo>
                    <a:lnTo>
                      <a:pt x="6" y="15"/>
                    </a:lnTo>
                    <a:cubicBezTo>
                      <a:pt x="2" y="13"/>
                      <a:pt x="0" y="9"/>
                      <a:pt x="2" y="6"/>
                    </a:cubicBezTo>
                    <a:cubicBezTo>
                      <a:pt x="4" y="2"/>
                      <a:pt x="7" y="0"/>
                      <a:pt x="11" y="2"/>
                    </a:cubicBezTo>
                    <a:lnTo>
                      <a:pt x="356" y="145"/>
                    </a:lnTo>
                    <a:cubicBezTo>
                      <a:pt x="360" y="147"/>
                      <a:pt x="362" y="150"/>
                      <a:pt x="360" y="154"/>
                    </a:cubicBezTo>
                    <a:cubicBezTo>
                      <a:pt x="359" y="157"/>
                      <a:pt x="356" y="159"/>
                      <a:pt x="353" y="159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4" name="Google Shape;484;p33"/>
              <p:cNvSpPr/>
              <p:nvPr/>
            </p:nvSpPr>
            <p:spPr>
              <a:xfrm rot="5976169">
                <a:off x="8711671" y="3436180"/>
                <a:ext cx="54951" cy="186355"/>
              </a:xfrm>
              <a:custGeom>
                <a:avLst/>
                <a:gdLst/>
                <a:ahLst/>
                <a:cxnLst/>
                <a:rect l="l" t="t" r="r" b="b"/>
                <a:pathLst>
                  <a:path w="103" h="343" extrusionOk="0">
                    <a:moveTo>
                      <a:pt x="94" y="342"/>
                    </a:moveTo>
                    <a:cubicBezTo>
                      <a:pt x="91" y="342"/>
                      <a:pt x="89" y="340"/>
                      <a:pt x="88" y="337"/>
                    </a:cubicBezTo>
                    <a:lnTo>
                      <a:pt x="1" y="10"/>
                    </a:lnTo>
                    <a:cubicBezTo>
                      <a:pt x="0" y="6"/>
                      <a:pt x="2" y="2"/>
                      <a:pt x="6" y="1"/>
                    </a:cubicBezTo>
                    <a:cubicBezTo>
                      <a:pt x="9" y="0"/>
                      <a:pt x="13" y="2"/>
                      <a:pt x="14" y="6"/>
                    </a:cubicBezTo>
                    <a:lnTo>
                      <a:pt x="101" y="333"/>
                    </a:lnTo>
                    <a:cubicBezTo>
                      <a:pt x="102" y="337"/>
                      <a:pt x="100" y="340"/>
                      <a:pt x="96" y="341"/>
                    </a:cubicBezTo>
                    <a:cubicBezTo>
                      <a:pt x="95" y="342"/>
                      <a:pt x="94" y="342"/>
                      <a:pt x="94" y="342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5" name="Google Shape;485;p33"/>
              <p:cNvSpPr/>
              <p:nvPr/>
            </p:nvSpPr>
            <p:spPr>
              <a:xfrm rot="5976183">
                <a:off x="8808578" y="3408341"/>
                <a:ext cx="212638" cy="97956"/>
              </a:xfrm>
              <a:custGeom>
                <a:avLst/>
                <a:gdLst/>
                <a:ahLst/>
                <a:cxnLst/>
                <a:rect l="l" t="t" r="r" b="b"/>
                <a:pathLst>
                  <a:path w="391" h="181" extrusionOk="0">
                    <a:moveTo>
                      <a:pt x="381" y="180"/>
                    </a:moveTo>
                    <a:cubicBezTo>
                      <a:pt x="380" y="180"/>
                      <a:pt x="379" y="180"/>
                      <a:pt x="379" y="179"/>
                    </a:cubicBezTo>
                    <a:lnTo>
                      <a:pt x="6" y="15"/>
                    </a:lnTo>
                    <a:cubicBezTo>
                      <a:pt x="2" y="13"/>
                      <a:pt x="0" y="10"/>
                      <a:pt x="2" y="6"/>
                    </a:cubicBezTo>
                    <a:cubicBezTo>
                      <a:pt x="4" y="2"/>
                      <a:pt x="8" y="0"/>
                      <a:pt x="12" y="2"/>
                    </a:cubicBezTo>
                    <a:lnTo>
                      <a:pt x="384" y="166"/>
                    </a:lnTo>
                    <a:cubicBezTo>
                      <a:pt x="388" y="168"/>
                      <a:pt x="390" y="172"/>
                      <a:pt x="388" y="175"/>
                    </a:cubicBezTo>
                    <a:cubicBezTo>
                      <a:pt x="387" y="178"/>
                      <a:pt x="384" y="180"/>
                      <a:pt x="381" y="180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6" name="Google Shape;486;p33"/>
              <p:cNvSpPr/>
              <p:nvPr/>
            </p:nvSpPr>
            <p:spPr>
              <a:xfrm rot="5976188">
                <a:off x="8822983" y="3576118"/>
                <a:ext cx="40616" cy="179189"/>
              </a:xfrm>
              <a:custGeom>
                <a:avLst/>
                <a:gdLst/>
                <a:ahLst/>
                <a:cxnLst/>
                <a:rect l="l" t="t" r="r" b="b"/>
                <a:pathLst>
                  <a:path w="74" h="330" extrusionOk="0">
                    <a:moveTo>
                      <a:pt x="64" y="329"/>
                    </a:moveTo>
                    <a:cubicBezTo>
                      <a:pt x="61" y="329"/>
                      <a:pt x="58" y="326"/>
                      <a:pt x="58" y="323"/>
                    </a:cubicBezTo>
                    <a:lnTo>
                      <a:pt x="1" y="9"/>
                    </a:lnTo>
                    <a:cubicBezTo>
                      <a:pt x="0" y="5"/>
                      <a:pt x="2" y="1"/>
                      <a:pt x="6" y="1"/>
                    </a:cubicBezTo>
                    <a:cubicBezTo>
                      <a:pt x="10" y="0"/>
                      <a:pt x="14" y="2"/>
                      <a:pt x="15" y="6"/>
                    </a:cubicBezTo>
                    <a:lnTo>
                      <a:pt x="72" y="321"/>
                    </a:lnTo>
                    <a:cubicBezTo>
                      <a:pt x="73" y="324"/>
                      <a:pt x="70" y="328"/>
                      <a:pt x="66" y="329"/>
                    </a:cubicBezTo>
                    <a:cubicBezTo>
                      <a:pt x="65" y="329"/>
                      <a:pt x="65" y="329"/>
                      <a:pt x="64" y="329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7" name="Google Shape;487;p33"/>
              <p:cNvSpPr/>
              <p:nvPr/>
            </p:nvSpPr>
            <p:spPr>
              <a:xfrm rot="5976182">
                <a:off x="8910610" y="3587516"/>
                <a:ext cx="195915" cy="64507"/>
              </a:xfrm>
              <a:custGeom>
                <a:avLst/>
                <a:gdLst/>
                <a:ahLst/>
                <a:cxnLst/>
                <a:rect l="l" t="t" r="r" b="b"/>
                <a:pathLst>
                  <a:path w="363" h="120" extrusionOk="0">
                    <a:moveTo>
                      <a:pt x="355" y="119"/>
                    </a:moveTo>
                    <a:cubicBezTo>
                      <a:pt x="354" y="119"/>
                      <a:pt x="354" y="119"/>
                      <a:pt x="353" y="119"/>
                    </a:cubicBezTo>
                    <a:lnTo>
                      <a:pt x="6" y="14"/>
                    </a:lnTo>
                    <a:cubicBezTo>
                      <a:pt x="2" y="13"/>
                      <a:pt x="0" y="9"/>
                      <a:pt x="1" y="5"/>
                    </a:cubicBezTo>
                    <a:cubicBezTo>
                      <a:pt x="2" y="1"/>
                      <a:pt x="6" y="0"/>
                      <a:pt x="10" y="0"/>
                    </a:cubicBezTo>
                    <a:lnTo>
                      <a:pt x="357" y="105"/>
                    </a:lnTo>
                    <a:cubicBezTo>
                      <a:pt x="360" y="106"/>
                      <a:pt x="362" y="110"/>
                      <a:pt x="361" y="114"/>
                    </a:cubicBezTo>
                    <a:cubicBezTo>
                      <a:pt x="360" y="116"/>
                      <a:pt x="357" y="119"/>
                      <a:pt x="355" y="119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88" name="Google Shape;488;p33"/>
            <p:cNvGrpSpPr/>
            <p:nvPr/>
          </p:nvGrpSpPr>
          <p:grpSpPr>
            <a:xfrm>
              <a:off x="5321998" y="2028432"/>
              <a:ext cx="4429003" cy="2933838"/>
              <a:chOff x="7339975" y="1467813"/>
              <a:chExt cx="4258247" cy="2820727"/>
            </a:xfrm>
          </p:grpSpPr>
          <p:sp>
            <p:nvSpPr>
              <p:cNvPr id="489" name="Google Shape;489;p33"/>
              <p:cNvSpPr/>
              <p:nvPr/>
            </p:nvSpPr>
            <p:spPr>
              <a:xfrm>
                <a:off x="8377368" y="1944519"/>
                <a:ext cx="1390603" cy="528577"/>
              </a:xfrm>
              <a:custGeom>
                <a:avLst/>
                <a:gdLst/>
                <a:ahLst/>
                <a:cxnLst/>
                <a:rect l="l" t="t" r="r" b="b"/>
                <a:pathLst>
                  <a:path w="2482" h="942" extrusionOk="0">
                    <a:moveTo>
                      <a:pt x="2450" y="941"/>
                    </a:moveTo>
                    <a:cubicBezTo>
                      <a:pt x="2446" y="941"/>
                      <a:pt x="2441" y="940"/>
                      <a:pt x="2438" y="938"/>
                    </a:cubicBezTo>
                    <a:cubicBezTo>
                      <a:pt x="2422" y="930"/>
                      <a:pt x="911" y="172"/>
                      <a:pt x="25" y="55"/>
                    </a:cubicBezTo>
                    <a:cubicBezTo>
                      <a:pt x="10" y="53"/>
                      <a:pt x="0" y="40"/>
                      <a:pt x="2" y="24"/>
                    </a:cubicBezTo>
                    <a:cubicBezTo>
                      <a:pt x="4" y="10"/>
                      <a:pt x="17" y="0"/>
                      <a:pt x="32" y="2"/>
                    </a:cubicBezTo>
                    <a:cubicBezTo>
                      <a:pt x="928" y="120"/>
                      <a:pt x="2447" y="883"/>
                      <a:pt x="2462" y="890"/>
                    </a:cubicBezTo>
                    <a:cubicBezTo>
                      <a:pt x="2476" y="897"/>
                      <a:pt x="2481" y="913"/>
                      <a:pt x="2474" y="927"/>
                    </a:cubicBezTo>
                    <a:cubicBezTo>
                      <a:pt x="2469" y="936"/>
                      <a:pt x="2459" y="941"/>
                      <a:pt x="2450" y="94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0" name="Google Shape;490;p33"/>
              <p:cNvSpPr/>
              <p:nvPr/>
            </p:nvSpPr>
            <p:spPr>
              <a:xfrm>
                <a:off x="9708688" y="2401467"/>
                <a:ext cx="74099" cy="103739"/>
              </a:xfrm>
              <a:custGeom>
                <a:avLst/>
                <a:gdLst/>
                <a:ahLst/>
                <a:cxnLst/>
                <a:rect l="l" t="t" r="r" b="b"/>
                <a:pathLst>
                  <a:path w="134" h="187" extrusionOk="0">
                    <a:moveTo>
                      <a:pt x="73" y="161"/>
                    </a:moveTo>
                    <a:lnTo>
                      <a:pt x="124" y="56"/>
                    </a:lnTo>
                    <a:cubicBezTo>
                      <a:pt x="133" y="39"/>
                      <a:pt x="125" y="17"/>
                      <a:pt x="108" y="9"/>
                    </a:cubicBezTo>
                    <a:lnTo>
                      <a:pt x="108" y="9"/>
                    </a:lnTo>
                    <a:cubicBezTo>
                      <a:pt x="91" y="0"/>
                      <a:pt x="69" y="8"/>
                      <a:pt x="60" y="25"/>
                    </a:cubicBezTo>
                    <a:lnTo>
                      <a:pt x="9" y="130"/>
                    </a:lnTo>
                    <a:cubicBezTo>
                      <a:pt x="0" y="147"/>
                      <a:pt x="8" y="169"/>
                      <a:pt x="25" y="177"/>
                    </a:cubicBezTo>
                    <a:lnTo>
                      <a:pt x="25" y="177"/>
                    </a:lnTo>
                    <a:cubicBezTo>
                      <a:pt x="42" y="186"/>
                      <a:pt x="64" y="178"/>
                      <a:pt x="73" y="161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1" name="Google Shape;491;p33"/>
              <p:cNvSpPr/>
              <p:nvPr/>
            </p:nvSpPr>
            <p:spPr>
              <a:xfrm>
                <a:off x="10103886" y="2594126"/>
                <a:ext cx="74100" cy="103739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87" extrusionOk="0">
                    <a:moveTo>
                      <a:pt x="72" y="161"/>
                    </a:moveTo>
                    <a:lnTo>
                      <a:pt x="123" y="56"/>
                    </a:lnTo>
                    <a:cubicBezTo>
                      <a:pt x="132" y="39"/>
                      <a:pt x="124" y="17"/>
                      <a:pt x="107" y="9"/>
                    </a:cubicBezTo>
                    <a:lnTo>
                      <a:pt x="107" y="9"/>
                    </a:lnTo>
                    <a:cubicBezTo>
                      <a:pt x="90" y="0"/>
                      <a:pt x="68" y="8"/>
                      <a:pt x="60" y="25"/>
                    </a:cubicBezTo>
                    <a:lnTo>
                      <a:pt x="8" y="130"/>
                    </a:lnTo>
                    <a:cubicBezTo>
                      <a:pt x="0" y="147"/>
                      <a:pt x="7" y="169"/>
                      <a:pt x="24" y="177"/>
                    </a:cubicBezTo>
                    <a:lnTo>
                      <a:pt x="24" y="177"/>
                    </a:lnTo>
                    <a:cubicBezTo>
                      <a:pt x="42" y="186"/>
                      <a:pt x="63" y="179"/>
                      <a:pt x="72" y="161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2" name="Google Shape;492;p33"/>
              <p:cNvSpPr/>
              <p:nvPr/>
            </p:nvSpPr>
            <p:spPr>
              <a:xfrm>
                <a:off x="9725979" y="2376768"/>
                <a:ext cx="427307" cy="345797"/>
              </a:xfrm>
              <a:custGeom>
                <a:avLst/>
                <a:gdLst/>
                <a:ahLst/>
                <a:cxnLst/>
                <a:rect l="l" t="t" r="r" b="b"/>
                <a:pathLst>
                  <a:path w="764" h="618" extrusionOk="0">
                    <a:moveTo>
                      <a:pt x="504" y="59"/>
                    </a:moveTo>
                    <a:cubicBezTo>
                      <a:pt x="570" y="91"/>
                      <a:pt x="620" y="129"/>
                      <a:pt x="665" y="180"/>
                    </a:cubicBezTo>
                    <a:cubicBezTo>
                      <a:pt x="710" y="231"/>
                      <a:pt x="737" y="279"/>
                      <a:pt x="750" y="335"/>
                    </a:cubicBezTo>
                    <a:cubicBezTo>
                      <a:pt x="763" y="391"/>
                      <a:pt x="758" y="437"/>
                      <a:pt x="736" y="483"/>
                    </a:cubicBezTo>
                    <a:cubicBezTo>
                      <a:pt x="713" y="529"/>
                      <a:pt x="679" y="561"/>
                      <a:pt x="627" y="585"/>
                    </a:cubicBezTo>
                    <a:cubicBezTo>
                      <a:pt x="575" y="608"/>
                      <a:pt x="520" y="617"/>
                      <a:pt x="452" y="612"/>
                    </a:cubicBezTo>
                    <a:cubicBezTo>
                      <a:pt x="385" y="607"/>
                      <a:pt x="324" y="590"/>
                      <a:pt x="259" y="558"/>
                    </a:cubicBezTo>
                    <a:cubicBezTo>
                      <a:pt x="193" y="526"/>
                      <a:pt x="143" y="488"/>
                      <a:pt x="98" y="438"/>
                    </a:cubicBezTo>
                    <a:cubicBezTo>
                      <a:pt x="52" y="387"/>
                      <a:pt x="26" y="338"/>
                      <a:pt x="13" y="282"/>
                    </a:cubicBezTo>
                    <a:cubicBezTo>
                      <a:pt x="0" y="227"/>
                      <a:pt x="4" y="180"/>
                      <a:pt x="27" y="134"/>
                    </a:cubicBezTo>
                    <a:cubicBezTo>
                      <a:pt x="49" y="88"/>
                      <a:pt x="83" y="57"/>
                      <a:pt x="136" y="33"/>
                    </a:cubicBezTo>
                    <a:cubicBezTo>
                      <a:pt x="188" y="9"/>
                      <a:pt x="243" y="0"/>
                      <a:pt x="310" y="5"/>
                    </a:cubicBezTo>
                    <a:cubicBezTo>
                      <a:pt x="378" y="10"/>
                      <a:pt x="439" y="27"/>
                      <a:pt x="504" y="5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3" name="Google Shape;493;p33"/>
              <p:cNvSpPr/>
              <p:nvPr/>
            </p:nvSpPr>
            <p:spPr>
              <a:xfrm>
                <a:off x="9837127" y="2376768"/>
                <a:ext cx="192658" cy="343329"/>
              </a:xfrm>
              <a:custGeom>
                <a:avLst/>
                <a:gdLst/>
                <a:ahLst/>
                <a:cxnLst/>
                <a:rect l="l" t="t" r="r" b="b"/>
                <a:pathLst>
                  <a:path w="343" h="611" extrusionOk="0">
                    <a:moveTo>
                      <a:pt x="10" y="552"/>
                    </a:moveTo>
                    <a:lnTo>
                      <a:pt x="268" y="26"/>
                    </a:lnTo>
                    <a:cubicBezTo>
                      <a:pt x="276" y="8"/>
                      <a:pt x="298" y="0"/>
                      <a:pt x="316" y="9"/>
                    </a:cubicBezTo>
                    <a:lnTo>
                      <a:pt x="316" y="9"/>
                    </a:lnTo>
                    <a:cubicBezTo>
                      <a:pt x="335" y="17"/>
                      <a:pt x="342" y="39"/>
                      <a:pt x="334" y="57"/>
                    </a:cubicBezTo>
                    <a:lnTo>
                      <a:pt x="75" y="584"/>
                    </a:lnTo>
                    <a:cubicBezTo>
                      <a:pt x="67" y="602"/>
                      <a:pt x="45" y="610"/>
                      <a:pt x="27" y="601"/>
                    </a:cubicBezTo>
                    <a:lnTo>
                      <a:pt x="27" y="601"/>
                    </a:lnTo>
                    <a:cubicBezTo>
                      <a:pt x="8" y="592"/>
                      <a:pt x="0" y="570"/>
                      <a:pt x="10" y="552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4" name="Google Shape;494;p33"/>
              <p:cNvSpPr/>
              <p:nvPr/>
            </p:nvSpPr>
            <p:spPr>
              <a:xfrm>
                <a:off x="9987797" y="2465687"/>
                <a:ext cx="158079" cy="158079"/>
              </a:xfrm>
              <a:custGeom>
                <a:avLst/>
                <a:gdLst/>
                <a:ahLst/>
                <a:cxnLst/>
                <a:rect l="l" t="t" r="r" b="b"/>
                <a:pathLst>
                  <a:path w="281" h="282" extrusionOk="0">
                    <a:moveTo>
                      <a:pt x="100" y="186"/>
                    </a:moveTo>
                    <a:cubicBezTo>
                      <a:pt x="52" y="141"/>
                      <a:pt x="0" y="61"/>
                      <a:pt x="29" y="30"/>
                    </a:cubicBezTo>
                    <a:cubicBezTo>
                      <a:pt x="59" y="0"/>
                      <a:pt x="162" y="20"/>
                      <a:pt x="206" y="77"/>
                    </a:cubicBezTo>
                    <a:cubicBezTo>
                      <a:pt x="246" y="129"/>
                      <a:pt x="280" y="221"/>
                      <a:pt x="250" y="251"/>
                    </a:cubicBezTo>
                    <a:cubicBezTo>
                      <a:pt x="221" y="281"/>
                      <a:pt x="147" y="232"/>
                      <a:pt x="100" y="186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5" name="Google Shape;495;p33"/>
              <p:cNvSpPr/>
              <p:nvPr/>
            </p:nvSpPr>
            <p:spPr>
              <a:xfrm>
                <a:off x="9034384" y="1880299"/>
                <a:ext cx="644664" cy="960825"/>
              </a:xfrm>
              <a:custGeom>
                <a:avLst/>
                <a:gdLst/>
                <a:ahLst/>
                <a:cxnLst/>
                <a:rect l="l" t="t" r="r" b="b"/>
                <a:pathLst>
                  <a:path w="1150" h="1717" extrusionOk="0">
                    <a:moveTo>
                      <a:pt x="63" y="1455"/>
                    </a:moveTo>
                    <a:cubicBezTo>
                      <a:pt x="63" y="1455"/>
                      <a:pt x="461" y="1716"/>
                      <a:pt x="727" y="1209"/>
                    </a:cubicBezTo>
                    <a:cubicBezTo>
                      <a:pt x="992" y="701"/>
                      <a:pt x="752" y="535"/>
                      <a:pt x="1149" y="278"/>
                    </a:cubicBezTo>
                    <a:cubicBezTo>
                      <a:pt x="1149" y="252"/>
                      <a:pt x="1146" y="200"/>
                      <a:pt x="1116" y="145"/>
                    </a:cubicBezTo>
                    <a:cubicBezTo>
                      <a:pt x="1082" y="81"/>
                      <a:pt x="1033" y="48"/>
                      <a:pt x="1010" y="35"/>
                    </a:cubicBezTo>
                    <a:cubicBezTo>
                      <a:pt x="896" y="147"/>
                      <a:pt x="840" y="166"/>
                      <a:pt x="816" y="147"/>
                    </a:cubicBezTo>
                    <a:cubicBezTo>
                      <a:pt x="775" y="116"/>
                      <a:pt x="774" y="0"/>
                      <a:pt x="697" y="20"/>
                    </a:cubicBezTo>
                    <a:cubicBezTo>
                      <a:pt x="620" y="40"/>
                      <a:pt x="449" y="120"/>
                      <a:pt x="224" y="340"/>
                    </a:cubicBezTo>
                    <a:cubicBezTo>
                      <a:pt x="0" y="559"/>
                      <a:pt x="63" y="1455"/>
                      <a:pt x="63" y="1455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6" name="Google Shape;496;p33"/>
              <p:cNvSpPr/>
              <p:nvPr/>
            </p:nvSpPr>
            <p:spPr>
              <a:xfrm>
                <a:off x="9064023" y="2403937"/>
                <a:ext cx="387786" cy="439657"/>
              </a:xfrm>
              <a:custGeom>
                <a:avLst/>
                <a:gdLst/>
                <a:ahLst/>
                <a:cxnLst/>
                <a:rect l="l" t="t" r="r" b="b"/>
                <a:pathLst>
                  <a:path w="691" h="785" extrusionOk="0">
                    <a:moveTo>
                      <a:pt x="313" y="146"/>
                    </a:moveTo>
                    <a:cubicBezTo>
                      <a:pt x="449" y="280"/>
                      <a:pt x="578" y="288"/>
                      <a:pt x="690" y="244"/>
                    </a:cubicBezTo>
                    <a:cubicBezTo>
                      <a:pt x="684" y="254"/>
                      <a:pt x="679" y="265"/>
                      <a:pt x="673" y="276"/>
                    </a:cubicBezTo>
                    <a:cubicBezTo>
                      <a:pt x="408" y="784"/>
                      <a:pt x="9" y="522"/>
                      <a:pt x="9" y="522"/>
                    </a:cubicBezTo>
                    <a:cubicBezTo>
                      <a:pt x="9" y="522"/>
                      <a:pt x="0" y="392"/>
                      <a:pt x="1" y="219"/>
                    </a:cubicBezTo>
                    <a:cubicBezTo>
                      <a:pt x="54" y="72"/>
                      <a:pt x="167" y="0"/>
                      <a:pt x="313" y="146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7" name="Google Shape;497;p33"/>
              <p:cNvSpPr/>
              <p:nvPr/>
            </p:nvSpPr>
            <p:spPr>
              <a:xfrm>
                <a:off x="8802205" y="1475222"/>
                <a:ext cx="639726" cy="992933"/>
              </a:xfrm>
              <a:custGeom>
                <a:avLst/>
                <a:gdLst/>
                <a:ahLst/>
                <a:cxnLst/>
                <a:rect l="l" t="t" r="r" b="b"/>
                <a:pathLst>
                  <a:path w="1143" h="1773" extrusionOk="0">
                    <a:moveTo>
                      <a:pt x="688" y="1772"/>
                    </a:moveTo>
                    <a:cubicBezTo>
                      <a:pt x="688" y="1772"/>
                      <a:pt x="1001" y="1660"/>
                      <a:pt x="1072" y="1343"/>
                    </a:cubicBezTo>
                    <a:cubicBezTo>
                      <a:pt x="1142" y="1025"/>
                      <a:pt x="880" y="805"/>
                      <a:pt x="961" y="676"/>
                    </a:cubicBezTo>
                    <a:cubicBezTo>
                      <a:pt x="1042" y="546"/>
                      <a:pt x="1101" y="520"/>
                      <a:pt x="1101" y="520"/>
                    </a:cubicBezTo>
                    <a:cubicBezTo>
                      <a:pt x="1100" y="501"/>
                      <a:pt x="1097" y="448"/>
                      <a:pt x="1058" y="400"/>
                    </a:cubicBezTo>
                    <a:cubicBezTo>
                      <a:pt x="1030" y="362"/>
                      <a:pt x="997" y="344"/>
                      <a:pt x="978" y="337"/>
                    </a:cubicBezTo>
                    <a:cubicBezTo>
                      <a:pt x="871" y="452"/>
                      <a:pt x="756" y="516"/>
                      <a:pt x="707" y="475"/>
                    </a:cubicBezTo>
                    <a:cubicBezTo>
                      <a:pt x="592" y="377"/>
                      <a:pt x="778" y="223"/>
                      <a:pt x="778" y="223"/>
                    </a:cubicBezTo>
                    <a:cubicBezTo>
                      <a:pt x="776" y="213"/>
                      <a:pt x="756" y="147"/>
                      <a:pt x="689" y="117"/>
                    </a:cubicBezTo>
                    <a:cubicBezTo>
                      <a:pt x="650" y="99"/>
                      <a:pt x="613" y="102"/>
                      <a:pt x="597" y="105"/>
                    </a:cubicBezTo>
                    <a:cubicBezTo>
                      <a:pt x="583" y="133"/>
                      <a:pt x="494" y="295"/>
                      <a:pt x="442" y="279"/>
                    </a:cubicBezTo>
                    <a:cubicBezTo>
                      <a:pt x="434" y="277"/>
                      <a:pt x="427" y="270"/>
                      <a:pt x="421" y="259"/>
                    </a:cubicBezTo>
                    <a:cubicBezTo>
                      <a:pt x="372" y="165"/>
                      <a:pt x="463" y="74"/>
                      <a:pt x="463" y="74"/>
                    </a:cubicBezTo>
                    <a:cubicBezTo>
                      <a:pt x="453" y="60"/>
                      <a:pt x="428" y="33"/>
                      <a:pt x="385" y="16"/>
                    </a:cubicBezTo>
                    <a:cubicBezTo>
                      <a:pt x="347" y="0"/>
                      <a:pt x="313" y="1"/>
                      <a:pt x="296" y="3"/>
                    </a:cubicBezTo>
                    <a:cubicBezTo>
                      <a:pt x="197" y="126"/>
                      <a:pt x="99" y="248"/>
                      <a:pt x="0" y="371"/>
                    </a:cubicBezTo>
                    <a:lnTo>
                      <a:pt x="688" y="1772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8" name="Google Shape;498;p33"/>
              <p:cNvSpPr/>
              <p:nvPr/>
            </p:nvSpPr>
            <p:spPr>
              <a:xfrm>
                <a:off x="9081312" y="2060609"/>
                <a:ext cx="333449" cy="407547"/>
              </a:xfrm>
              <a:custGeom>
                <a:avLst/>
                <a:gdLst/>
                <a:ahLst/>
                <a:cxnLst/>
                <a:rect l="l" t="t" r="r" b="b"/>
                <a:pathLst>
                  <a:path w="596" h="726" extrusionOk="0">
                    <a:moveTo>
                      <a:pt x="156" y="320"/>
                    </a:moveTo>
                    <a:cubicBezTo>
                      <a:pt x="476" y="389"/>
                      <a:pt x="544" y="171"/>
                      <a:pt x="552" y="0"/>
                    </a:cubicBezTo>
                    <a:cubicBezTo>
                      <a:pt x="579" y="87"/>
                      <a:pt x="595" y="185"/>
                      <a:pt x="570" y="296"/>
                    </a:cubicBezTo>
                    <a:cubicBezTo>
                      <a:pt x="499" y="613"/>
                      <a:pt x="186" y="725"/>
                      <a:pt x="186" y="725"/>
                    </a:cubicBezTo>
                    <a:lnTo>
                      <a:pt x="0" y="345"/>
                    </a:lnTo>
                    <a:cubicBezTo>
                      <a:pt x="45" y="318"/>
                      <a:pt x="97" y="307"/>
                      <a:pt x="156" y="32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9" name="Google Shape;499;p33"/>
              <p:cNvSpPr/>
              <p:nvPr/>
            </p:nvSpPr>
            <p:spPr>
              <a:xfrm>
                <a:off x="7779632" y="1546852"/>
                <a:ext cx="1546208" cy="1864833"/>
              </a:xfrm>
              <a:custGeom>
                <a:avLst/>
                <a:gdLst/>
                <a:ahLst/>
                <a:cxnLst/>
                <a:rect l="l" t="t" r="r" b="b"/>
                <a:pathLst>
                  <a:path w="2761" h="3330" extrusionOk="0">
                    <a:moveTo>
                      <a:pt x="1777" y="0"/>
                    </a:moveTo>
                    <a:cubicBezTo>
                      <a:pt x="1777" y="0"/>
                      <a:pt x="2560" y="472"/>
                      <a:pt x="2660" y="1421"/>
                    </a:cubicBezTo>
                    <a:cubicBezTo>
                      <a:pt x="2760" y="2369"/>
                      <a:pt x="2151" y="3108"/>
                      <a:pt x="1431" y="3128"/>
                    </a:cubicBezTo>
                    <a:cubicBezTo>
                      <a:pt x="713" y="3148"/>
                      <a:pt x="65" y="3329"/>
                      <a:pt x="33" y="2561"/>
                    </a:cubicBezTo>
                    <a:cubicBezTo>
                      <a:pt x="0" y="1791"/>
                      <a:pt x="367" y="1081"/>
                      <a:pt x="1115" y="852"/>
                    </a:cubicBezTo>
                    <a:cubicBezTo>
                      <a:pt x="1864" y="622"/>
                      <a:pt x="1593" y="334"/>
                      <a:pt x="1593" y="334"/>
                    </a:cubicBezTo>
                    <a:lnTo>
                      <a:pt x="1777" y="0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0" name="Google Shape;500;p33"/>
              <p:cNvSpPr/>
              <p:nvPr/>
            </p:nvSpPr>
            <p:spPr>
              <a:xfrm>
                <a:off x="8673766" y="1630832"/>
                <a:ext cx="192659" cy="360618"/>
              </a:xfrm>
              <a:custGeom>
                <a:avLst/>
                <a:gdLst/>
                <a:ahLst/>
                <a:cxnLst/>
                <a:rect l="l" t="t" r="r" b="b"/>
                <a:pathLst>
                  <a:path w="344" h="642" extrusionOk="0">
                    <a:moveTo>
                      <a:pt x="0" y="181"/>
                    </a:moveTo>
                    <a:lnTo>
                      <a:pt x="99" y="0"/>
                    </a:lnTo>
                    <a:cubicBezTo>
                      <a:pt x="121" y="33"/>
                      <a:pt x="343" y="376"/>
                      <a:pt x="244" y="560"/>
                    </a:cubicBezTo>
                    <a:cubicBezTo>
                      <a:pt x="201" y="641"/>
                      <a:pt x="105" y="545"/>
                      <a:pt x="21" y="404"/>
                    </a:cubicBezTo>
                    <a:cubicBezTo>
                      <a:pt x="91" y="278"/>
                      <a:pt x="0" y="181"/>
                      <a:pt x="0" y="181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1" name="Google Shape;501;p33"/>
              <p:cNvSpPr/>
              <p:nvPr/>
            </p:nvSpPr>
            <p:spPr>
              <a:xfrm>
                <a:off x="7782101" y="2028499"/>
                <a:ext cx="1546213" cy="1380726"/>
              </a:xfrm>
              <a:custGeom>
                <a:avLst/>
                <a:gdLst/>
                <a:ahLst/>
                <a:cxnLst/>
                <a:rect l="l" t="t" r="r" b="b"/>
                <a:pathLst>
                  <a:path w="2759" h="2466" extrusionOk="0">
                    <a:moveTo>
                      <a:pt x="851" y="95"/>
                    </a:moveTo>
                    <a:cubicBezTo>
                      <a:pt x="593" y="252"/>
                      <a:pt x="105" y="896"/>
                      <a:pt x="173" y="1360"/>
                    </a:cubicBezTo>
                    <a:cubicBezTo>
                      <a:pt x="241" y="1826"/>
                      <a:pt x="1021" y="2433"/>
                      <a:pt x="2072" y="1722"/>
                    </a:cubicBezTo>
                    <a:cubicBezTo>
                      <a:pt x="2731" y="1276"/>
                      <a:pt x="2655" y="510"/>
                      <a:pt x="2508" y="0"/>
                    </a:cubicBezTo>
                    <a:cubicBezTo>
                      <a:pt x="2580" y="163"/>
                      <a:pt x="2635" y="349"/>
                      <a:pt x="2658" y="557"/>
                    </a:cubicBezTo>
                    <a:cubicBezTo>
                      <a:pt x="2758" y="1506"/>
                      <a:pt x="2149" y="2244"/>
                      <a:pt x="1429" y="2264"/>
                    </a:cubicBezTo>
                    <a:cubicBezTo>
                      <a:pt x="711" y="2284"/>
                      <a:pt x="63" y="2465"/>
                      <a:pt x="31" y="1697"/>
                    </a:cubicBezTo>
                    <a:cubicBezTo>
                      <a:pt x="0" y="1023"/>
                      <a:pt x="279" y="395"/>
                      <a:pt x="851" y="95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2" name="Google Shape;502;p33"/>
              <p:cNvSpPr/>
              <p:nvPr/>
            </p:nvSpPr>
            <p:spPr>
              <a:xfrm>
                <a:off x="8340317" y="1616012"/>
                <a:ext cx="545867" cy="560687"/>
              </a:xfrm>
              <a:custGeom>
                <a:avLst/>
                <a:gdLst/>
                <a:ahLst/>
                <a:cxnLst/>
                <a:rect l="l" t="t" r="r" b="b"/>
                <a:pathLst>
                  <a:path w="976" h="1003" extrusionOk="0">
                    <a:moveTo>
                      <a:pt x="297" y="0"/>
                    </a:moveTo>
                    <a:cubicBezTo>
                      <a:pt x="297" y="0"/>
                      <a:pt x="594" y="100"/>
                      <a:pt x="785" y="429"/>
                    </a:cubicBezTo>
                    <a:cubicBezTo>
                      <a:pt x="975" y="757"/>
                      <a:pt x="619" y="1002"/>
                      <a:pt x="468" y="997"/>
                    </a:cubicBezTo>
                    <a:cubicBezTo>
                      <a:pt x="316" y="992"/>
                      <a:pt x="130" y="807"/>
                      <a:pt x="101" y="626"/>
                    </a:cubicBezTo>
                    <a:cubicBezTo>
                      <a:pt x="72" y="445"/>
                      <a:pt x="0" y="466"/>
                      <a:pt x="0" y="466"/>
                    </a:cubicBezTo>
                    <a:lnTo>
                      <a:pt x="94" y="291"/>
                    </a:lnTo>
                    <a:cubicBezTo>
                      <a:pt x="94" y="291"/>
                      <a:pt x="145" y="407"/>
                      <a:pt x="213" y="334"/>
                    </a:cubicBezTo>
                    <a:cubicBezTo>
                      <a:pt x="280" y="260"/>
                      <a:pt x="150" y="275"/>
                      <a:pt x="150" y="275"/>
                    </a:cubicBezTo>
                    <a:lnTo>
                      <a:pt x="297" y="0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3" name="Google Shape;503;p33"/>
              <p:cNvSpPr/>
              <p:nvPr/>
            </p:nvSpPr>
            <p:spPr>
              <a:xfrm>
                <a:off x="8340317" y="1821020"/>
                <a:ext cx="372967" cy="355677"/>
              </a:xfrm>
              <a:custGeom>
                <a:avLst/>
                <a:gdLst/>
                <a:ahLst/>
                <a:cxnLst/>
                <a:rect l="l" t="t" r="r" b="b"/>
                <a:pathLst>
                  <a:path w="664" h="634" extrusionOk="0">
                    <a:moveTo>
                      <a:pt x="70" y="9"/>
                    </a:moveTo>
                    <a:cubicBezTo>
                      <a:pt x="215" y="109"/>
                      <a:pt x="178" y="283"/>
                      <a:pt x="411" y="494"/>
                    </a:cubicBezTo>
                    <a:cubicBezTo>
                      <a:pt x="495" y="571"/>
                      <a:pt x="585" y="579"/>
                      <a:pt x="663" y="557"/>
                    </a:cubicBezTo>
                    <a:cubicBezTo>
                      <a:pt x="593" y="606"/>
                      <a:pt x="519" y="633"/>
                      <a:pt x="468" y="631"/>
                    </a:cubicBezTo>
                    <a:cubicBezTo>
                      <a:pt x="316" y="627"/>
                      <a:pt x="130" y="441"/>
                      <a:pt x="101" y="260"/>
                    </a:cubicBezTo>
                    <a:cubicBezTo>
                      <a:pt x="72" y="79"/>
                      <a:pt x="0" y="100"/>
                      <a:pt x="0" y="100"/>
                    </a:cubicBezTo>
                    <a:lnTo>
                      <a:pt x="53" y="0"/>
                    </a:lnTo>
                    <a:cubicBezTo>
                      <a:pt x="61" y="4"/>
                      <a:pt x="66" y="6"/>
                      <a:pt x="70" y="9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4" name="Google Shape;504;p33"/>
              <p:cNvSpPr/>
              <p:nvPr/>
            </p:nvSpPr>
            <p:spPr>
              <a:xfrm>
                <a:off x="8668826" y="1727160"/>
                <a:ext cx="150669" cy="355677"/>
              </a:xfrm>
              <a:custGeom>
                <a:avLst/>
                <a:gdLst/>
                <a:ahLst/>
                <a:cxnLst/>
                <a:rect l="l" t="t" r="r" b="b"/>
                <a:pathLst>
                  <a:path w="269" h="634" extrusionOk="0">
                    <a:moveTo>
                      <a:pt x="183" y="633"/>
                    </a:moveTo>
                    <a:cubicBezTo>
                      <a:pt x="180" y="633"/>
                      <a:pt x="178" y="632"/>
                      <a:pt x="176" y="630"/>
                    </a:cubicBezTo>
                    <a:cubicBezTo>
                      <a:pt x="172" y="626"/>
                      <a:pt x="173" y="620"/>
                      <a:pt x="177" y="616"/>
                    </a:cubicBezTo>
                    <a:cubicBezTo>
                      <a:pt x="178" y="615"/>
                      <a:pt x="249" y="549"/>
                      <a:pt x="248" y="430"/>
                    </a:cubicBezTo>
                    <a:cubicBezTo>
                      <a:pt x="247" y="300"/>
                      <a:pt x="165" y="161"/>
                      <a:pt x="4" y="17"/>
                    </a:cubicBezTo>
                    <a:cubicBezTo>
                      <a:pt x="0" y="13"/>
                      <a:pt x="0" y="8"/>
                      <a:pt x="3" y="4"/>
                    </a:cubicBezTo>
                    <a:cubicBezTo>
                      <a:pt x="7" y="0"/>
                      <a:pt x="12" y="0"/>
                      <a:pt x="16" y="3"/>
                    </a:cubicBezTo>
                    <a:cubicBezTo>
                      <a:pt x="182" y="151"/>
                      <a:pt x="266" y="295"/>
                      <a:pt x="267" y="431"/>
                    </a:cubicBezTo>
                    <a:cubicBezTo>
                      <a:pt x="268" y="557"/>
                      <a:pt x="193" y="628"/>
                      <a:pt x="189" y="631"/>
                    </a:cubicBezTo>
                    <a:cubicBezTo>
                      <a:pt x="188" y="632"/>
                      <a:pt x="185" y="633"/>
                      <a:pt x="183" y="633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5" name="Google Shape;505;p33"/>
              <p:cNvSpPr/>
              <p:nvPr/>
            </p:nvSpPr>
            <p:spPr>
              <a:xfrm>
                <a:off x="8656475" y="1529561"/>
                <a:ext cx="145728" cy="200067"/>
              </a:xfrm>
              <a:custGeom>
                <a:avLst/>
                <a:gdLst/>
                <a:ahLst/>
                <a:cxnLst/>
                <a:rect l="l" t="t" r="r" b="b"/>
                <a:pathLst>
                  <a:path w="259" h="359" extrusionOk="0">
                    <a:moveTo>
                      <a:pt x="47" y="134"/>
                    </a:moveTo>
                    <a:cubicBezTo>
                      <a:pt x="1" y="220"/>
                      <a:pt x="0" y="308"/>
                      <a:pt x="46" y="333"/>
                    </a:cubicBezTo>
                    <a:cubicBezTo>
                      <a:pt x="91" y="358"/>
                      <a:pt x="166" y="308"/>
                      <a:pt x="211" y="222"/>
                    </a:cubicBezTo>
                    <a:cubicBezTo>
                      <a:pt x="257" y="137"/>
                      <a:pt x="258" y="48"/>
                      <a:pt x="212" y="23"/>
                    </a:cubicBezTo>
                    <a:cubicBezTo>
                      <a:pt x="167" y="0"/>
                      <a:pt x="92" y="49"/>
                      <a:pt x="47" y="134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6" name="Google Shape;506;p33"/>
              <p:cNvSpPr/>
              <p:nvPr/>
            </p:nvSpPr>
            <p:spPr>
              <a:xfrm>
                <a:off x="8656475" y="1529561"/>
                <a:ext cx="140788" cy="182779"/>
              </a:xfrm>
              <a:custGeom>
                <a:avLst/>
                <a:gdLst/>
                <a:ahLst/>
                <a:cxnLst/>
                <a:rect l="l" t="t" r="r" b="b"/>
                <a:pathLst>
                  <a:path w="251" h="325" extrusionOk="0">
                    <a:moveTo>
                      <a:pt x="211" y="24"/>
                    </a:moveTo>
                    <a:cubicBezTo>
                      <a:pt x="238" y="39"/>
                      <a:pt x="250" y="76"/>
                      <a:pt x="244" y="121"/>
                    </a:cubicBezTo>
                    <a:cubicBezTo>
                      <a:pt x="240" y="118"/>
                      <a:pt x="236" y="115"/>
                      <a:pt x="231" y="112"/>
                    </a:cubicBezTo>
                    <a:cubicBezTo>
                      <a:pt x="186" y="87"/>
                      <a:pt x="111" y="137"/>
                      <a:pt x="66" y="222"/>
                    </a:cubicBezTo>
                    <a:cubicBezTo>
                      <a:pt x="47" y="258"/>
                      <a:pt x="36" y="293"/>
                      <a:pt x="32" y="324"/>
                    </a:cubicBezTo>
                    <a:cubicBezTo>
                      <a:pt x="0" y="291"/>
                      <a:pt x="4" y="212"/>
                      <a:pt x="45" y="135"/>
                    </a:cubicBezTo>
                    <a:cubicBezTo>
                      <a:pt x="91" y="49"/>
                      <a:pt x="166" y="0"/>
                      <a:pt x="211" y="24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7" name="Google Shape;507;p33"/>
              <p:cNvSpPr/>
              <p:nvPr/>
            </p:nvSpPr>
            <p:spPr>
              <a:xfrm>
                <a:off x="8404537" y="1606132"/>
                <a:ext cx="123499" cy="175368"/>
              </a:xfrm>
              <a:custGeom>
                <a:avLst/>
                <a:gdLst/>
                <a:ahLst/>
                <a:cxnLst/>
                <a:rect l="l" t="t" r="r" b="b"/>
                <a:pathLst>
                  <a:path w="221" h="313" extrusionOk="0">
                    <a:moveTo>
                      <a:pt x="45" y="121"/>
                    </a:moveTo>
                    <a:cubicBezTo>
                      <a:pt x="4" y="197"/>
                      <a:pt x="0" y="274"/>
                      <a:pt x="37" y="293"/>
                    </a:cubicBezTo>
                    <a:cubicBezTo>
                      <a:pt x="73" y="312"/>
                      <a:pt x="135" y="267"/>
                      <a:pt x="176" y="191"/>
                    </a:cubicBezTo>
                    <a:cubicBezTo>
                      <a:pt x="217" y="115"/>
                      <a:pt x="220" y="38"/>
                      <a:pt x="184" y="19"/>
                    </a:cubicBezTo>
                    <a:cubicBezTo>
                      <a:pt x="148" y="0"/>
                      <a:pt x="86" y="46"/>
                      <a:pt x="45" y="121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8" name="Google Shape;508;p33"/>
              <p:cNvSpPr/>
              <p:nvPr/>
            </p:nvSpPr>
            <p:spPr>
              <a:xfrm>
                <a:off x="8404537" y="1606132"/>
                <a:ext cx="116089" cy="167959"/>
              </a:xfrm>
              <a:custGeom>
                <a:avLst/>
                <a:gdLst/>
                <a:ahLst/>
                <a:cxnLst/>
                <a:rect l="l" t="t" r="r" b="b"/>
                <a:pathLst>
                  <a:path w="208" h="301" extrusionOk="0">
                    <a:moveTo>
                      <a:pt x="184" y="19"/>
                    </a:moveTo>
                    <a:cubicBezTo>
                      <a:pt x="197" y="26"/>
                      <a:pt x="204" y="39"/>
                      <a:pt x="207" y="56"/>
                    </a:cubicBezTo>
                    <a:cubicBezTo>
                      <a:pt x="172" y="64"/>
                      <a:pt x="129" y="104"/>
                      <a:pt x="98" y="161"/>
                    </a:cubicBezTo>
                    <a:cubicBezTo>
                      <a:pt x="71" y="211"/>
                      <a:pt x="60" y="263"/>
                      <a:pt x="67" y="297"/>
                    </a:cubicBezTo>
                    <a:cubicBezTo>
                      <a:pt x="56" y="300"/>
                      <a:pt x="45" y="299"/>
                      <a:pt x="37" y="294"/>
                    </a:cubicBezTo>
                    <a:cubicBezTo>
                      <a:pt x="0" y="275"/>
                      <a:pt x="4" y="197"/>
                      <a:pt x="45" y="122"/>
                    </a:cubicBezTo>
                    <a:cubicBezTo>
                      <a:pt x="86" y="46"/>
                      <a:pt x="148" y="0"/>
                      <a:pt x="184" y="19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9" name="Google Shape;509;p33"/>
              <p:cNvSpPr/>
              <p:nvPr/>
            </p:nvSpPr>
            <p:spPr>
              <a:xfrm>
                <a:off x="8327968" y="1771620"/>
                <a:ext cx="79039" cy="113619"/>
              </a:xfrm>
              <a:custGeom>
                <a:avLst/>
                <a:gdLst/>
                <a:ahLst/>
                <a:cxnLst/>
                <a:rect l="l" t="t" r="r" b="b"/>
                <a:pathLst>
                  <a:path w="141" h="201" extrusionOk="0">
                    <a:moveTo>
                      <a:pt x="29" y="78"/>
                    </a:moveTo>
                    <a:cubicBezTo>
                      <a:pt x="3" y="127"/>
                      <a:pt x="0" y="175"/>
                      <a:pt x="23" y="188"/>
                    </a:cubicBezTo>
                    <a:cubicBezTo>
                      <a:pt x="46" y="200"/>
                      <a:pt x="86" y="171"/>
                      <a:pt x="112" y="123"/>
                    </a:cubicBezTo>
                    <a:cubicBezTo>
                      <a:pt x="137" y="74"/>
                      <a:pt x="140" y="25"/>
                      <a:pt x="117" y="13"/>
                    </a:cubicBezTo>
                    <a:cubicBezTo>
                      <a:pt x="94" y="0"/>
                      <a:pt x="54" y="31"/>
                      <a:pt x="29" y="78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0" name="Google Shape;510;p33"/>
              <p:cNvSpPr/>
              <p:nvPr/>
            </p:nvSpPr>
            <p:spPr>
              <a:xfrm>
                <a:off x="8327968" y="1771620"/>
                <a:ext cx="69159" cy="108680"/>
              </a:xfrm>
              <a:custGeom>
                <a:avLst/>
                <a:gdLst/>
                <a:ahLst/>
                <a:cxnLst/>
                <a:rect l="l" t="t" r="r" b="b"/>
                <a:pathLst>
                  <a:path w="124" h="193" extrusionOk="0">
                    <a:moveTo>
                      <a:pt x="117" y="12"/>
                    </a:moveTo>
                    <a:cubicBezTo>
                      <a:pt x="119" y="13"/>
                      <a:pt x="121" y="15"/>
                      <a:pt x="123" y="17"/>
                    </a:cubicBezTo>
                    <a:cubicBezTo>
                      <a:pt x="106" y="29"/>
                      <a:pt x="88" y="49"/>
                      <a:pt x="73" y="74"/>
                    </a:cubicBezTo>
                    <a:cubicBezTo>
                      <a:pt x="50" y="117"/>
                      <a:pt x="46" y="161"/>
                      <a:pt x="62" y="179"/>
                    </a:cubicBezTo>
                    <a:cubicBezTo>
                      <a:pt x="48" y="189"/>
                      <a:pt x="33" y="192"/>
                      <a:pt x="23" y="187"/>
                    </a:cubicBezTo>
                    <a:cubicBezTo>
                      <a:pt x="0" y="174"/>
                      <a:pt x="3" y="126"/>
                      <a:pt x="29" y="77"/>
                    </a:cubicBezTo>
                    <a:cubicBezTo>
                      <a:pt x="54" y="30"/>
                      <a:pt x="94" y="0"/>
                      <a:pt x="117" y="12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1" name="Google Shape;511;p33"/>
              <p:cNvSpPr/>
              <p:nvPr/>
            </p:nvSpPr>
            <p:spPr>
              <a:xfrm>
                <a:off x="8179769" y="2354537"/>
                <a:ext cx="908953" cy="716294"/>
              </a:xfrm>
              <a:custGeom>
                <a:avLst/>
                <a:gdLst/>
                <a:ahLst/>
                <a:cxnLst/>
                <a:rect l="l" t="t" r="r" b="b"/>
                <a:pathLst>
                  <a:path w="1623" h="1280" extrusionOk="0">
                    <a:moveTo>
                      <a:pt x="11" y="1279"/>
                    </a:moveTo>
                    <a:cubicBezTo>
                      <a:pt x="8" y="1279"/>
                      <a:pt x="6" y="1278"/>
                      <a:pt x="4" y="1276"/>
                    </a:cubicBezTo>
                    <a:cubicBezTo>
                      <a:pt x="0" y="1272"/>
                      <a:pt x="0" y="1266"/>
                      <a:pt x="4" y="1262"/>
                    </a:cubicBezTo>
                    <a:cubicBezTo>
                      <a:pt x="145" y="1120"/>
                      <a:pt x="324" y="1117"/>
                      <a:pt x="533" y="1113"/>
                    </a:cubicBezTo>
                    <a:cubicBezTo>
                      <a:pt x="721" y="1109"/>
                      <a:pt x="936" y="1105"/>
                      <a:pt x="1171" y="997"/>
                    </a:cubicBezTo>
                    <a:cubicBezTo>
                      <a:pt x="1310" y="933"/>
                      <a:pt x="1491" y="780"/>
                      <a:pt x="1561" y="421"/>
                    </a:cubicBezTo>
                    <a:cubicBezTo>
                      <a:pt x="1603" y="205"/>
                      <a:pt x="1584" y="14"/>
                      <a:pt x="1584" y="12"/>
                    </a:cubicBezTo>
                    <a:cubicBezTo>
                      <a:pt x="1583" y="7"/>
                      <a:pt x="1586" y="2"/>
                      <a:pt x="1592" y="1"/>
                    </a:cubicBezTo>
                    <a:cubicBezTo>
                      <a:pt x="1597" y="0"/>
                      <a:pt x="1602" y="4"/>
                      <a:pt x="1603" y="10"/>
                    </a:cubicBezTo>
                    <a:cubicBezTo>
                      <a:pt x="1603" y="12"/>
                      <a:pt x="1622" y="205"/>
                      <a:pt x="1580" y="424"/>
                    </a:cubicBezTo>
                    <a:cubicBezTo>
                      <a:pt x="1524" y="715"/>
                      <a:pt x="1385" y="920"/>
                      <a:pt x="1180" y="1014"/>
                    </a:cubicBezTo>
                    <a:cubicBezTo>
                      <a:pt x="941" y="1123"/>
                      <a:pt x="724" y="1128"/>
                      <a:pt x="534" y="1131"/>
                    </a:cubicBezTo>
                    <a:cubicBezTo>
                      <a:pt x="330" y="1135"/>
                      <a:pt x="154" y="1139"/>
                      <a:pt x="18" y="1275"/>
                    </a:cubicBezTo>
                    <a:cubicBezTo>
                      <a:pt x="15" y="1278"/>
                      <a:pt x="13" y="1279"/>
                      <a:pt x="11" y="1279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2" name="Google Shape;512;p33"/>
              <p:cNvSpPr/>
              <p:nvPr/>
            </p:nvSpPr>
            <p:spPr>
              <a:xfrm>
                <a:off x="8678706" y="2537316"/>
                <a:ext cx="286519" cy="434716"/>
              </a:xfrm>
              <a:custGeom>
                <a:avLst/>
                <a:gdLst/>
                <a:ahLst/>
                <a:cxnLst/>
                <a:rect l="l" t="t" r="r" b="b"/>
                <a:pathLst>
                  <a:path w="511" h="777" extrusionOk="0">
                    <a:moveTo>
                      <a:pt x="10" y="776"/>
                    </a:moveTo>
                    <a:cubicBezTo>
                      <a:pt x="7" y="776"/>
                      <a:pt x="3" y="775"/>
                      <a:pt x="2" y="771"/>
                    </a:cubicBezTo>
                    <a:cubicBezTo>
                      <a:pt x="0" y="766"/>
                      <a:pt x="2" y="760"/>
                      <a:pt x="7" y="758"/>
                    </a:cubicBezTo>
                    <a:cubicBezTo>
                      <a:pt x="307" y="636"/>
                      <a:pt x="490" y="14"/>
                      <a:pt x="491" y="8"/>
                    </a:cubicBezTo>
                    <a:cubicBezTo>
                      <a:pt x="492" y="3"/>
                      <a:pt x="497" y="0"/>
                      <a:pt x="502" y="1"/>
                    </a:cubicBezTo>
                    <a:cubicBezTo>
                      <a:pt x="507" y="3"/>
                      <a:pt x="510" y="8"/>
                      <a:pt x="509" y="13"/>
                    </a:cubicBezTo>
                    <a:cubicBezTo>
                      <a:pt x="509" y="14"/>
                      <a:pt x="462" y="174"/>
                      <a:pt x="379" y="345"/>
                    </a:cubicBezTo>
                    <a:cubicBezTo>
                      <a:pt x="267" y="577"/>
                      <a:pt x="144" y="722"/>
                      <a:pt x="13" y="775"/>
                    </a:cubicBezTo>
                    <a:cubicBezTo>
                      <a:pt x="12" y="776"/>
                      <a:pt x="11" y="776"/>
                      <a:pt x="10" y="776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3" name="Google Shape;513;p33"/>
              <p:cNvSpPr/>
              <p:nvPr/>
            </p:nvSpPr>
            <p:spPr>
              <a:xfrm>
                <a:off x="8831845" y="2742325"/>
                <a:ext cx="335918" cy="187719"/>
              </a:xfrm>
              <a:custGeom>
                <a:avLst/>
                <a:gdLst/>
                <a:ahLst/>
                <a:cxnLst/>
                <a:rect l="l" t="t" r="r" b="b"/>
                <a:pathLst>
                  <a:path w="601" h="336" extrusionOk="0">
                    <a:moveTo>
                      <a:pt x="50" y="324"/>
                    </a:moveTo>
                    <a:cubicBezTo>
                      <a:pt x="37" y="324"/>
                      <a:pt x="23" y="323"/>
                      <a:pt x="9" y="321"/>
                    </a:cubicBezTo>
                    <a:cubicBezTo>
                      <a:pt x="4" y="320"/>
                      <a:pt x="0" y="315"/>
                      <a:pt x="0" y="310"/>
                    </a:cubicBezTo>
                    <a:cubicBezTo>
                      <a:pt x="1" y="306"/>
                      <a:pt x="6" y="302"/>
                      <a:pt x="11" y="302"/>
                    </a:cubicBezTo>
                    <a:cubicBezTo>
                      <a:pt x="274" y="335"/>
                      <a:pt x="580" y="6"/>
                      <a:pt x="582" y="4"/>
                    </a:cubicBezTo>
                    <a:cubicBezTo>
                      <a:pt x="586" y="0"/>
                      <a:pt x="592" y="0"/>
                      <a:pt x="596" y="3"/>
                    </a:cubicBezTo>
                    <a:cubicBezTo>
                      <a:pt x="600" y="6"/>
                      <a:pt x="600" y="12"/>
                      <a:pt x="597" y="16"/>
                    </a:cubicBezTo>
                    <a:cubicBezTo>
                      <a:pt x="596" y="17"/>
                      <a:pt x="518" y="102"/>
                      <a:pt x="407" y="181"/>
                    </a:cubicBezTo>
                    <a:cubicBezTo>
                      <a:pt x="315" y="248"/>
                      <a:pt x="180" y="324"/>
                      <a:pt x="50" y="324"/>
                    </a:cubicBezTo>
                  </a:path>
                </a:pathLst>
              </a:custGeom>
              <a:solidFill>
                <a:srgbClr val="851B3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4" name="Google Shape;514;p33"/>
              <p:cNvSpPr/>
              <p:nvPr/>
            </p:nvSpPr>
            <p:spPr>
              <a:xfrm>
                <a:off x="7999460" y="2275497"/>
                <a:ext cx="392728" cy="573036"/>
              </a:xfrm>
              <a:custGeom>
                <a:avLst/>
                <a:gdLst/>
                <a:ahLst/>
                <a:cxnLst/>
                <a:rect l="l" t="t" r="r" b="b"/>
                <a:pathLst>
                  <a:path w="699" h="1021" extrusionOk="0">
                    <a:moveTo>
                      <a:pt x="11" y="1020"/>
                    </a:moveTo>
                    <a:cubicBezTo>
                      <a:pt x="10" y="1020"/>
                      <a:pt x="10" y="1020"/>
                      <a:pt x="9" y="1020"/>
                    </a:cubicBezTo>
                    <a:cubicBezTo>
                      <a:pt x="4" y="1019"/>
                      <a:pt x="0" y="1015"/>
                      <a:pt x="1" y="1009"/>
                    </a:cubicBezTo>
                    <a:cubicBezTo>
                      <a:pt x="110" y="448"/>
                      <a:pt x="676" y="7"/>
                      <a:pt x="681" y="3"/>
                    </a:cubicBezTo>
                    <a:cubicBezTo>
                      <a:pt x="685" y="0"/>
                      <a:pt x="692" y="0"/>
                      <a:pt x="695" y="5"/>
                    </a:cubicBezTo>
                    <a:cubicBezTo>
                      <a:pt x="698" y="9"/>
                      <a:pt x="698" y="15"/>
                      <a:pt x="693" y="18"/>
                    </a:cubicBezTo>
                    <a:cubicBezTo>
                      <a:pt x="687" y="23"/>
                      <a:pt x="127" y="459"/>
                      <a:pt x="20" y="1013"/>
                    </a:cubicBezTo>
                    <a:cubicBezTo>
                      <a:pt x="19" y="1018"/>
                      <a:pt x="16" y="1020"/>
                      <a:pt x="11" y="102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5" name="Google Shape;515;p33"/>
              <p:cNvSpPr/>
              <p:nvPr/>
            </p:nvSpPr>
            <p:spPr>
              <a:xfrm>
                <a:off x="8122959" y="2235978"/>
                <a:ext cx="133379" cy="330978"/>
              </a:xfrm>
              <a:custGeom>
                <a:avLst/>
                <a:gdLst/>
                <a:ahLst/>
                <a:cxnLst/>
                <a:rect l="l" t="t" r="r" b="b"/>
                <a:pathLst>
                  <a:path w="239" h="591" extrusionOk="0">
                    <a:moveTo>
                      <a:pt x="10" y="590"/>
                    </a:moveTo>
                    <a:lnTo>
                      <a:pt x="9" y="590"/>
                    </a:lnTo>
                    <a:cubicBezTo>
                      <a:pt x="4" y="589"/>
                      <a:pt x="0" y="585"/>
                      <a:pt x="1" y="580"/>
                    </a:cubicBezTo>
                    <a:cubicBezTo>
                      <a:pt x="32" y="355"/>
                      <a:pt x="217" y="9"/>
                      <a:pt x="219" y="6"/>
                    </a:cubicBezTo>
                    <a:cubicBezTo>
                      <a:pt x="221" y="2"/>
                      <a:pt x="227" y="0"/>
                      <a:pt x="231" y="3"/>
                    </a:cubicBezTo>
                    <a:cubicBezTo>
                      <a:pt x="236" y="6"/>
                      <a:pt x="238" y="11"/>
                      <a:pt x="235" y="15"/>
                    </a:cubicBezTo>
                    <a:cubicBezTo>
                      <a:pt x="233" y="19"/>
                      <a:pt x="50" y="361"/>
                      <a:pt x="19" y="583"/>
                    </a:cubicBezTo>
                    <a:cubicBezTo>
                      <a:pt x="18" y="587"/>
                      <a:pt x="15" y="590"/>
                      <a:pt x="10" y="59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6" name="Google Shape;516;p33"/>
              <p:cNvSpPr/>
              <p:nvPr/>
            </p:nvSpPr>
            <p:spPr>
              <a:xfrm>
                <a:off x="8036510" y="2473096"/>
                <a:ext cx="338387" cy="254408"/>
              </a:xfrm>
              <a:custGeom>
                <a:avLst/>
                <a:gdLst/>
                <a:ahLst/>
                <a:cxnLst/>
                <a:rect l="l" t="t" r="r" b="b"/>
                <a:pathLst>
                  <a:path w="603" h="452" extrusionOk="0">
                    <a:moveTo>
                      <a:pt x="10" y="451"/>
                    </a:moveTo>
                    <a:cubicBezTo>
                      <a:pt x="5" y="451"/>
                      <a:pt x="1" y="447"/>
                      <a:pt x="0" y="443"/>
                    </a:cubicBezTo>
                    <a:cubicBezTo>
                      <a:pt x="0" y="438"/>
                      <a:pt x="4" y="433"/>
                      <a:pt x="9" y="432"/>
                    </a:cubicBezTo>
                    <a:cubicBezTo>
                      <a:pt x="184" y="418"/>
                      <a:pt x="581" y="7"/>
                      <a:pt x="585" y="4"/>
                    </a:cubicBezTo>
                    <a:cubicBezTo>
                      <a:pt x="589" y="0"/>
                      <a:pt x="594" y="1"/>
                      <a:pt x="598" y="4"/>
                    </a:cubicBezTo>
                    <a:cubicBezTo>
                      <a:pt x="602" y="7"/>
                      <a:pt x="602" y="13"/>
                      <a:pt x="599" y="17"/>
                    </a:cubicBezTo>
                    <a:cubicBezTo>
                      <a:pt x="595" y="22"/>
                      <a:pt x="194" y="436"/>
                      <a:pt x="10" y="451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7" name="Google Shape;517;p33"/>
              <p:cNvSpPr/>
              <p:nvPr/>
            </p:nvSpPr>
            <p:spPr>
              <a:xfrm>
                <a:off x="9315962" y="1806200"/>
                <a:ext cx="113619" cy="414958"/>
              </a:xfrm>
              <a:custGeom>
                <a:avLst/>
                <a:gdLst/>
                <a:ahLst/>
                <a:cxnLst/>
                <a:rect l="l" t="t" r="r" b="b"/>
                <a:pathLst>
                  <a:path w="201" h="743" extrusionOk="0">
                    <a:moveTo>
                      <a:pt x="144" y="742"/>
                    </a:moveTo>
                    <a:cubicBezTo>
                      <a:pt x="143" y="742"/>
                      <a:pt x="142" y="742"/>
                      <a:pt x="141" y="742"/>
                    </a:cubicBezTo>
                    <a:cubicBezTo>
                      <a:pt x="137" y="741"/>
                      <a:pt x="134" y="735"/>
                      <a:pt x="135" y="731"/>
                    </a:cubicBezTo>
                    <a:cubicBezTo>
                      <a:pt x="179" y="576"/>
                      <a:pt x="110" y="411"/>
                      <a:pt x="50" y="265"/>
                    </a:cubicBezTo>
                    <a:lnTo>
                      <a:pt x="41" y="245"/>
                    </a:lnTo>
                    <a:cubicBezTo>
                      <a:pt x="7" y="162"/>
                      <a:pt x="21" y="101"/>
                      <a:pt x="40" y="64"/>
                    </a:cubicBezTo>
                    <a:cubicBezTo>
                      <a:pt x="60" y="24"/>
                      <a:pt x="88" y="4"/>
                      <a:pt x="90" y="3"/>
                    </a:cubicBezTo>
                    <a:cubicBezTo>
                      <a:pt x="94" y="0"/>
                      <a:pt x="100" y="1"/>
                      <a:pt x="103" y="5"/>
                    </a:cubicBezTo>
                    <a:cubicBezTo>
                      <a:pt x="106" y="9"/>
                      <a:pt x="105" y="15"/>
                      <a:pt x="101" y="18"/>
                    </a:cubicBezTo>
                    <a:lnTo>
                      <a:pt x="101" y="18"/>
                    </a:lnTo>
                    <a:cubicBezTo>
                      <a:pt x="98" y="21"/>
                      <a:pt x="0" y="92"/>
                      <a:pt x="60" y="238"/>
                    </a:cubicBezTo>
                    <a:lnTo>
                      <a:pt x="69" y="258"/>
                    </a:lnTo>
                    <a:cubicBezTo>
                      <a:pt x="131" y="407"/>
                      <a:pt x="200" y="575"/>
                      <a:pt x="155" y="736"/>
                    </a:cubicBezTo>
                    <a:cubicBezTo>
                      <a:pt x="152" y="739"/>
                      <a:pt x="148" y="742"/>
                      <a:pt x="144" y="742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8" name="Google Shape;518;p33"/>
              <p:cNvSpPr/>
              <p:nvPr/>
            </p:nvSpPr>
            <p:spPr>
              <a:xfrm>
                <a:off x="8856545" y="1601192"/>
                <a:ext cx="365556" cy="548338"/>
              </a:xfrm>
              <a:custGeom>
                <a:avLst/>
                <a:gdLst/>
                <a:ahLst/>
                <a:cxnLst/>
                <a:rect l="l" t="t" r="r" b="b"/>
                <a:pathLst>
                  <a:path w="653" h="979" extrusionOk="0">
                    <a:moveTo>
                      <a:pt x="642" y="978"/>
                    </a:moveTo>
                    <a:cubicBezTo>
                      <a:pt x="638" y="978"/>
                      <a:pt x="634" y="974"/>
                      <a:pt x="633" y="969"/>
                    </a:cubicBezTo>
                    <a:cubicBezTo>
                      <a:pt x="632" y="963"/>
                      <a:pt x="575" y="434"/>
                      <a:pt x="5" y="18"/>
                    </a:cubicBezTo>
                    <a:cubicBezTo>
                      <a:pt x="1" y="15"/>
                      <a:pt x="0" y="10"/>
                      <a:pt x="3" y="5"/>
                    </a:cubicBezTo>
                    <a:cubicBezTo>
                      <a:pt x="6" y="1"/>
                      <a:pt x="12" y="0"/>
                      <a:pt x="16" y="3"/>
                    </a:cubicBezTo>
                    <a:cubicBezTo>
                      <a:pt x="318" y="222"/>
                      <a:pt x="475" y="473"/>
                      <a:pt x="553" y="643"/>
                    </a:cubicBezTo>
                    <a:cubicBezTo>
                      <a:pt x="638" y="829"/>
                      <a:pt x="652" y="965"/>
                      <a:pt x="652" y="966"/>
                    </a:cubicBezTo>
                    <a:cubicBezTo>
                      <a:pt x="652" y="973"/>
                      <a:pt x="648" y="977"/>
                      <a:pt x="642" y="978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9" name="Google Shape;519;p33"/>
              <p:cNvSpPr/>
              <p:nvPr/>
            </p:nvSpPr>
            <p:spPr>
              <a:xfrm>
                <a:off x="9580249" y="1900059"/>
                <a:ext cx="118560" cy="135848"/>
              </a:xfrm>
              <a:custGeom>
                <a:avLst/>
                <a:gdLst/>
                <a:ahLst/>
                <a:cxnLst/>
                <a:rect l="l" t="t" r="r" b="b"/>
                <a:pathLst>
                  <a:path w="213" h="243" extrusionOk="0">
                    <a:moveTo>
                      <a:pt x="173" y="242"/>
                    </a:moveTo>
                    <a:cubicBezTo>
                      <a:pt x="173" y="242"/>
                      <a:pt x="122" y="229"/>
                      <a:pt x="61" y="135"/>
                    </a:cubicBezTo>
                    <a:cubicBezTo>
                      <a:pt x="0" y="41"/>
                      <a:pt x="34" y="0"/>
                      <a:pt x="34" y="0"/>
                    </a:cubicBezTo>
                    <a:cubicBezTo>
                      <a:pt x="34" y="0"/>
                      <a:pt x="79" y="6"/>
                      <a:pt x="146" y="103"/>
                    </a:cubicBezTo>
                    <a:cubicBezTo>
                      <a:pt x="212" y="198"/>
                      <a:pt x="173" y="242"/>
                      <a:pt x="173" y="242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0" name="Google Shape;520;p33"/>
              <p:cNvSpPr/>
              <p:nvPr/>
            </p:nvSpPr>
            <p:spPr>
              <a:xfrm>
                <a:off x="9345601" y="1662941"/>
                <a:ext cx="79040" cy="103740"/>
              </a:xfrm>
              <a:custGeom>
                <a:avLst/>
                <a:gdLst/>
                <a:ahLst/>
                <a:cxnLst/>
                <a:rect l="l" t="t" r="r" b="b"/>
                <a:pathLst>
                  <a:path w="139" h="184" extrusionOk="0">
                    <a:moveTo>
                      <a:pt x="131" y="183"/>
                    </a:moveTo>
                    <a:cubicBezTo>
                      <a:pt x="131" y="183"/>
                      <a:pt x="89" y="157"/>
                      <a:pt x="45" y="98"/>
                    </a:cubicBezTo>
                    <a:cubicBezTo>
                      <a:pt x="0" y="39"/>
                      <a:pt x="9" y="0"/>
                      <a:pt x="9" y="0"/>
                    </a:cubicBezTo>
                    <a:cubicBezTo>
                      <a:pt x="9" y="0"/>
                      <a:pt x="66" y="13"/>
                      <a:pt x="102" y="74"/>
                    </a:cubicBezTo>
                    <a:cubicBezTo>
                      <a:pt x="138" y="134"/>
                      <a:pt x="131" y="183"/>
                      <a:pt x="131" y="183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1" name="Google Shape;521;p33"/>
              <p:cNvSpPr/>
              <p:nvPr/>
            </p:nvSpPr>
            <p:spPr>
              <a:xfrm>
                <a:off x="9135652" y="1522152"/>
                <a:ext cx="101268" cy="81509"/>
              </a:xfrm>
              <a:custGeom>
                <a:avLst/>
                <a:gdLst/>
                <a:ahLst/>
                <a:cxnLst/>
                <a:rect l="l" t="t" r="r" b="b"/>
                <a:pathLst>
                  <a:path w="182" h="146" extrusionOk="0">
                    <a:moveTo>
                      <a:pt x="181" y="135"/>
                    </a:moveTo>
                    <a:cubicBezTo>
                      <a:pt x="181" y="135"/>
                      <a:pt x="141" y="145"/>
                      <a:pt x="73" y="102"/>
                    </a:cubicBezTo>
                    <a:cubicBezTo>
                      <a:pt x="4" y="59"/>
                      <a:pt x="0" y="18"/>
                      <a:pt x="0" y="18"/>
                    </a:cubicBezTo>
                    <a:cubicBezTo>
                      <a:pt x="0" y="18"/>
                      <a:pt x="61" y="0"/>
                      <a:pt x="116" y="36"/>
                    </a:cubicBezTo>
                    <a:cubicBezTo>
                      <a:pt x="169" y="73"/>
                      <a:pt x="181" y="135"/>
                      <a:pt x="181" y="135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2" name="Google Shape;522;p33"/>
              <p:cNvSpPr/>
              <p:nvPr/>
            </p:nvSpPr>
            <p:spPr>
              <a:xfrm>
                <a:off x="8967693" y="1467813"/>
                <a:ext cx="93860" cy="64219"/>
              </a:xfrm>
              <a:custGeom>
                <a:avLst/>
                <a:gdLst/>
                <a:ahLst/>
                <a:cxnLst/>
                <a:rect l="l" t="t" r="r" b="b"/>
                <a:pathLst>
                  <a:path w="168" h="115" extrusionOk="0">
                    <a:moveTo>
                      <a:pt x="167" y="88"/>
                    </a:moveTo>
                    <a:cubicBezTo>
                      <a:pt x="167" y="88"/>
                      <a:pt x="124" y="114"/>
                      <a:pt x="65" y="82"/>
                    </a:cubicBezTo>
                    <a:cubicBezTo>
                      <a:pt x="6" y="50"/>
                      <a:pt x="0" y="17"/>
                      <a:pt x="0" y="17"/>
                    </a:cubicBezTo>
                    <a:cubicBezTo>
                      <a:pt x="0" y="17"/>
                      <a:pt x="96" y="0"/>
                      <a:pt x="167" y="88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3" name="Google Shape;523;p33"/>
              <p:cNvSpPr/>
              <p:nvPr/>
            </p:nvSpPr>
            <p:spPr>
              <a:xfrm>
                <a:off x="8034040" y="1927230"/>
                <a:ext cx="1541268" cy="1415301"/>
              </a:xfrm>
              <a:custGeom>
                <a:avLst/>
                <a:gdLst/>
                <a:ahLst/>
                <a:cxnLst/>
                <a:rect l="l" t="t" r="r" b="b"/>
                <a:pathLst>
                  <a:path w="2751" h="2528" extrusionOk="0">
                    <a:moveTo>
                      <a:pt x="2555" y="2527"/>
                    </a:moveTo>
                    <a:cubicBezTo>
                      <a:pt x="2549" y="2527"/>
                      <a:pt x="2545" y="2525"/>
                      <a:pt x="2540" y="2522"/>
                    </a:cubicBezTo>
                    <a:cubicBezTo>
                      <a:pt x="2528" y="2513"/>
                      <a:pt x="2525" y="2497"/>
                      <a:pt x="2533" y="2486"/>
                    </a:cubicBezTo>
                    <a:cubicBezTo>
                      <a:pt x="2648" y="2326"/>
                      <a:pt x="2693" y="2141"/>
                      <a:pt x="2663" y="1966"/>
                    </a:cubicBezTo>
                    <a:cubicBezTo>
                      <a:pt x="2589" y="1535"/>
                      <a:pt x="1718" y="1160"/>
                      <a:pt x="1019" y="859"/>
                    </a:cubicBezTo>
                    <a:cubicBezTo>
                      <a:pt x="465" y="619"/>
                      <a:pt x="28" y="431"/>
                      <a:pt x="6" y="247"/>
                    </a:cubicBezTo>
                    <a:cubicBezTo>
                      <a:pt x="0" y="196"/>
                      <a:pt x="25" y="149"/>
                      <a:pt x="81" y="107"/>
                    </a:cubicBezTo>
                    <a:cubicBezTo>
                      <a:pt x="192" y="24"/>
                      <a:pt x="381" y="0"/>
                      <a:pt x="646" y="35"/>
                    </a:cubicBezTo>
                    <a:cubicBezTo>
                      <a:pt x="660" y="37"/>
                      <a:pt x="671" y="50"/>
                      <a:pt x="669" y="65"/>
                    </a:cubicBezTo>
                    <a:cubicBezTo>
                      <a:pt x="667" y="79"/>
                      <a:pt x="654" y="90"/>
                      <a:pt x="638" y="88"/>
                    </a:cubicBezTo>
                    <a:cubicBezTo>
                      <a:pt x="389" y="55"/>
                      <a:pt x="212" y="76"/>
                      <a:pt x="114" y="150"/>
                    </a:cubicBezTo>
                    <a:cubicBezTo>
                      <a:pt x="74" y="180"/>
                      <a:pt x="55" y="210"/>
                      <a:pt x="59" y="241"/>
                    </a:cubicBezTo>
                    <a:cubicBezTo>
                      <a:pt x="77" y="394"/>
                      <a:pt x="545" y="596"/>
                      <a:pt x="1041" y="809"/>
                    </a:cubicBezTo>
                    <a:cubicBezTo>
                      <a:pt x="1789" y="1132"/>
                      <a:pt x="2637" y="1497"/>
                      <a:pt x="2716" y="1956"/>
                    </a:cubicBezTo>
                    <a:cubicBezTo>
                      <a:pt x="2750" y="2146"/>
                      <a:pt x="2700" y="2345"/>
                      <a:pt x="2577" y="2516"/>
                    </a:cubicBezTo>
                    <a:cubicBezTo>
                      <a:pt x="2572" y="2523"/>
                      <a:pt x="2564" y="2527"/>
                      <a:pt x="2555" y="252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4" name="Google Shape;524;p33"/>
              <p:cNvSpPr/>
              <p:nvPr/>
            </p:nvSpPr>
            <p:spPr>
              <a:xfrm>
                <a:off x="9676579" y="2754675"/>
                <a:ext cx="400137" cy="686658"/>
              </a:xfrm>
              <a:custGeom>
                <a:avLst/>
                <a:gdLst/>
                <a:ahLst/>
                <a:cxnLst/>
                <a:rect l="l" t="t" r="r" b="b"/>
                <a:pathLst>
                  <a:path w="715" h="1226" extrusionOk="0">
                    <a:moveTo>
                      <a:pt x="575" y="0"/>
                    </a:moveTo>
                    <a:cubicBezTo>
                      <a:pt x="575" y="0"/>
                      <a:pt x="54" y="370"/>
                      <a:pt x="0" y="1211"/>
                    </a:cubicBezTo>
                    <a:lnTo>
                      <a:pt x="404" y="1225"/>
                    </a:lnTo>
                    <a:lnTo>
                      <a:pt x="714" y="156"/>
                    </a:lnTo>
                    <a:lnTo>
                      <a:pt x="575" y="0"/>
                    </a:ln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5" name="Google Shape;525;p33"/>
              <p:cNvSpPr/>
              <p:nvPr/>
            </p:nvSpPr>
            <p:spPr>
              <a:xfrm>
                <a:off x="7848792" y="2638586"/>
                <a:ext cx="3467848" cy="1486930"/>
              </a:xfrm>
              <a:custGeom>
                <a:avLst/>
                <a:gdLst/>
                <a:ahLst/>
                <a:cxnLst/>
                <a:rect l="l" t="t" r="r" b="b"/>
                <a:pathLst>
                  <a:path w="6193" h="2654" extrusionOk="0">
                    <a:moveTo>
                      <a:pt x="6192" y="1377"/>
                    </a:moveTo>
                    <a:cubicBezTo>
                      <a:pt x="5856" y="1176"/>
                      <a:pt x="2930" y="80"/>
                      <a:pt x="2590" y="61"/>
                    </a:cubicBezTo>
                    <a:cubicBezTo>
                      <a:pt x="2367" y="49"/>
                      <a:pt x="2156" y="0"/>
                      <a:pt x="1941" y="35"/>
                    </a:cubicBezTo>
                    <a:cubicBezTo>
                      <a:pt x="1773" y="63"/>
                      <a:pt x="1596" y="28"/>
                      <a:pt x="1429" y="24"/>
                    </a:cubicBezTo>
                    <a:cubicBezTo>
                      <a:pt x="1299" y="21"/>
                      <a:pt x="1121" y="21"/>
                      <a:pt x="1017" y="120"/>
                    </a:cubicBezTo>
                    <a:cubicBezTo>
                      <a:pt x="875" y="255"/>
                      <a:pt x="1059" y="339"/>
                      <a:pt x="1179" y="373"/>
                    </a:cubicBezTo>
                    <a:cubicBezTo>
                      <a:pt x="1230" y="387"/>
                      <a:pt x="1840" y="543"/>
                      <a:pt x="1788" y="604"/>
                    </a:cubicBezTo>
                    <a:cubicBezTo>
                      <a:pt x="1788" y="604"/>
                      <a:pt x="1538" y="891"/>
                      <a:pt x="1245" y="934"/>
                    </a:cubicBezTo>
                    <a:cubicBezTo>
                      <a:pt x="951" y="977"/>
                      <a:pt x="697" y="910"/>
                      <a:pt x="428" y="941"/>
                    </a:cubicBezTo>
                    <a:cubicBezTo>
                      <a:pt x="160" y="972"/>
                      <a:pt x="0" y="1078"/>
                      <a:pt x="119" y="1191"/>
                    </a:cubicBezTo>
                    <a:cubicBezTo>
                      <a:pt x="119" y="1191"/>
                      <a:pt x="56" y="1250"/>
                      <a:pt x="225" y="1351"/>
                    </a:cubicBezTo>
                    <a:cubicBezTo>
                      <a:pt x="393" y="1452"/>
                      <a:pt x="1074" y="1539"/>
                      <a:pt x="1379" y="1521"/>
                    </a:cubicBezTo>
                    <a:cubicBezTo>
                      <a:pt x="1684" y="1503"/>
                      <a:pt x="2086" y="1500"/>
                      <a:pt x="2320" y="1395"/>
                    </a:cubicBezTo>
                    <a:cubicBezTo>
                      <a:pt x="2852" y="1156"/>
                      <a:pt x="3041" y="1239"/>
                      <a:pt x="3199" y="1279"/>
                    </a:cubicBezTo>
                    <a:cubicBezTo>
                      <a:pt x="3356" y="1319"/>
                      <a:pt x="5628" y="2653"/>
                      <a:pt x="5629" y="2617"/>
                    </a:cubicBezTo>
                    <a:cubicBezTo>
                      <a:pt x="5629" y="2580"/>
                      <a:pt x="6192" y="1377"/>
                      <a:pt x="6192" y="1377"/>
                    </a:cubicBezTo>
                  </a:path>
                </a:pathLst>
              </a:custGeom>
              <a:solidFill>
                <a:srgbClr val="D06B6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6" name="Google Shape;526;p33"/>
              <p:cNvSpPr/>
              <p:nvPr/>
            </p:nvSpPr>
            <p:spPr>
              <a:xfrm>
                <a:off x="7920420" y="3206683"/>
                <a:ext cx="155608" cy="125969"/>
              </a:xfrm>
              <a:custGeom>
                <a:avLst/>
                <a:gdLst/>
                <a:ahLst/>
                <a:cxnLst/>
                <a:rect l="l" t="t" r="r" b="b"/>
                <a:pathLst>
                  <a:path w="276" h="226" extrusionOk="0">
                    <a:moveTo>
                      <a:pt x="247" y="31"/>
                    </a:moveTo>
                    <a:cubicBezTo>
                      <a:pt x="247" y="31"/>
                      <a:pt x="275" y="161"/>
                      <a:pt x="231" y="225"/>
                    </a:cubicBezTo>
                    <a:cubicBezTo>
                      <a:pt x="231" y="225"/>
                      <a:pt x="0" y="188"/>
                      <a:pt x="18" y="94"/>
                    </a:cubicBezTo>
                    <a:cubicBezTo>
                      <a:pt x="37" y="0"/>
                      <a:pt x="247" y="31"/>
                      <a:pt x="247" y="31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7" name="Google Shape;527;p33"/>
              <p:cNvSpPr/>
              <p:nvPr/>
            </p:nvSpPr>
            <p:spPr>
              <a:xfrm>
                <a:off x="7908071" y="3298072"/>
                <a:ext cx="748406" cy="121028"/>
              </a:xfrm>
              <a:custGeom>
                <a:avLst/>
                <a:gdLst/>
                <a:ahLst/>
                <a:cxnLst/>
                <a:rect l="l" t="t" r="r" b="b"/>
                <a:pathLst>
                  <a:path w="1337" h="217" extrusionOk="0">
                    <a:moveTo>
                      <a:pt x="964" y="183"/>
                    </a:moveTo>
                    <a:cubicBezTo>
                      <a:pt x="297" y="183"/>
                      <a:pt x="12" y="25"/>
                      <a:pt x="8" y="23"/>
                    </a:cubicBezTo>
                    <a:cubicBezTo>
                      <a:pt x="2" y="20"/>
                      <a:pt x="0" y="13"/>
                      <a:pt x="3" y="7"/>
                    </a:cubicBezTo>
                    <a:cubicBezTo>
                      <a:pt x="6" y="1"/>
                      <a:pt x="14" y="0"/>
                      <a:pt x="19" y="2"/>
                    </a:cubicBezTo>
                    <a:cubicBezTo>
                      <a:pt x="23" y="4"/>
                      <a:pt x="405" y="216"/>
                      <a:pt x="1323" y="145"/>
                    </a:cubicBezTo>
                    <a:cubicBezTo>
                      <a:pt x="1329" y="144"/>
                      <a:pt x="1335" y="150"/>
                      <a:pt x="1335" y="157"/>
                    </a:cubicBezTo>
                    <a:cubicBezTo>
                      <a:pt x="1336" y="163"/>
                      <a:pt x="1330" y="169"/>
                      <a:pt x="1324" y="169"/>
                    </a:cubicBezTo>
                    <a:cubicBezTo>
                      <a:pt x="1194" y="180"/>
                      <a:pt x="1073" y="183"/>
                      <a:pt x="964" y="183"/>
                    </a:cubicBezTo>
                  </a:path>
                </a:pathLst>
              </a:custGeom>
              <a:solidFill>
                <a:srgbClr val="733A3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8" name="Google Shape;528;p33"/>
              <p:cNvSpPr/>
              <p:nvPr/>
            </p:nvSpPr>
            <p:spPr>
              <a:xfrm>
                <a:off x="8654006" y="2707746"/>
                <a:ext cx="34580" cy="116089"/>
              </a:xfrm>
              <a:custGeom>
                <a:avLst/>
                <a:gdLst/>
                <a:ahLst/>
                <a:cxnLst/>
                <a:rect l="l" t="t" r="r" b="b"/>
                <a:pathLst>
                  <a:path w="60" h="207" extrusionOk="0">
                    <a:moveTo>
                      <a:pt x="10" y="206"/>
                    </a:moveTo>
                    <a:cubicBezTo>
                      <a:pt x="9" y="206"/>
                      <a:pt x="7" y="206"/>
                      <a:pt x="6" y="205"/>
                    </a:cubicBezTo>
                    <a:cubicBezTo>
                      <a:pt x="2" y="203"/>
                      <a:pt x="0" y="198"/>
                      <a:pt x="3" y="194"/>
                    </a:cubicBezTo>
                    <a:cubicBezTo>
                      <a:pt x="43" y="121"/>
                      <a:pt x="17" y="11"/>
                      <a:pt x="17" y="10"/>
                    </a:cubicBezTo>
                    <a:cubicBezTo>
                      <a:pt x="16" y="7"/>
                      <a:pt x="19" y="2"/>
                      <a:pt x="23" y="1"/>
                    </a:cubicBezTo>
                    <a:cubicBezTo>
                      <a:pt x="27" y="0"/>
                      <a:pt x="32" y="3"/>
                      <a:pt x="33" y="7"/>
                    </a:cubicBezTo>
                    <a:cubicBezTo>
                      <a:pt x="34" y="11"/>
                      <a:pt x="59" y="123"/>
                      <a:pt x="16" y="202"/>
                    </a:cubicBezTo>
                    <a:cubicBezTo>
                      <a:pt x="15" y="205"/>
                      <a:pt x="13" y="206"/>
                      <a:pt x="10" y="206"/>
                    </a:cubicBezTo>
                  </a:path>
                </a:pathLst>
              </a:custGeom>
              <a:solidFill>
                <a:srgbClr val="733A3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9" name="Google Shape;529;p33"/>
              <p:cNvSpPr/>
              <p:nvPr/>
            </p:nvSpPr>
            <p:spPr>
              <a:xfrm>
                <a:off x="8266218" y="3265963"/>
                <a:ext cx="37049" cy="96329"/>
              </a:xfrm>
              <a:custGeom>
                <a:avLst/>
                <a:gdLst/>
                <a:ahLst/>
                <a:cxnLst/>
                <a:rect l="l" t="t" r="r" b="b"/>
                <a:pathLst>
                  <a:path w="68" h="173" extrusionOk="0">
                    <a:moveTo>
                      <a:pt x="9" y="171"/>
                    </a:moveTo>
                    <a:cubicBezTo>
                      <a:pt x="8" y="171"/>
                      <a:pt x="7" y="172"/>
                      <a:pt x="5" y="170"/>
                    </a:cubicBezTo>
                    <a:cubicBezTo>
                      <a:pt x="2" y="169"/>
                      <a:pt x="0" y="163"/>
                      <a:pt x="2" y="159"/>
                    </a:cubicBezTo>
                    <a:cubicBezTo>
                      <a:pt x="48" y="61"/>
                      <a:pt x="17" y="15"/>
                      <a:pt x="17" y="15"/>
                    </a:cubicBezTo>
                    <a:cubicBezTo>
                      <a:pt x="14" y="11"/>
                      <a:pt x="15" y="6"/>
                      <a:pt x="19" y="3"/>
                    </a:cubicBezTo>
                    <a:cubicBezTo>
                      <a:pt x="22" y="0"/>
                      <a:pt x="27" y="1"/>
                      <a:pt x="30" y="5"/>
                    </a:cubicBezTo>
                    <a:cubicBezTo>
                      <a:pt x="32" y="7"/>
                      <a:pt x="67" y="58"/>
                      <a:pt x="17" y="166"/>
                    </a:cubicBezTo>
                    <a:cubicBezTo>
                      <a:pt x="15" y="170"/>
                      <a:pt x="12" y="171"/>
                      <a:pt x="9" y="171"/>
                    </a:cubicBezTo>
                  </a:path>
                </a:pathLst>
              </a:custGeom>
              <a:solidFill>
                <a:srgbClr val="733A3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0" name="Google Shape;530;p33"/>
              <p:cNvSpPr/>
              <p:nvPr/>
            </p:nvSpPr>
            <p:spPr>
              <a:xfrm>
                <a:off x="8409477" y="2675635"/>
                <a:ext cx="175368" cy="145729"/>
              </a:xfrm>
              <a:custGeom>
                <a:avLst/>
                <a:gdLst/>
                <a:ahLst/>
                <a:cxnLst/>
                <a:rect l="l" t="t" r="r" b="b"/>
                <a:pathLst>
                  <a:path w="312" h="259" extrusionOk="0">
                    <a:moveTo>
                      <a:pt x="296" y="25"/>
                    </a:moveTo>
                    <a:cubicBezTo>
                      <a:pt x="287" y="0"/>
                      <a:pt x="57" y="22"/>
                      <a:pt x="29" y="128"/>
                    </a:cubicBezTo>
                    <a:cubicBezTo>
                      <a:pt x="0" y="235"/>
                      <a:pt x="256" y="249"/>
                      <a:pt x="261" y="253"/>
                    </a:cubicBezTo>
                    <a:cubicBezTo>
                      <a:pt x="266" y="258"/>
                      <a:pt x="311" y="65"/>
                      <a:pt x="296" y="25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1" name="Google Shape;531;p33"/>
              <p:cNvSpPr/>
              <p:nvPr/>
            </p:nvSpPr>
            <p:spPr>
              <a:xfrm>
                <a:off x="7922891" y="3352411"/>
                <a:ext cx="93859" cy="56809"/>
              </a:xfrm>
              <a:custGeom>
                <a:avLst/>
                <a:gdLst/>
                <a:ahLst/>
                <a:cxnLst/>
                <a:rect l="l" t="t" r="r" b="b"/>
                <a:pathLst>
                  <a:path w="167" h="102" extrusionOk="0">
                    <a:moveTo>
                      <a:pt x="0" y="4"/>
                    </a:moveTo>
                    <a:cubicBezTo>
                      <a:pt x="0" y="4"/>
                      <a:pt x="93" y="0"/>
                      <a:pt x="163" y="65"/>
                    </a:cubicBezTo>
                    <a:cubicBezTo>
                      <a:pt x="163" y="65"/>
                      <a:pt x="166" y="84"/>
                      <a:pt x="142" y="101"/>
                    </a:cubicBezTo>
                    <a:cubicBezTo>
                      <a:pt x="142" y="101"/>
                      <a:pt x="26" y="54"/>
                      <a:pt x="0" y="4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2" name="Google Shape;532;p33"/>
              <p:cNvSpPr/>
              <p:nvPr/>
            </p:nvSpPr>
            <p:spPr>
              <a:xfrm>
                <a:off x="8997333" y="3238792"/>
                <a:ext cx="56809" cy="118560"/>
              </a:xfrm>
              <a:custGeom>
                <a:avLst/>
                <a:gdLst/>
                <a:ahLst/>
                <a:cxnLst/>
                <a:rect l="l" t="t" r="r" b="b"/>
                <a:pathLst>
                  <a:path w="101" h="213" extrusionOk="0">
                    <a:moveTo>
                      <a:pt x="60" y="212"/>
                    </a:moveTo>
                    <a:cubicBezTo>
                      <a:pt x="59" y="212"/>
                      <a:pt x="58" y="212"/>
                      <a:pt x="57" y="212"/>
                    </a:cubicBezTo>
                    <a:cubicBezTo>
                      <a:pt x="53" y="210"/>
                      <a:pt x="50" y="206"/>
                      <a:pt x="52" y="202"/>
                    </a:cubicBezTo>
                    <a:cubicBezTo>
                      <a:pt x="81" y="121"/>
                      <a:pt x="3" y="15"/>
                      <a:pt x="3" y="14"/>
                    </a:cubicBezTo>
                    <a:cubicBezTo>
                      <a:pt x="0" y="10"/>
                      <a:pt x="1" y="5"/>
                      <a:pt x="4" y="3"/>
                    </a:cubicBezTo>
                    <a:cubicBezTo>
                      <a:pt x="8" y="0"/>
                      <a:pt x="13" y="1"/>
                      <a:pt x="16" y="4"/>
                    </a:cubicBezTo>
                    <a:cubicBezTo>
                      <a:pt x="20" y="9"/>
                      <a:pt x="100" y="119"/>
                      <a:pt x="68" y="207"/>
                    </a:cubicBezTo>
                    <a:cubicBezTo>
                      <a:pt x="65" y="209"/>
                      <a:pt x="63" y="212"/>
                      <a:pt x="60" y="212"/>
                    </a:cubicBezTo>
                  </a:path>
                </a:pathLst>
              </a:custGeom>
              <a:solidFill>
                <a:srgbClr val="733A3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3" name="Google Shape;533;p33"/>
              <p:cNvSpPr/>
              <p:nvPr/>
            </p:nvSpPr>
            <p:spPr>
              <a:xfrm>
                <a:off x="8826905" y="3041193"/>
                <a:ext cx="2316856" cy="1084321"/>
              </a:xfrm>
              <a:custGeom>
                <a:avLst/>
                <a:gdLst/>
                <a:ahLst/>
                <a:cxnLst/>
                <a:rect l="l" t="t" r="r" b="b"/>
                <a:pathLst>
                  <a:path w="4138" h="1935" extrusionOk="0">
                    <a:moveTo>
                      <a:pt x="4137" y="1321"/>
                    </a:moveTo>
                    <a:cubicBezTo>
                      <a:pt x="4024" y="1572"/>
                      <a:pt x="3881" y="1883"/>
                      <a:pt x="3881" y="1898"/>
                    </a:cubicBezTo>
                    <a:cubicBezTo>
                      <a:pt x="3880" y="1934"/>
                      <a:pt x="1609" y="600"/>
                      <a:pt x="1451" y="560"/>
                    </a:cubicBezTo>
                    <a:cubicBezTo>
                      <a:pt x="1293" y="520"/>
                      <a:pt x="1104" y="437"/>
                      <a:pt x="572" y="676"/>
                    </a:cubicBezTo>
                    <a:cubicBezTo>
                      <a:pt x="426" y="741"/>
                      <a:pt x="213" y="768"/>
                      <a:pt x="0" y="782"/>
                    </a:cubicBezTo>
                    <a:cubicBezTo>
                      <a:pt x="228" y="733"/>
                      <a:pt x="510" y="644"/>
                      <a:pt x="746" y="487"/>
                    </a:cubicBezTo>
                    <a:cubicBezTo>
                      <a:pt x="1233" y="161"/>
                      <a:pt x="1470" y="474"/>
                      <a:pt x="1552" y="365"/>
                    </a:cubicBezTo>
                    <a:cubicBezTo>
                      <a:pt x="1634" y="258"/>
                      <a:pt x="1612" y="0"/>
                      <a:pt x="1612" y="0"/>
                    </a:cubicBezTo>
                    <a:cubicBezTo>
                      <a:pt x="1612" y="0"/>
                      <a:pt x="1693" y="232"/>
                      <a:pt x="1662" y="439"/>
                    </a:cubicBezTo>
                    <a:cubicBezTo>
                      <a:pt x="1637" y="614"/>
                      <a:pt x="3807" y="1248"/>
                      <a:pt x="4137" y="1321"/>
                    </a:cubicBezTo>
                  </a:path>
                </a:pathLst>
              </a:custGeom>
              <a:solidFill>
                <a:srgbClr val="733A3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4" name="Google Shape;534;p33"/>
              <p:cNvSpPr/>
              <p:nvPr/>
            </p:nvSpPr>
            <p:spPr>
              <a:xfrm>
                <a:off x="9661759" y="2843594"/>
                <a:ext cx="412487" cy="600206"/>
              </a:xfrm>
              <a:custGeom>
                <a:avLst/>
                <a:gdLst/>
                <a:ahLst/>
                <a:cxnLst/>
                <a:rect l="l" t="t" r="r" b="b"/>
                <a:pathLst>
                  <a:path w="738" h="1070" extrusionOk="0">
                    <a:moveTo>
                      <a:pt x="360" y="0"/>
                    </a:moveTo>
                    <a:lnTo>
                      <a:pt x="0" y="953"/>
                    </a:lnTo>
                    <a:lnTo>
                      <a:pt x="246" y="1069"/>
                    </a:lnTo>
                    <a:lnTo>
                      <a:pt x="737" y="108"/>
                    </a:lnTo>
                    <a:lnTo>
                      <a:pt x="360" y="0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5" name="Google Shape;535;p33"/>
              <p:cNvSpPr/>
              <p:nvPr/>
            </p:nvSpPr>
            <p:spPr>
              <a:xfrm>
                <a:off x="8841725" y="2954744"/>
                <a:ext cx="158079" cy="34580"/>
              </a:xfrm>
              <a:custGeom>
                <a:avLst/>
                <a:gdLst/>
                <a:ahLst/>
                <a:cxnLst/>
                <a:rect l="l" t="t" r="r" b="b"/>
                <a:pathLst>
                  <a:path w="281" h="60" extrusionOk="0">
                    <a:moveTo>
                      <a:pt x="62" y="59"/>
                    </a:moveTo>
                    <a:cubicBezTo>
                      <a:pt x="24" y="59"/>
                      <a:pt x="11" y="52"/>
                      <a:pt x="8" y="52"/>
                    </a:cubicBezTo>
                    <a:cubicBezTo>
                      <a:pt x="2" y="49"/>
                      <a:pt x="0" y="40"/>
                      <a:pt x="3" y="35"/>
                    </a:cubicBezTo>
                    <a:cubicBezTo>
                      <a:pt x="6" y="29"/>
                      <a:pt x="14" y="28"/>
                      <a:pt x="20" y="31"/>
                    </a:cubicBezTo>
                    <a:cubicBezTo>
                      <a:pt x="21" y="31"/>
                      <a:pt x="72" y="52"/>
                      <a:pt x="263" y="2"/>
                    </a:cubicBezTo>
                    <a:cubicBezTo>
                      <a:pt x="270" y="0"/>
                      <a:pt x="277" y="4"/>
                      <a:pt x="278" y="11"/>
                    </a:cubicBezTo>
                    <a:cubicBezTo>
                      <a:pt x="280" y="17"/>
                      <a:pt x="276" y="24"/>
                      <a:pt x="269" y="25"/>
                    </a:cubicBezTo>
                    <a:cubicBezTo>
                      <a:pt x="166" y="52"/>
                      <a:pt x="101" y="59"/>
                      <a:pt x="62" y="59"/>
                    </a:cubicBezTo>
                  </a:path>
                </a:pathLst>
              </a:custGeom>
              <a:solidFill>
                <a:srgbClr val="733A3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6" name="Google Shape;536;p33"/>
              <p:cNvSpPr/>
              <p:nvPr/>
            </p:nvSpPr>
            <p:spPr>
              <a:xfrm>
                <a:off x="9676579" y="2754675"/>
                <a:ext cx="1921643" cy="1531387"/>
              </a:xfrm>
              <a:custGeom>
                <a:avLst/>
                <a:gdLst/>
                <a:ahLst/>
                <a:cxnLst/>
                <a:rect l="l" t="t" r="r" b="b"/>
                <a:pathLst>
                  <a:path w="3431" h="2736" extrusionOk="0">
                    <a:moveTo>
                      <a:pt x="575" y="0"/>
                    </a:moveTo>
                    <a:cubicBezTo>
                      <a:pt x="575" y="0"/>
                      <a:pt x="434" y="971"/>
                      <a:pt x="0" y="1211"/>
                    </a:cubicBezTo>
                    <a:cubicBezTo>
                      <a:pt x="0" y="1211"/>
                      <a:pt x="2133" y="2577"/>
                      <a:pt x="2438" y="2735"/>
                    </a:cubicBezTo>
                    <a:lnTo>
                      <a:pt x="3430" y="798"/>
                    </a:lnTo>
                    <a:cubicBezTo>
                      <a:pt x="3429" y="798"/>
                      <a:pt x="1653" y="281"/>
                      <a:pt x="575" y="0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7" name="Google Shape;537;p33"/>
              <p:cNvSpPr/>
              <p:nvPr/>
            </p:nvSpPr>
            <p:spPr>
              <a:xfrm>
                <a:off x="9676579" y="3320302"/>
                <a:ext cx="1704290" cy="968237"/>
              </a:xfrm>
              <a:custGeom>
                <a:avLst/>
                <a:gdLst/>
                <a:ahLst/>
                <a:cxnLst/>
                <a:rect l="l" t="t" r="r" b="b"/>
                <a:pathLst>
                  <a:path w="3044" h="1728" extrusionOk="0">
                    <a:moveTo>
                      <a:pt x="3043" y="544"/>
                    </a:moveTo>
                    <a:lnTo>
                      <a:pt x="2438" y="1727"/>
                    </a:lnTo>
                    <a:cubicBezTo>
                      <a:pt x="2134" y="1569"/>
                      <a:pt x="0" y="203"/>
                      <a:pt x="0" y="203"/>
                    </a:cubicBezTo>
                    <a:cubicBezTo>
                      <a:pt x="83" y="158"/>
                      <a:pt x="155" y="85"/>
                      <a:pt x="218" y="0"/>
                    </a:cubicBezTo>
                    <a:cubicBezTo>
                      <a:pt x="389" y="129"/>
                      <a:pt x="884" y="443"/>
                      <a:pt x="1812" y="573"/>
                    </a:cubicBezTo>
                    <a:cubicBezTo>
                      <a:pt x="2458" y="663"/>
                      <a:pt x="2835" y="610"/>
                      <a:pt x="3043" y="544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8" name="Google Shape;538;p33"/>
              <p:cNvSpPr/>
              <p:nvPr/>
            </p:nvSpPr>
            <p:spPr>
              <a:xfrm>
                <a:off x="7658602" y="2851005"/>
                <a:ext cx="1822847" cy="738525"/>
              </a:xfrm>
              <a:custGeom>
                <a:avLst/>
                <a:gdLst/>
                <a:ahLst/>
                <a:cxnLst/>
                <a:rect l="l" t="t" r="r" b="b"/>
                <a:pathLst>
                  <a:path w="3256" h="1319" extrusionOk="0">
                    <a:moveTo>
                      <a:pt x="2253" y="1318"/>
                    </a:moveTo>
                    <a:cubicBezTo>
                      <a:pt x="1947" y="1318"/>
                      <a:pt x="1623" y="1233"/>
                      <a:pt x="1287" y="1065"/>
                    </a:cubicBezTo>
                    <a:cubicBezTo>
                      <a:pt x="861" y="853"/>
                      <a:pt x="431" y="511"/>
                      <a:pt x="10" y="49"/>
                    </a:cubicBezTo>
                    <a:cubicBezTo>
                      <a:pt x="0" y="37"/>
                      <a:pt x="0" y="21"/>
                      <a:pt x="12" y="11"/>
                    </a:cubicBezTo>
                    <a:cubicBezTo>
                      <a:pt x="23" y="0"/>
                      <a:pt x="40" y="1"/>
                      <a:pt x="50" y="13"/>
                    </a:cubicBezTo>
                    <a:cubicBezTo>
                      <a:pt x="466" y="470"/>
                      <a:pt x="891" y="808"/>
                      <a:pt x="1311" y="1018"/>
                    </a:cubicBezTo>
                    <a:cubicBezTo>
                      <a:pt x="1673" y="1199"/>
                      <a:pt x="2021" y="1280"/>
                      <a:pt x="2346" y="1261"/>
                    </a:cubicBezTo>
                    <a:cubicBezTo>
                      <a:pt x="2713" y="1239"/>
                      <a:pt x="3024" y="1084"/>
                      <a:pt x="3202" y="836"/>
                    </a:cubicBezTo>
                    <a:cubicBezTo>
                      <a:pt x="3211" y="823"/>
                      <a:pt x="3227" y="820"/>
                      <a:pt x="3239" y="829"/>
                    </a:cubicBezTo>
                    <a:cubicBezTo>
                      <a:pt x="3250" y="838"/>
                      <a:pt x="3255" y="855"/>
                      <a:pt x="3246" y="865"/>
                    </a:cubicBezTo>
                    <a:cubicBezTo>
                      <a:pt x="3058" y="1128"/>
                      <a:pt x="2732" y="1292"/>
                      <a:pt x="2350" y="1314"/>
                    </a:cubicBezTo>
                    <a:cubicBezTo>
                      <a:pt x="2317" y="1317"/>
                      <a:pt x="2285" y="1318"/>
                      <a:pt x="2253" y="131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9" name="Google Shape;539;p33"/>
              <p:cNvSpPr/>
              <p:nvPr/>
            </p:nvSpPr>
            <p:spPr>
              <a:xfrm>
                <a:off x="7621553" y="2813954"/>
                <a:ext cx="113619" cy="111149"/>
              </a:xfrm>
              <a:custGeom>
                <a:avLst/>
                <a:gdLst/>
                <a:ahLst/>
                <a:cxnLst/>
                <a:rect l="l" t="t" r="r" b="b"/>
                <a:pathLst>
                  <a:path w="204" h="197" extrusionOk="0">
                    <a:moveTo>
                      <a:pt x="134" y="134"/>
                    </a:moveTo>
                    <a:lnTo>
                      <a:pt x="65" y="196"/>
                    </a:lnTo>
                    <a:lnTo>
                      <a:pt x="0" y="124"/>
                    </a:lnTo>
                    <a:lnTo>
                      <a:pt x="138" y="0"/>
                    </a:lnTo>
                    <a:lnTo>
                      <a:pt x="203" y="72"/>
                    </a:lnTo>
                    <a:lnTo>
                      <a:pt x="134" y="134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0" name="Google Shape;540;p33"/>
              <p:cNvSpPr/>
              <p:nvPr/>
            </p:nvSpPr>
            <p:spPr>
              <a:xfrm>
                <a:off x="7339975" y="2515087"/>
                <a:ext cx="412486" cy="412486"/>
              </a:xfrm>
              <a:custGeom>
                <a:avLst/>
                <a:gdLst/>
                <a:ahLst/>
                <a:cxnLst/>
                <a:rect l="l" t="t" r="r" b="b"/>
                <a:pathLst>
                  <a:path w="737" h="737" extrusionOk="0">
                    <a:moveTo>
                      <a:pt x="474" y="22"/>
                    </a:moveTo>
                    <a:cubicBezTo>
                      <a:pt x="537" y="41"/>
                      <a:pt x="587" y="72"/>
                      <a:pt x="633" y="121"/>
                    </a:cubicBezTo>
                    <a:cubicBezTo>
                      <a:pt x="678" y="170"/>
                      <a:pt x="706" y="221"/>
                      <a:pt x="721" y="286"/>
                    </a:cubicBezTo>
                    <a:cubicBezTo>
                      <a:pt x="736" y="351"/>
                      <a:pt x="733" y="409"/>
                      <a:pt x="714" y="473"/>
                    </a:cubicBezTo>
                    <a:cubicBezTo>
                      <a:pt x="694" y="536"/>
                      <a:pt x="663" y="586"/>
                      <a:pt x="615" y="632"/>
                    </a:cubicBezTo>
                    <a:cubicBezTo>
                      <a:pt x="566" y="677"/>
                      <a:pt x="515" y="706"/>
                      <a:pt x="450" y="721"/>
                    </a:cubicBezTo>
                    <a:cubicBezTo>
                      <a:pt x="385" y="736"/>
                      <a:pt x="326" y="733"/>
                      <a:pt x="263" y="714"/>
                    </a:cubicBezTo>
                    <a:cubicBezTo>
                      <a:pt x="199" y="694"/>
                      <a:pt x="149" y="664"/>
                      <a:pt x="104" y="615"/>
                    </a:cubicBezTo>
                    <a:cubicBezTo>
                      <a:pt x="58" y="566"/>
                      <a:pt x="31" y="515"/>
                      <a:pt x="15" y="450"/>
                    </a:cubicBezTo>
                    <a:cubicBezTo>
                      <a:pt x="0" y="385"/>
                      <a:pt x="2" y="326"/>
                      <a:pt x="22" y="263"/>
                    </a:cubicBezTo>
                    <a:cubicBezTo>
                      <a:pt x="41" y="199"/>
                      <a:pt x="72" y="149"/>
                      <a:pt x="121" y="104"/>
                    </a:cubicBezTo>
                    <a:cubicBezTo>
                      <a:pt x="170" y="58"/>
                      <a:pt x="221" y="30"/>
                      <a:pt x="286" y="15"/>
                    </a:cubicBezTo>
                    <a:cubicBezTo>
                      <a:pt x="351" y="0"/>
                      <a:pt x="410" y="2"/>
                      <a:pt x="474" y="22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1" name="Google Shape;541;p33"/>
              <p:cNvSpPr/>
              <p:nvPr/>
            </p:nvSpPr>
            <p:spPr>
              <a:xfrm>
                <a:off x="7374555" y="2547196"/>
                <a:ext cx="345798" cy="345798"/>
              </a:xfrm>
              <a:custGeom>
                <a:avLst/>
                <a:gdLst/>
                <a:ahLst/>
                <a:cxnLst/>
                <a:rect l="l" t="t" r="r" b="b"/>
                <a:pathLst>
                  <a:path w="619" h="619" extrusionOk="0">
                    <a:moveTo>
                      <a:pt x="516" y="125"/>
                    </a:moveTo>
                    <a:cubicBezTo>
                      <a:pt x="618" y="239"/>
                      <a:pt x="608" y="415"/>
                      <a:pt x="494" y="517"/>
                    </a:cubicBezTo>
                    <a:cubicBezTo>
                      <a:pt x="379" y="618"/>
                      <a:pt x="204" y="610"/>
                      <a:pt x="102" y="496"/>
                    </a:cubicBezTo>
                    <a:cubicBezTo>
                      <a:pt x="0" y="381"/>
                      <a:pt x="9" y="205"/>
                      <a:pt x="124" y="103"/>
                    </a:cubicBezTo>
                    <a:cubicBezTo>
                      <a:pt x="238" y="0"/>
                      <a:pt x="413" y="11"/>
                      <a:pt x="516" y="125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2" name="Google Shape;542;p33"/>
              <p:cNvSpPr/>
              <p:nvPr/>
            </p:nvSpPr>
            <p:spPr>
              <a:xfrm>
                <a:off x="7527694" y="2697866"/>
                <a:ext cx="39520" cy="39520"/>
              </a:xfrm>
              <a:custGeom>
                <a:avLst/>
                <a:gdLst/>
                <a:ahLst/>
                <a:cxnLst/>
                <a:rect l="l" t="t" r="r" b="b"/>
                <a:pathLst>
                  <a:path w="72" h="72" extrusionOk="0">
                    <a:moveTo>
                      <a:pt x="59" y="15"/>
                    </a:moveTo>
                    <a:cubicBezTo>
                      <a:pt x="71" y="28"/>
                      <a:pt x="70" y="48"/>
                      <a:pt x="56" y="60"/>
                    </a:cubicBezTo>
                    <a:cubicBezTo>
                      <a:pt x="43" y="71"/>
                      <a:pt x="23" y="70"/>
                      <a:pt x="12" y="57"/>
                    </a:cubicBezTo>
                    <a:cubicBezTo>
                      <a:pt x="0" y="44"/>
                      <a:pt x="0" y="23"/>
                      <a:pt x="14" y="12"/>
                    </a:cubicBezTo>
                    <a:cubicBezTo>
                      <a:pt x="27" y="0"/>
                      <a:pt x="48" y="2"/>
                      <a:pt x="59" y="15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3" name="Google Shape;543;p33"/>
              <p:cNvSpPr/>
              <p:nvPr/>
            </p:nvSpPr>
            <p:spPr>
              <a:xfrm>
                <a:off x="7468414" y="2631175"/>
                <a:ext cx="83979" cy="91389"/>
              </a:xfrm>
              <a:custGeom>
                <a:avLst/>
                <a:gdLst/>
                <a:ahLst/>
                <a:cxnLst/>
                <a:rect l="l" t="t" r="r" b="b"/>
                <a:pathLst>
                  <a:path w="151" h="165" extrusionOk="0">
                    <a:moveTo>
                      <a:pt x="0" y="0"/>
                    </a:moveTo>
                    <a:lnTo>
                      <a:pt x="121" y="164"/>
                    </a:lnTo>
                    <a:lnTo>
                      <a:pt x="150" y="139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4" name="Google Shape;544;p33"/>
              <p:cNvSpPr/>
              <p:nvPr/>
            </p:nvSpPr>
            <p:spPr>
              <a:xfrm>
                <a:off x="7438774" y="2791725"/>
                <a:ext cx="22229" cy="22229"/>
              </a:xfrm>
              <a:custGeom>
                <a:avLst/>
                <a:gdLst/>
                <a:ahLst/>
                <a:cxnLst/>
                <a:rect l="l" t="t" r="r" b="b"/>
                <a:pathLst>
                  <a:path w="41" h="38" extrusionOk="0">
                    <a:moveTo>
                      <a:pt x="24" y="23"/>
                    </a:moveTo>
                    <a:lnTo>
                      <a:pt x="8" y="37"/>
                    </a:lnTo>
                    <a:lnTo>
                      <a:pt x="0" y="29"/>
                    </a:lnTo>
                    <a:lnTo>
                      <a:pt x="32" y="0"/>
                    </a:lnTo>
                    <a:lnTo>
                      <a:pt x="40" y="9"/>
                    </a:lnTo>
                    <a:lnTo>
                      <a:pt x="24" y="23"/>
                    </a:ln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5" name="Google Shape;545;p33"/>
              <p:cNvSpPr/>
              <p:nvPr/>
            </p:nvSpPr>
            <p:spPr>
              <a:xfrm>
                <a:off x="7414074" y="2762085"/>
                <a:ext cx="24700" cy="17289"/>
              </a:xfrm>
              <a:custGeom>
                <a:avLst/>
                <a:gdLst/>
                <a:ahLst/>
                <a:cxnLst/>
                <a:rect l="l" t="t" r="r" b="b"/>
                <a:pathLst>
                  <a:path w="45" h="29" extrusionOk="0">
                    <a:moveTo>
                      <a:pt x="25" y="19"/>
                    </a:moveTo>
                    <a:lnTo>
                      <a:pt x="5" y="28"/>
                    </a:lnTo>
                    <a:lnTo>
                      <a:pt x="0" y="18"/>
                    </a:lnTo>
                    <a:lnTo>
                      <a:pt x="40" y="0"/>
                    </a:lnTo>
                    <a:lnTo>
                      <a:pt x="44" y="11"/>
                    </a:lnTo>
                    <a:lnTo>
                      <a:pt x="25" y="19"/>
                    </a:ln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6" name="Google Shape;546;p33"/>
              <p:cNvSpPr/>
              <p:nvPr/>
            </p:nvSpPr>
            <p:spPr>
              <a:xfrm>
                <a:off x="7404195" y="2727506"/>
                <a:ext cx="24700" cy="9880"/>
              </a:xfrm>
              <a:custGeom>
                <a:avLst/>
                <a:gdLst/>
                <a:ahLst/>
                <a:cxnLst/>
                <a:rect l="l" t="t" r="r" b="b"/>
                <a:pathLst>
                  <a:path w="45" h="18" extrusionOk="0">
                    <a:moveTo>
                      <a:pt x="23" y="14"/>
                    </a:moveTo>
                    <a:lnTo>
                      <a:pt x="2" y="17"/>
                    </a:lnTo>
                    <a:lnTo>
                      <a:pt x="0" y="5"/>
                    </a:lnTo>
                    <a:lnTo>
                      <a:pt x="43" y="0"/>
                    </a:lnTo>
                    <a:lnTo>
                      <a:pt x="44" y="11"/>
                    </a:lnTo>
                    <a:lnTo>
                      <a:pt x="23" y="14"/>
                    </a:ln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7" name="Google Shape;547;p33"/>
              <p:cNvSpPr/>
              <p:nvPr/>
            </p:nvSpPr>
            <p:spPr>
              <a:xfrm>
                <a:off x="7404195" y="2687986"/>
                <a:ext cx="24700" cy="12349"/>
              </a:xfrm>
              <a:custGeom>
                <a:avLst/>
                <a:gdLst/>
                <a:ahLst/>
                <a:cxnLst/>
                <a:rect l="l" t="t" r="r" b="b"/>
                <a:pathLst>
                  <a:path w="45" h="20" extrusionOk="0">
                    <a:moveTo>
                      <a:pt x="43" y="13"/>
                    </a:moveTo>
                    <a:lnTo>
                      <a:pt x="42" y="19"/>
                    </a:lnTo>
                    <a:lnTo>
                      <a:pt x="0" y="11"/>
                    </a:lnTo>
                    <a:lnTo>
                      <a:pt x="2" y="0"/>
                    </a:lnTo>
                    <a:lnTo>
                      <a:pt x="44" y="8"/>
                    </a:lnTo>
                    <a:lnTo>
                      <a:pt x="43" y="13"/>
                    </a:ln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8" name="Google Shape;548;p33"/>
              <p:cNvSpPr/>
              <p:nvPr/>
            </p:nvSpPr>
            <p:spPr>
              <a:xfrm>
                <a:off x="7416544" y="2648466"/>
                <a:ext cx="24700" cy="17289"/>
              </a:xfrm>
              <a:custGeom>
                <a:avLst/>
                <a:gdLst/>
                <a:ahLst/>
                <a:cxnLst/>
                <a:rect l="l" t="t" r="r" b="b"/>
                <a:pathLst>
                  <a:path w="44" h="31" extrusionOk="0">
                    <a:moveTo>
                      <a:pt x="40" y="25"/>
                    </a:moveTo>
                    <a:lnTo>
                      <a:pt x="38" y="30"/>
                    </a:lnTo>
                    <a:lnTo>
                      <a:pt x="0" y="10"/>
                    </a:lnTo>
                    <a:lnTo>
                      <a:pt x="5" y="0"/>
                    </a:lnTo>
                    <a:lnTo>
                      <a:pt x="43" y="19"/>
                    </a:lnTo>
                    <a:lnTo>
                      <a:pt x="40" y="25"/>
                    </a:ln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9" name="Google Shape;549;p33"/>
              <p:cNvSpPr/>
              <p:nvPr/>
            </p:nvSpPr>
            <p:spPr>
              <a:xfrm>
                <a:off x="7441244" y="2613886"/>
                <a:ext cx="22229" cy="22229"/>
              </a:xfrm>
              <a:custGeom>
                <a:avLst/>
                <a:gdLst/>
                <a:ahLst/>
                <a:cxnLst/>
                <a:rect l="l" t="t" r="r" b="b"/>
                <a:pathLst>
                  <a:path w="39" h="39" extrusionOk="0">
                    <a:moveTo>
                      <a:pt x="34" y="34"/>
                    </a:moveTo>
                    <a:lnTo>
                      <a:pt x="30" y="38"/>
                    </a:lnTo>
                    <a:lnTo>
                      <a:pt x="0" y="8"/>
                    </a:lnTo>
                    <a:lnTo>
                      <a:pt x="8" y="0"/>
                    </a:lnTo>
                    <a:lnTo>
                      <a:pt x="38" y="30"/>
                    </a:lnTo>
                    <a:lnTo>
                      <a:pt x="34" y="34"/>
                    </a:ln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0" name="Google Shape;550;p33"/>
              <p:cNvSpPr/>
              <p:nvPr/>
            </p:nvSpPr>
            <p:spPr>
              <a:xfrm>
                <a:off x="7473354" y="2589186"/>
                <a:ext cx="17289" cy="24700"/>
              </a:xfrm>
              <a:custGeom>
                <a:avLst/>
                <a:gdLst/>
                <a:ahLst/>
                <a:cxnLst/>
                <a:rect l="l" t="t" r="r" b="b"/>
                <a:pathLst>
                  <a:path w="31" h="45" extrusionOk="0">
                    <a:moveTo>
                      <a:pt x="25" y="41"/>
                    </a:moveTo>
                    <a:lnTo>
                      <a:pt x="20" y="44"/>
                    </a:lnTo>
                    <a:lnTo>
                      <a:pt x="0" y="6"/>
                    </a:lnTo>
                    <a:lnTo>
                      <a:pt x="10" y="0"/>
                    </a:lnTo>
                    <a:lnTo>
                      <a:pt x="30" y="38"/>
                    </a:lnTo>
                    <a:lnTo>
                      <a:pt x="25" y="41"/>
                    </a:ln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1" name="Google Shape;551;p33"/>
              <p:cNvSpPr/>
              <p:nvPr/>
            </p:nvSpPr>
            <p:spPr>
              <a:xfrm>
                <a:off x="7515343" y="2576836"/>
                <a:ext cx="12349" cy="24700"/>
              </a:xfrm>
              <a:custGeom>
                <a:avLst/>
                <a:gdLst/>
                <a:ahLst/>
                <a:cxnLst/>
                <a:rect l="l" t="t" r="r" b="b"/>
                <a:pathLst>
                  <a:path w="20" h="45" extrusionOk="0">
                    <a:moveTo>
                      <a:pt x="13" y="43"/>
                    </a:moveTo>
                    <a:lnTo>
                      <a:pt x="8" y="44"/>
                    </a:lnTo>
                    <a:lnTo>
                      <a:pt x="0" y="2"/>
                    </a:lnTo>
                    <a:lnTo>
                      <a:pt x="11" y="0"/>
                    </a:lnTo>
                    <a:lnTo>
                      <a:pt x="19" y="42"/>
                    </a:lnTo>
                    <a:lnTo>
                      <a:pt x="13" y="43"/>
                    </a:ln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2" name="Google Shape;552;p33"/>
              <p:cNvSpPr/>
              <p:nvPr/>
            </p:nvSpPr>
            <p:spPr>
              <a:xfrm>
                <a:off x="7554863" y="2574366"/>
                <a:ext cx="9880" cy="24700"/>
              </a:xfrm>
              <a:custGeom>
                <a:avLst/>
                <a:gdLst/>
                <a:ahLst/>
                <a:cxnLst/>
                <a:rect l="l" t="t" r="r" b="b"/>
                <a:pathLst>
                  <a:path w="18" h="45" extrusionOk="0">
                    <a:moveTo>
                      <a:pt x="14" y="23"/>
                    </a:moveTo>
                    <a:lnTo>
                      <a:pt x="12" y="44"/>
                    </a:lnTo>
                    <a:lnTo>
                      <a:pt x="0" y="42"/>
                    </a:lnTo>
                    <a:lnTo>
                      <a:pt x="6" y="0"/>
                    </a:lnTo>
                    <a:lnTo>
                      <a:pt x="17" y="1"/>
                    </a:lnTo>
                    <a:lnTo>
                      <a:pt x="14" y="23"/>
                    </a:ln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3" name="Google Shape;553;p33"/>
              <p:cNvSpPr/>
              <p:nvPr/>
            </p:nvSpPr>
            <p:spPr>
              <a:xfrm>
                <a:off x="7589443" y="2584246"/>
                <a:ext cx="17289" cy="24700"/>
              </a:xfrm>
              <a:custGeom>
                <a:avLst/>
                <a:gdLst/>
                <a:ahLst/>
                <a:cxnLst/>
                <a:rect l="l" t="t" r="r" b="b"/>
                <a:pathLst>
                  <a:path w="29" h="45" extrusionOk="0">
                    <a:moveTo>
                      <a:pt x="19" y="25"/>
                    </a:moveTo>
                    <a:lnTo>
                      <a:pt x="10" y="44"/>
                    </a:lnTo>
                    <a:lnTo>
                      <a:pt x="0" y="40"/>
                    </a:lnTo>
                    <a:lnTo>
                      <a:pt x="18" y="0"/>
                    </a:lnTo>
                    <a:lnTo>
                      <a:pt x="28" y="5"/>
                    </a:lnTo>
                    <a:lnTo>
                      <a:pt x="19" y="25"/>
                    </a:ln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4" name="Google Shape;554;p33"/>
              <p:cNvSpPr/>
              <p:nvPr/>
            </p:nvSpPr>
            <p:spPr>
              <a:xfrm>
                <a:off x="7619082" y="2606475"/>
                <a:ext cx="22229" cy="22229"/>
              </a:xfrm>
              <a:custGeom>
                <a:avLst/>
                <a:gdLst/>
                <a:ahLst/>
                <a:cxnLst/>
                <a:rect l="l" t="t" r="r" b="b"/>
                <a:pathLst>
                  <a:path w="38" h="40" extrusionOk="0">
                    <a:moveTo>
                      <a:pt x="22" y="23"/>
                    </a:moveTo>
                    <a:lnTo>
                      <a:pt x="8" y="39"/>
                    </a:lnTo>
                    <a:lnTo>
                      <a:pt x="0" y="32"/>
                    </a:lnTo>
                    <a:lnTo>
                      <a:pt x="28" y="0"/>
                    </a:lnTo>
                    <a:lnTo>
                      <a:pt x="37" y="7"/>
                    </a:lnTo>
                    <a:lnTo>
                      <a:pt x="22" y="23"/>
                    </a:ln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5" name="Google Shape;555;p33"/>
              <p:cNvSpPr/>
              <p:nvPr/>
            </p:nvSpPr>
            <p:spPr>
              <a:xfrm>
                <a:off x="7643782" y="2638586"/>
                <a:ext cx="24700" cy="17289"/>
              </a:xfrm>
              <a:custGeom>
                <a:avLst/>
                <a:gdLst/>
                <a:ahLst/>
                <a:cxnLst/>
                <a:rect l="l" t="t" r="r" b="b"/>
                <a:pathLst>
                  <a:path w="44" h="33" extrusionOk="0">
                    <a:moveTo>
                      <a:pt x="24" y="21"/>
                    </a:moveTo>
                    <a:lnTo>
                      <a:pt x="6" y="32"/>
                    </a:lnTo>
                    <a:lnTo>
                      <a:pt x="0" y="22"/>
                    </a:lnTo>
                    <a:lnTo>
                      <a:pt x="37" y="0"/>
                    </a:lnTo>
                    <a:lnTo>
                      <a:pt x="43" y="10"/>
                    </a:lnTo>
                    <a:lnTo>
                      <a:pt x="24" y="21"/>
                    </a:ln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6" name="Google Shape;556;p33"/>
              <p:cNvSpPr/>
              <p:nvPr/>
            </p:nvSpPr>
            <p:spPr>
              <a:xfrm>
                <a:off x="7478294" y="2665755"/>
                <a:ext cx="217359" cy="202539"/>
              </a:xfrm>
              <a:custGeom>
                <a:avLst/>
                <a:gdLst/>
                <a:ahLst/>
                <a:cxnLst/>
                <a:rect l="l" t="t" r="r" b="b"/>
                <a:pathLst>
                  <a:path w="387" h="362" extrusionOk="0">
                    <a:moveTo>
                      <a:pt x="0" y="309"/>
                    </a:moveTo>
                    <a:cubicBezTo>
                      <a:pt x="88" y="361"/>
                      <a:pt x="203" y="352"/>
                      <a:pt x="284" y="280"/>
                    </a:cubicBezTo>
                    <a:cubicBezTo>
                      <a:pt x="365" y="207"/>
                      <a:pt x="386" y="94"/>
                      <a:pt x="345" y="0"/>
                    </a:cubicBezTo>
                    <a:lnTo>
                      <a:pt x="0" y="309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cxnSp>
        <p:nvCxnSpPr>
          <p:cNvPr id="557" name="Google Shape;557;p33"/>
          <p:cNvCxnSpPr/>
          <p:nvPr/>
        </p:nvCxnSpPr>
        <p:spPr>
          <a:xfrm>
            <a:off x="830825" y="2750975"/>
            <a:ext cx="19056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3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572" name="Google Shape;572;p35"/>
          <p:cNvSpPr txBox="1">
            <a:spLocks noGrp="1"/>
          </p:cNvSpPr>
          <p:nvPr>
            <p:ph type="title" idx="2"/>
          </p:nvPr>
        </p:nvSpPr>
        <p:spPr>
          <a:xfrm>
            <a:off x="725725" y="1445236"/>
            <a:ext cx="734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573" name="Google Shape;573;p35"/>
          <p:cNvSpPr txBox="1">
            <a:spLocks noGrp="1"/>
          </p:cNvSpPr>
          <p:nvPr>
            <p:ph type="title" idx="3"/>
          </p:nvPr>
        </p:nvSpPr>
        <p:spPr>
          <a:xfrm>
            <a:off x="725725" y="3194092"/>
            <a:ext cx="734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574" name="Google Shape;574;p35"/>
          <p:cNvSpPr txBox="1">
            <a:spLocks noGrp="1"/>
          </p:cNvSpPr>
          <p:nvPr>
            <p:ph type="title" idx="4"/>
          </p:nvPr>
        </p:nvSpPr>
        <p:spPr>
          <a:xfrm>
            <a:off x="3163825" y="1445236"/>
            <a:ext cx="734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575" name="Google Shape;575;p35"/>
          <p:cNvSpPr txBox="1">
            <a:spLocks noGrp="1"/>
          </p:cNvSpPr>
          <p:nvPr>
            <p:ph type="title" idx="5"/>
          </p:nvPr>
        </p:nvSpPr>
        <p:spPr>
          <a:xfrm>
            <a:off x="3163825" y="3194092"/>
            <a:ext cx="734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576" name="Google Shape;576;p35"/>
          <p:cNvSpPr txBox="1">
            <a:spLocks noGrp="1"/>
          </p:cNvSpPr>
          <p:nvPr>
            <p:ph type="title" idx="6"/>
          </p:nvPr>
        </p:nvSpPr>
        <p:spPr>
          <a:xfrm>
            <a:off x="5601925" y="1445236"/>
            <a:ext cx="734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577" name="Google Shape;577;p35"/>
          <p:cNvSpPr txBox="1">
            <a:spLocks noGrp="1"/>
          </p:cNvSpPr>
          <p:nvPr>
            <p:ph type="title" idx="7"/>
          </p:nvPr>
        </p:nvSpPr>
        <p:spPr>
          <a:xfrm>
            <a:off x="5601950" y="3194092"/>
            <a:ext cx="734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578" name="Google Shape;578;p35"/>
          <p:cNvSpPr txBox="1">
            <a:spLocks noGrp="1"/>
          </p:cNvSpPr>
          <p:nvPr>
            <p:ph type="subTitle" idx="1"/>
          </p:nvPr>
        </p:nvSpPr>
        <p:spPr>
          <a:xfrm>
            <a:off x="725725" y="1978475"/>
            <a:ext cx="24381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Abstract</a:t>
            </a:r>
            <a:endParaRPr/>
          </a:p>
        </p:txBody>
      </p:sp>
      <p:sp>
        <p:nvSpPr>
          <p:cNvPr id="579" name="Google Shape;579;p35"/>
          <p:cNvSpPr txBox="1">
            <a:spLocks noGrp="1"/>
          </p:cNvSpPr>
          <p:nvPr>
            <p:ph type="subTitle" idx="8"/>
          </p:nvPr>
        </p:nvSpPr>
        <p:spPr>
          <a:xfrm>
            <a:off x="3163825" y="1978475"/>
            <a:ext cx="24381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580" name="Google Shape;580;p35"/>
          <p:cNvSpPr txBox="1">
            <a:spLocks noGrp="1"/>
          </p:cNvSpPr>
          <p:nvPr>
            <p:ph type="subTitle" idx="9"/>
          </p:nvPr>
        </p:nvSpPr>
        <p:spPr>
          <a:xfrm>
            <a:off x="5601925" y="1978475"/>
            <a:ext cx="24381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Analysis</a:t>
            </a:r>
            <a:endParaRPr dirty="0"/>
          </a:p>
        </p:txBody>
      </p:sp>
      <p:sp>
        <p:nvSpPr>
          <p:cNvPr id="581" name="Google Shape;581;p35"/>
          <p:cNvSpPr txBox="1">
            <a:spLocks noGrp="1"/>
          </p:cNvSpPr>
          <p:nvPr>
            <p:ph type="subTitle" idx="13"/>
          </p:nvPr>
        </p:nvSpPr>
        <p:spPr>
          <a:xfrm>
            <a:off x="725725" y="3728689"/>
            <a:ext cx="24381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Linear Regression</a:t>
            </a:r>
            <a:endParaRPr dirty="0"/>
          </a:p>
        </p:txBody>
      </p:sp>
      <p:sp>
        <p:nvSpPr>
          <p:cNvPr id="582" name="Google Shape;582;p35"/>
          <p:cNvSpPr txBox="1">
            <a:spLocks noGrp="1"/>
          </p:cNvSpPr>
          <p:nvPr>
            <p:ph type="subTitle" idx="14"/>
          </p:nvPr>
        </p:nvSpPr>
        <p:spPr>
          <a:xfrm>
            <a:off x="3163837" y="3728689"/>
            <a:ext cx="24381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Discussion</a:t>
            </a:r>
            <a:endParaRPr dirty="0"/>
          </a:p>
        </p:txBody>
      </p:sp>
      <p:sp>
        <p:nvSpPr>
          <p:cNvPr id="583" name="Google Shape;583;p35"/>
          <p:cNvSpPr txBox="1">
            <a:spLocks noGrp="1"/>
          </p:cNvSpPr>
          <p:nvPr>
            <p:ph type="subTitle" idx="15"/>
          </p:nvPr>
        </p:nvSpPr>
        <p:spPr>
          <a:xfrm>
            <a:off x="5601950" y="3728689"/>
            <a:ext cx="24381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</a:t>
            </a:r>
            <a:endParaRPr dirty="0"/>
          </a:p>
        </p:txBody>
      </p:sp>
      <p:cxnSp>
        <p:nvCxnSpPr>
          <p:cNvPr id="584" name="Google Shape;584;p35"/>
          <p:cNvCxnSpPr/>
          <p:nvPr/>
        </p:nvCxnSpPr>
        <p:spPr>
          <a:xfrm>
            <a:off x="5679575" y="1329950"/>
            <a:ext cx="21645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5" name="Google Shape;585;p35"/>
          <p:cNvCxnSpPr/>
          <p:nvPr/>
        </p:nvCxnSpPr>
        <p:spPr>
          <a:xfrm>
            <a:off x="3243525" y="1329950"/>
            <a:ext cx="21645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6" name="Google Shape;586;p35"/>
          <p:cNvCxnSpPr/>
          <p:nvPr/>
        </p:nvCxnSpPr>
        <p:spPr>
          <a:xfrm>
            <a:off x="807475" y="1329950"/>
            <a:ext cx="21645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7" name="Google Shape;587;p35"/>
          <p:cNvCxnSpPr/>
          <p:nvPr/>
        </p:nvCxnSpPr>
        <p:spPr>
          <a:xfrm>
            <a:off x="5679575" y="3074600"/>
            <a:ext cx="21645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8" name="Google Shape;588;p35"/>
          <p:cNvCxnSpPr/>
          <p:nvPr/>
        </p:nvCxnSpPr>
        <p:spPr>
          <a:xfrm>
            <a:off x="3243525" y="3074600"/>
            <a:ext cx="21645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9" name="Google Shape;589;p35"/>
          <p:cNvCxnSpPr/>
          <p:nvPr/>
        </p:nvCxnSpPr>
        <p:spPr>
          <a:xfrm>
            <a:off x="807475" y="3074600"/>
            <a:ext cx="21645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90" name="Google Shape;590;p35"/>
          <p:cNvGrpSpPr/>
          <p:nvPr/>
        </p:nvGrpSpPr>
        <p:grpSpPr>
          <a:xfrm rot="2912303">
            <a:off x="7772113" y="4211456"/>
            <a:ext cx="1313593" cy="1166158"/>
            <a:chOff x="8017245" y="4305760"/>
            <a:chExt cx="943640" cy="837728"/>
          </a:xfrm>
        </p:grpSpPr>
        <p:sp>
          <p:nvSpPr>
            <p:cNvPr id="591" name="Google Shape;591;p35"/>
            <p:cNvSpPr/>
            <p:nvPr/>
          </p:nvSpPr>
          <p:spPr>
            <a:xfrm rot="-2826888">
              <a:off x="8112182" y="4536514"/>
              <a:ext cx="145076" cy="322392"/>
            </a:xfrm>
            <a:custGeom>
              <a:avLst/>
              <a:gdLst/>
              <a:ahLst/>
              <a:cxnLst/>
              <a:rect l="l" t="t" r="r" b="b"/>
              <a:pathLst>
                <a:path w="277" h="619" extrusionOk="0">
                  <a:moveTo>
                    <a:pt x="172" y="618"/>
                  </a:moveTo>
                  <a:cubicBezTo>
                    <a:pt x="172" y="618"/>
                    <a:pt x="173" y="617"/>
                    <a:pt x="174" y="616"/>
                  </a:cubicBezTo>
                  <a:cubicBezTo>
                    <a:pt x="175" y="615"/>
                    <a:pt x="177" y="613"/>
                    <a:pt x="179" y="610"/>
                  </a:cubicBezTo>
                  <a:cubicBezTo>
                    <a:pt x="181" y="607"/>
                    <a:pt x="183" y="604"/>
                    <a:pt x="186" y="601"/>
                  </a:cubicBezTo>
                  <a:cubicBezTo>
                    <a:pt x="188" y="597"/>
                    <a:pt x="192" y="593"/>
                    <a:pt x="196" y="588"/>
                  </a:cubicBezTo>
                  <a:cubicBezTo>
                    <a:pt x="209" y="569"/>
                    <a:pt x="226" y="543"/>
                    <a:pt x="239" y="513"/>
                  </a:cubicBezTo>
                  <a:cubicBezTo>
                    <a:pt x="252" y="483"/>
                    <a:pt x="263" y="446"/>
                    <a:pt x="269" y="409"/>
                  </a:cubicBezTo>
                  <a:cubicBezTo>
                    <a:pt x="275" y="372"/>
                    <a:pt x="276" y="333"/>
                    <a:pt x="271" y="294"/>
                  </a:cubicBezTo>
                  <a:cubicBezTo>
                    <a:pt x="266" y="255"/>
                    <a:pt x="258" y="217"/>
                    <a:pt x="244" y="182"/>
                  </a:cubicBezTo>
                  <a:cubicBezTo>
                    <a:pt x="229" y="146"/>
                    <a:pt x="211" y="116"/>
                    <a:pt x="191" y="88"/>
                  </a:cubicBezTo>
                  <a:cubicBezTo>
                    <a:pt x="182" y="75"/>
                    <a:pt x="170" y="62"/>
                    <a:pt x="161" y="52"/>
                  </a:cubicBezTo>
                  <a:cubicBezTo>
                    <a:pt x="150" y="41"/>
                    <a:pt x="141" y="32"/>
                    <a:pt x="132" y="24"/>
                  </a:cubicBezTo>
                  <a:cubicBezTo>
                    <a:pt x="128" y="21"/>
                    <a:pt x="124" y="17"/>
                    <a:pt x="121" y="14"/>
                  </a:cubicBezTo>
                  <a:cubicBezTo>
                    <a:pt x="117" y="11"/>
                    <a:pt x="114" y="8"/>
                    <a:pt x="111" y="6"/>
                  </a:cubicBezTo>
                  <a:cubicBezTo>
                    <a:pt x="108" y="4"/>
                    <a:pt x="106" y="1"/>
                    <a:pt x="105" y="1"/>
                  </a:cubicBezTo>
                  <a:cubicBezTo>
                    <a:pt x="103" y="0"/>
                    <a:pt x="103" y="0"/>
                    <a:pt x="103" y="0"/>
                  </a:cubicBezTo>
                  <a:cubicBezTo>
                    <a:pt x="103" y="0"/>
                    <a:pt x="102" y="1"/>
                    <a:pt x="101" y="1"/>
                  </a:cubicBezTo>
                  <a:cubicBezTo>
                    <a:pt x="100" y="2"/>
                    <a:pt x="98" y="4"/>
                    <a:pt x="96" y="7"/>
                  </a:cubicBezTo>
                  <a:cubicBezTo>
                    <a:pt x="94" y="10"/>
                    <a:pt x="91" y="13"/>
                    <a:pt x="88" y="17"/>
                  </a:cubicBezTo>
                  <a:cubicBezTo>
                    <a:pt x="85" y="21"/>
                    <a:pt x="83" y="24"/>
                    <a:pt x="79" y="29"/>
                  </a:cubicBezTo>
                  <a:cubicBezTo>
                    <a:pt x="72" y="39"/>
                    <a:pt x="65" y="50"/>
                    <a:pt x="58" y="62"/>
                  </a:cubicBezTo>
                  <a:cubicBezTo>
                    <a:pt x="50" y="75"/>
                    <a:pt x="43" y="89"/>
                    <a:pt x="37" y="105"/>
                  </a:cubicBezTo>
                  <a:cubicBezTo>
                    <a:pt x="24" y="136"/>
                    <a:pt x="13" y="172"/>
                    <a:pt x="6" y="209"/>
                  </a:cubicBezTo>
                  <a:cubicBezTo>
                    <a:pt x="1" y="246"/>
                    <a:pt x="0" y="285"/>
                    <a:pt x="5" y="324"/>
                  </a:cubicBezTo>
                  <a:cubicBezTo>
                    <a:pt x="9" y="363"/>
                    <a:pt x="19" y="401"/>
                    <a:pt x="33" y="436"/>
                  </a:cubicBezTo>
                  <a:cubicBezTo>
                    <a:pt x="47" y="471"/>
                    <a:pt x="65" y="503"/>
                    <a:pt x="85" y="530"/>
                  </a:cubicBezTo>
                  <a:cubicBezTo>
                    <a:pt x="106" y="557"/>
                    <a:pt x="126" y="579"/>
                    <a:pt x="144" y="594"/>
                  </a:cubicBezTo>
                  <a:cubicBezTo>
                    <a:pt x="147" y="598"/>
                    <a:pt x="152" y="602"/>
                    <a:pt x="155" y="604"/>
                  </a:cubicBezTo>
                  <a:cubicBezTo>
                    <a:pt x="159" y="607"/>
                    <a:pt x="162" y="610"/>
                    <a:pt x="165" y="612"/>
                  </a:cubicBezTo>
                  <a:cubicBezTo>
                    <a:pt x="167" y="614"/>
                    <a:pt x="169" y="616"/>
                    <a:pt x="171" y="617"/>
                  </a:cubicBezTo>
                  <a:cubicBezTo>
                    <a:pt x="171" y="618"/>
                    <a:pt x="172" y="618"/>
                    <a:pt x="172" y="618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35"/>
            <p:cNvSpPr/>
            <p:nvPr/>
          </p:nvSpPr>
          <p:spPr>
            <a:xfrm rot="-2826872">
              <a:off x="8093848" y="4826636"/>
              <a:ext cx="271731" cy="193434"/>
            </a:xfrm>
            <a:custGeom>
              <a:avLst/>
              <a:gdLst/>
              <a:ahLst/>
              <a:cxnLst/>
              <a:rect l="l" t="t" r="r" b="b"/>
              <a:pathLst>
                <a:path w="519" h="370" extrusionOk="0">
                  <a:moveTo>
                    <a:pt x="518" y="355"/>
                  </a:moveTo>
                  <a:cubicBezTo>
                    <a:pt x="518" y="355"/>
                    <a:pt x="518" y="354"/>
                    <a:pt x="518" y="352"/>
                  </a:cubicBezTo>
                  <a:cubicBezTo>
                    <a:pt x="518" y="350"/>
                    <a:pt x="517" y="347"/>
                    <a:pt x="517" y="344"/>
                  </a:cubicBezTo>
                  <a:cubicBezTo>
                    <a:pt x="516" y="342"/>
                    <a:pt x="516" y="337"/>
                    <a:pt x="515" y="333"/>
                  </a:cubicBezTo>
                  <a:cubicBezTo>
                    <a:pt x="514" y="328"/>
                    <a:pt x="513" y="324"/>
                    <a:pt x="511" y="318"/>
                  </a:cubicBezTo>
                  <a:cubicBezTo>
                    <a:pt x="505" y="296"/>
                    <a:pt x="496" y="266"/>
                    <a:pt x="481" y="237"/>
                  </a:cubicBezTo>
                  <a:cubicBezTo>
                    <a:pt x="465" y="206"/>
                    <a:pt x="445" y="176"/>
                    <a:pt x="421" y="147"/>
                  </a:cubicBezTo>
                  <a:cubicBezTo>
                    <a:pt x="396" y="119"/>
                    <a:pt x="366" y="93"/>
                    <a:pt x="334" y="71"/>
                  </a:cubicBezTo>
                  <a:cubicBezTo>
                    <a:pt x="301" y="49"/>
                    <a:pt x="266" y="32"/>
                    <a:pt x="230" y="21"/>
                  </a:cubicBezTo>
                  <a:cubicBezTo>
                    <a:pt x="194" y="9"/>
                    <a:pt x="158" y="2"/>
                    <a:pt x="124" y="1"/>
                  </a:cubicBezTo>
                  <a:cubicBezTo>
                    <a:pt x="107" y="0"/>
                    <a:pt x="91" y="0"/>
                    <a:pt x="77" y="1"/>
                  </a:cubicBezTo>
                  <a:cubicBezTo>
                    <a:pt x="62" y="2"/>
                    <a:pt x="49" y="2"/>
                    <a:pt x="38" y="4"/>
                  </a:cubicBezTo>
                  <a:cubicBezTo>
                    <a:pt x="32" y="5"/>
                    <a:pt x="27" y="6"/>
                    <a:pt x="22" y="7"/>
                  </a:cubicBezTo>
                  <a:cubicBezTo>
                    <a:pt x="18" y="8"/>
                    <a:pt x="14" y="9"/>
                    <a:pt x="11" y="10"/>
                  </a:cubicBezTo>
                  <a:cubicBezTo>
                    <a:pt x="8" y="11"/>
                    <a:pt x="5" y="12"/>
                    <a:pt x="3" y="12"/>
                  </a:cubicBezTo>
                  <a:cubicBezTo>
                    <a:pt x="1" y="12"/>
                    <a:pt x="0" y="13"/>
                    <a:pt x="0" y="13"/>
                  </a:cubicBezTo>
                  <a:cubicBezTo>
                    <a:pt x="0" y="13"/>
                    <a:pt x="0" y="14"/>
                    <a:pt x="0" y="16"/>
                  </a:cubicBezTo>
                  <a:cubicBezTo>
                    <a:pt x="0" y="18"/>
                    <a:pt x="1" y="21"/>
                    <a:pt x="1" y="23"/>
                  </a:cubicBezTo>
                  <a:cubicBezTo>
                    <a:pt x="2" y="26"/>
                    <a:pt x="2" y="31"/>
                    <a:pt x="3" y="35"/>
                  </a:cubicBezTo>
                  <a:cubicBezTo>
                    <a:pt x="4" y="40"/>
                    <a:pt x="5" y="44"/>
                    <a:pt x="7" y="50"/>
                  </a:cubicBezTo>
                  <a:cubicBezTo>
                    <a:pt x="10" y="62"/>
                    <a:pt x="14" y="74"/>
                    <a:pt x="19" y="88"/>
                  </a:cubicBezTo>
                  <a:cubicBezTo>
                    <a:pt x="23" y="102"/>
                    <a:pt x="30" y="117"/>
                    <a:pt x="38" y="132"/>
                  </a:cubicBezTo>
                  <a:cubicBezTo>
                    <a:pt x="53" y="163"/>
                    <a:pt x="73" y="193"/>
                    <a:pt x="98" y="222"/>
                  </a:cubicBezTo>
                  <a:cubicBezTo>
                    <a:pt x="122" y="250"/>
                    <a:pt x="152" y="276"/>
                    <a:pt x="184" y="297"/>
                  </a:cubicBezTo>
                  <a:cubicBezTo>
                    <a:pt x="217" y="318"/>
                    <a:pt x="252" y="336"/>
                    <a:pt x="288" y="347"/>
                  </a:cubicBezTo>
                  <a:cubicBezTo>
                    <a:pt x="324" y="359"/>
                    <a:pt x="361" y="365"/>
                    <a:pt x="394" y="367"/>
                  </a:cubicBezTo>
                  <a:cubicBezTo>
                    <a:pt x="427" y="369"/>
                    <a:pt x="458" y="367"/>
                    <a:pt x="481" y="364"/>
                  </a:cubicBezTo>
                  <a:cubicBezTo>
                    <a:pt x="486" y="363"/>
                    <a:pt x="491" y="362"/>
                    <a:pt x="496" y="361"/>
                  </a:cubicBezTo>
                  <a:cubicBezTo>
                    <a:pt x="501" y="360"/>
                    <a:pt x="504" y="359"/>
                    <a:pt x="507" y="358"/>
                  </a:cubicBezTo>
                  <a:cubicBezTo>
                    <a:pt x="510" y="357"/>
                    <a:pt x="513" y="356"/>
                    <a:pt x="515" y="356"/>
                  </a:cubicBezTo>
                  <a:cubicBezTo>
                    <a:pt x="517" y="356"/>
                    <a:pt x="518" y="355"/>
                    <a:pt x="518" y="355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p35"/>
            <p:cNvSpPr/>
            <p:nvPr/>
          </p:nvSpPr>
          <p:spPr>
            <a:xfrm rot="-2826883">
              <a:off x="8314007" y="4568602"/>
              <a:ext cx="126653" cy="232581"/>
            </a:xfrm>
            <a:custGeom>
              <a:avLst/>
              <a:gdLst/>
              <a:ahLst/>
              <a:cxnLst/>
              <a:rect l="l" t="t" r="r" b="b"/>
              <a:pathLst>
                <a:path w="241" h="445" extrusionOk="0">
                  <a:moveTo>
                    <a:pt x="33" y="444"/>
                  </a:moveTo>
                  <a:cubicBezTo>
                    <a:pt x="33" y="444"/>
                    <a:pt x="34" y="444"/>
                    <a:pt x="35" y="444"/>
                  </a:cubicBezTo>
                  <a:cubicBezTo>
                    <a:pt x="36" y="443"/>
                    <a:pt x="38" y="443"/>
                    <a:pt x="40" y="442"/>
                  </a:cubicBezTo>
                  <a:cubicBezTo>
                    <a:pt x="42" y="441"/>
                    <a:pt x="46" y="440"/>
                    <a:pt x="49" y="438"/>
                  </a:cubicBezTo>
                  <a:cubicBezTo>
                    <a:pt x="52" y="436"/>
                    <a:pt x="56" y="435"/>
                    <a:pt x="59" y="433"/>
                  </a:cubicBezTo>
                  <a:cubicBezTo>
                    <a:pt x="75" y="425"/>
                    <a:pt x="95" y="413"/>
                    <a:pt x="116" y="397"/>
                  </a:cubicBezTo>
                  <a:cubicBezTo>
                    <a:pt x="136" y="381"/>
                    <a:pt x="156" y="361"/>
                    <a:pt x="173" y="337"/>
                  </a:cubicBezTo>
                  <a:cubicBezTo>
                    <a:pt x="190" y="314"/>
                    <a:pt x="204" y="287"/>
                    <a:pt x="216" y="260"/>
                  </a:cubicBezTo>
                  <a:cubicBezTo>
                    <a:pt x="226" y="232"/>
                    <a:pt x="234" y="202"/>
                    <a:pt x="237" y="174"/>
                  </a:cubicBezTo>
                  <a:cubicBezTo>
                    <a:pt x="240" y="145"/>
                    <a:pt x="239" y="117"/>
                    <a:pt x="235" y="91"/>
                  </a:cubicBezTo>
                  <a:cubicBezTo>
                    <a:pt x="233" y="79"/>
                    <a:pt x="230" y="66"/>
                    <a:pt x="227" y="56"/>
                  </a:cubicBezTo>
                  <a:cubicBezTo>
                    <a:pt x="224" y="45"/>
                    <a:pt x="220" y="35"/>
                    <a:pt x="218" y="27"/>
                  </a:cubicBezTo>
                  <a:cubicBezTo>
                    <a:pt x="216" y="23"/>
                    <a:pt x="215" y="20"/>
                    <a:pt x="213" y="16"/>
                  </a:cubicBezTo>
                  <a:cubicBezTo>
                    <a:pt x="212" y="13"/>
                    <a:pt x="210" y="10"/>
                    <a:pt x="209" y="7"/>
                  </a:cubicBezTo>
                  <a:lnTo>
                    <a:pt x="206" y="1"/>
                  </a:lnTo>
                  <a:cubicBezTo>
                    <a:pt x="205" y="1"/>
                    <a:pt x="205" y="0"/>
                    <a:pt x="205" y="0"/>
                  </a:cubicBezTo>
                  <a:cubicBezTo>
                    <a:pt x="205" y="0"/>
                    <a:pt x="204" y="0"/>
                    <a:pt x="203" y="1"/>
                  </a:cubicBezTo>
                  <a:cubicBezTo>
                    <a:pt x="202" y="1"/>
                    <a:pt x="200" y="1"/>
                    <a:pt x="198" y="2"/>
                  </a:cubicBezTo>
                  <a:cubicBezTo>
                    <a:pt x="195" y="3"/>
                    <a:pt x="192" y="4"/>
                    <a:pt x="189" y="6"/>
                  </a:cubicBezTo>
                  <a:cubicBezTo>
                    <a:pt x="186" y="8"/>
                    <a:pt x="182" y="9"/>
                    <a:pt x="179" y="11"/>
                  </a:cubicBezTo>
                  <a:cubicBezTo>
                    <a:pt x="171" y="15"/>
                    <a:pt x="161" y="20"/>
                    <a:pt x="152" y="26"/>
                  </a:cubicBezTo>
                  <a:cubicBezTo>
                    <a:pt x="142" y="32"/>
                    <a:pt x="132" y="40"/>
                    <a:pt x="122" y="47"/>
                  </a:cubicBezTo>
                  <a:cubicBezTo>
                    <a:pt x="102" y="63"/>
                    <a:pt x="82" y="83"/>
                    <a:pt x="65" y="107"/>
                  </a:cubicBezTo>
                  <a:cubicBezTo>
                    <a:pt x="48" y="130"/>
                    <a:pt x="33" y="156"/>
                    <a:pt x="23" y="184"/>
                  </a:cubicBezTo>
                  <a:cubicBezTo>
                    <a:pt x="12" y="211"/>
                    <a:pt x="5" y="242"/>
                    <a:pt x="3" y="270"/>
                  </a:cubicBezTo>
                  <a:cubicBezTo>
                    <a:pt x="0" y="299"/>
                    <a:pt x="1" y="327"/>
                    <a:pt x="6" y="353"/>
                  </a:cubicBezTo>
                  <a:cubicBezTo>
                    <a:pt x="10" y="379"/>
                    <a:pt x="17" y="401"/>
                    <a:pt x="23" y="418"/>
                  </a:cubicBezTo>
                  <a:cubicBezTo>
                    <a:pt x="25" y="422"/>
                    <a:pt x="26" y="425"/>
                    <a:pt x="28" y="429"/>
                  </a:cubicBezTo>
                  <a:cubicBezTo>
                    <a:pt x="29" y="432"/>
                    <a:pt x="31" y="435"/>
                    <a:pt x="32" y="438"/>
                  </a:cubicBezTo>
                  <a:lnTo>
                    <a:pt x="35" y="444"/>
                  </a:lnTo>
                  <a:cubicBezTo>
                    <a:pt x="32" y="444"/>
                    <a:pt x="33" y="444"/>
                    <a:pt x="33" y="444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35"/>
            <p:cNvSpPr/>
            <p:nvPr/>
          </p:nvSpPr>
          <p:spPr>
            <a:xfrm rot="-2826886">
              <a:off x="8476913" y="4622864"/>
              <a:ext cx="101324" cy="230280"/>
            </a:xfrm>
            <a:custGeom>
              <a:avLst/>
              <a:gdLst/>
              <a:ahLst/>
              <a:cxnLst/>
              <a:rect l="l" t="t" r="r" b="b"/>
              <a:pathLst>
                <a:path w="192" h="440" extrusionOk="0">
                  <a:moveTo>
                    <a:pt x="94" y="439"/>
                  </a:moveTo>
                  <a:cubicBezTo>
                    <a:pt x="94" y="439"/>
                    <a:pt x="95" y="439"/>
                    <a:pt x="96" y="438"/>
                  </a:cubicBezTo>
                  <a:cubicBezTo>
                    <a:pt x="97" y="437"/>
                    <a:pt x="99" y="436"/>
                    <a:pt x="100" y="434"/>
                  </a:cubicBezTo>
                  <a:cubicBezTo>
                    <a:pt x="102" y="432"/>
                    <a:pt x="104" y="430"/>
                    <a:pt x="106" y="428"/>
                  </a:cubicBezTo>
                  <a:cubicBezTo>
                    <a:pt x="108" y="426"/>
                    <a:pt x="111" y="424"/>
                    <a:pt x="114" y="421"/>
                  </a:cubicBezTo>
                  <a:cubicBezTo>
                    <a:pt x="124" y="408"/>
                    <a:pt x="137" y="391"/>
                    <a:pt x="150" y="371"/>
                  </a:cubicBezTo>
                  <a:cubicBezTo>
                    <a:pt x="162" y="350"/>
                    <a:pt x="173" y="326"/>
                    <a:pt x="179" y="301"/>
                  </a:cubicBezTo>
                  <a:cubicBezTo>
                    <a:pt x="187" y="275"/>
                    <a:pt x="190" y="247"/>
                    <a:pt x="191" y="220"/>
                  </a:cubicBezTo>
                  <a:cubicBezTo>
                    <a:pt x="191" y="192"/>
                    <a:pt x="186" y="165"/>
                    <a:pt x="180" y="139"/>
                  </a:cubicBezTo>
                  <a:cubicBezTo>
                    <a:pt x="173" y="113"/>
                    <a:pt x="163" y="89"/>
                    <a:pt x="151" y="68"/>
                  </a:cubicBezTo>
                  <a:cubicBezTo>
                    <a:pt x="145" y="58"/>
                    <a:pt x="138" y="48"/>
                    <a:pt x="133" y="40"/>
                  </a:cubicBezTo>
                  <a:cubicBezTo>
                    <a:pt x="126" y="31"/>
                    <a:pt x="120" y="24"/>
                    <a:pt x="114" y="18"/>
                  </a:cubicBezTo>
                  <a:cubicBezTo>
                    <a:pt x="112" y="15"/>
                    <a:pt x="110" y="12"/>
                    <a:pt x="107" y="10"/>
                  </a:cubicBezTo>
                  <a:cubicBezTo>
                    <a:pt x="105" y="8"/>
                    <a:pt x="102" y="5"/>
                    <a:pt x="101" y="4"/>
                  </a:cubicBezTo>
                  <a:cubicBezTo>
                    <a:pt x="99" y="2"/>
                    <a:pt x="98" y="2"/>
                    <a:pt x="97" y="1"/>
                  </a:cubicBezTo>
                  <a:cubicBezTo>
                    <a:pt x="96" y="0"/>
                    <a:pt x="95" y="0"/>
                    <a:pt x="95" y="0"/>
                  </a:cubicBezTo>
                  <a:cubicBezTo>
                    <a:pt x="95" y="0"/>
                    <a:pt x="94" y="0"/>
                    <a:pt x="94" y="1"/>
                  </a:cubicBezTo>
                  <a:cubicBezTo>
                    <a:pt x="93" y="2"/>
                    <a:pt x="91" y="3"/>
                    <a:pt x="90" y="4"/>
                  </a:cubicBezTo>
                  <a:cubicBezTo>
                    <a:pt x="88" y="6"/>
                    <a:pt x="86" y="8"/>
                    <a:pt x="84" y="10"/>
                  </a:cubicBezTo>
                  <a:cubicBezTo>
                    <a:pt x="82" y="12"/>
                    <a:pt x="79" y="15"/>
                    <a:pt x="76" y="18"/>
                  </a:cubicBezTo>
                  <a:cubicBezTo>
                    <a:pt x="71" y="24"/>
                    <a:pt x="65" y="31"/>
                    <a:pt x="58" y="40"/>
                  </a:cubicBezTo>
                  <a:cubicBezTo>
                    <a:pt x="53" y="48"/>
                    <a:pt x="46" y="58"/>
                    <a:pt x="40" y="68"/>
                  </a:cubicBezTo>
                  <a:cubicBezTo>
                    <a:pt x="28" y="89"/>
                    <a:pt x="17" y="113"/>
                    <a:pt x="11" y="139"/>
                  </a:cubicBezTo>
                  <a:cubicBezTo>
                    <a:pt x="3" y="165"/>
                    <a:pt x="0" y="192"/>
                    <a:pt x="0" y="220"/>
                  </a:cubicBezTo>
                  <a:cubicBezTo>
                    <a:pt x="0" y="247"/>
                    <a:pt x="4" y="275"/>
                    <a:pt x="11" y="301"/>
                  </a:cubicBezTo>
                  <a:cubicBezTo>
                    <a:pt x="17" y="326"/>
                    <a:pt x="28" y="350"/>
                    <a:pt x="40" y="371"/>
                  </a:cubicBezTo>
                  <a:cubicBezTo>
                    <a:pt x="52" y="392"/>
                    <a:pt x="65" y="409"/>
                    <a:pt x="76" y="421"/>
                  </a:cubicBezTo>
                  <a:cubicBezTo>
                    <a:pt x="79" y="424"/>
                    <a:pt x="81" y="426"/>
                    <a:pt x="84" y="428"/>
                  </a:cubicBezTo>
                  <a:cubicBezTo>
                    <a:pt x="86" y="430"/>
                    <a:pt x="89" y="433"/>
                    <a:pt x="90" y="434"/>
                  </a:cubicBezTo>
                  <a:cubicBezTo>
                    <a:pt x="92" y="436"/>
                    <a:pt x="93" y="437"/>
                    <a:pt x="94" y="438"/>
                  </a:cubicBezTo>
                  <a:cubicBezTo>
                    <a:pt x="94" y="439"/>
                    <a:pt x="94" y="439"/>
                    <a:pt x="94" y="439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595;p35"/>
            <p:cNvSpPr/>
            <p:nvPr/>
          </p:nvSpPr>
          <p:spPr>
            <a:xfrm rot="-2826885">
              <a:off x="8288151" y="4376905"/>
              <a:ext cx="497407" cy="695439"/>
            </a:xfrm>
            <a:custGeom>
              <a:avLst/>
              <a:gdLst/>
              <a:ahLst/>
              <a:cxnLst/>
              <a:rect l="l" t="t" r="r" b="b"/>
              <a:pathLst>
                <a:path w="951" h="1332" extrusionOk="0">
                  <a:moveTo>
                    <a:pt x="944" y="1331"/>
                  </a:moveTo>
                  <a:cubicBezTo>
                    <a:pt x="396" y="1091"/>
                    <a:pt x="179" y="742"/>
                    <a:pt x="93" y="492"/>
                  </a:cubicBezTo>
                  <a:cubicBezTo>
                    <a:pt x="0" y="220"/>
                    <a:pt x="38" y="3"/>
                    <a:pt x="39" y="0"/>
                  </a:cubicBezTo>
                  <a:lnTo>
                    <a:pt x="53" y="3"/>
                  </a:lnTo>
                  <a:cubicBezTo>
                    <a:pt x="53" y="5"/>
                    <a:pt x="16" y="220"/>
                    <a:pt x="107" y="488"/>
                  </a:cubicBezTo>
                  <a:cubicBezTo>
                    <a:pt x="192" y="735"/>
                    <a:pt x="407" y="1079"/>
                    <a:pt x="950" y="1317"/>
                  </a:cubicBezTo>
                  <a:lnTo>
                    <a:pt x="944" y="133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35"/>
            <p:cNvSpPr/>
            <p:nvPr/>
          </p:nvSpPr>
          <p:spPr>
            <a:xfrm rot="-2826880">
              <a:off x="8370864" y="4640889"/>
              <a:ext cx="92113" cy="246397"/>
            </a:xfrm>
            <a:custGeom>
              <a:avLst/>
              <a:gdLst/>
              <a:ahLst/>
              <a:cxnLst/>
              <a:rect l="l" t="t" r="r" b="b"/>
              <a:pathLst>
                <a:path w="175" h="474" extrusionOk="0">
                  <a:moveTo>
                    <a:pt x="70" y="473"/>
                  </a:moveTo>
                  <a:cubicBezTo>
                    <a:pt x="0" y="244"/>
                    <a:pt x="161" y="3"/>
                    <a:pt x="163" y="0"/>
                  </a:cubicBezTo>
                  <a:lnTo>
                    <a:pt x="174" y="8"/>
                  </a:lnTo>
                  <a:cubicBezTo>
                    <a:pt x="172" y="10"/>
                    <a:pt x="15" y="246"/>
                    <a:pt x="84" y="468"/>
                  </a:cubicBezTo>
                  <a:lnTo>
                    <a:pt x="70" y="4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35"/>
            <p:cNvSpPr/>
            <p:nvPr/>
          </p:nvSpPr>
          <p:spPr>
            <a:xfrm rot="-2826889">
              <a:off x="8229459" y="4814264"/>
              <a:ext cx="225675" cy="138167"/>
            </a:xfrm>
            <a:custGeom>
              <a:avLst/>
              <a:gdLst/>
              <a:ahLst/>
              <a:cxnLst/>
              <a:rect l="l" t="t" r="r" b="b"/>
              <a:pathLst>
                <a:path w="432" h="266" extrusionOk="0">
                  <a:moveTo>
                    <a:pt x="425" y="265"/>
                  </a:moveTo>
                  <a:cubicBezTo>
                    <a:pt x="135" y="145"/>
                    <a:pt x="1" y="11"/>
                    <a:pt x="0" y="9"/>
                  </a:cubicBezTo>
                  <a:lnTo>
                    <a:pt x="11" y="0"/>
                  </a:lnTo>
                  <a:cubicBezTo>
                    <a:pt x="12" y="1"/>
                    <a:pt x="143" y="134"/>
                    <a:pt x="431" y="252"/>
                  </a:cubicBezTo>
                  <a:lnTo>
                    <a:pt x="425" y="265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35"/>
            <p:cNvSpPr/>
            <p:nvPr/>
          </p:nvSpPr>
          <p:spPr>
            <a:xfrm rot="-2826884">
              <a:off x="8553235" y="4667884"/>
              <a:ext cx="89808" cy="255609"/>
            </a:xfrm>
            <a:custGeom>
              <a:avLst/>
              <a:gdLst/>
              <a:ahLst/>
              <a:cxnLst/>
              <a:rect l="l" t="t" r="r" b="b"/>
              <a:pathLst>
                <a:path w="174" h="490" extrusionOk="0">
                  <a:moveTo>
                    <a:pt x="162" y="489"/>
                  </a:moveTo>
                  <a:cubicBezTo>
                    <a:pt x="0" y="277"/>
                    <a:pt x="63" y="3"/>
                    <a:pt x="64" y="0"/>
                  </a:cubicBezTo>
                  <a:lnTo>
                    <a:pt x="78" y="4"/>
                  </a:lnTo>
                  <a:cubicBezTo>
                    <a:pt x="77" y="7"/>
                    <a:pt x="16" y="275"/>
                    <a:pt x="173" y="480"/>
                  </a:cubicBezTo>
                  <a:lnTo>
                    <a:pt x="162" y="489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36"/>
          <p:cNvSpPr txBox="1">
            <a:spLocks noGrp="1"/>
          </p:cNvSpPr>
          <p:nvPr>
            <p:ph type="title"/>
          </p:nvPr>
        </p:nvSpPr>
        <p:spPr>
          <a:xfrm>
            <a:off x="715100" y="1829150"/>
            <a:ext cx="3943500" cy="79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Abstract</a:t>
            </a:r>
            <a:endParaRPr/>
          </a:p>
        </p:txBody>
      </p:sp>
      <p:sp>
        <p:nvSpPr>
          <p:cNvPr id="604" name="Google Shape;604;p36"/>
          <p:cNvSpPr txBox="1">
            <a:spLocks noGrp="1"/>
          </p:cNvSpPr>
          <p:nvPr>
            <p:ph type="title" idx="2"/>
          </p:nvPr>
        </p:nvSpPr>
        <p:spPr>
          <a:xfrm>
            <a:off x="715100" y="1096400"/>
            <a:ext cx="11175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606" name="Google Shape;606;p36"/>
          <p:cNvGrpSpPr/>
          <p:nvPr/>
        </p:nvGrpSpPr>
        <p:grpSpPr>
          <a:xfrm>
            <a:off x="5893101" y="1020385"/>
            <a:ext cx="6344857" cy="7209562"/>
            <a:chOff x="5893101" y="1020385"/>
            <a:chExt cx="6344857" cy="7209562"/>
          </a:xfrm>
        </p:grpSpPr>
        <p:sp>
          <p:nvSpPr>
            <p:cNvPr id="607" name="Google Shape;607;p36"/>
            <p:cNvSpPr/>
            <p:nvPr/>
          </p:nvSpPr>
          <p:spPr>
            <a:xfrm rot="3435988">
              <a:off x="7223031" y="3344206"/>
              <a:ext cx="4341224" cy="3971938"/>
            </a:xfrm>
            <a:custGeom>
              <a:avLst/>
              <a:gdLst/>
              <a:ahLst/>
              <a:cxnLst/>
              <a:rect l="l" t="t" r="r" b="b"/>
              <a:pathLst>
                <a:path w="25107" h="22971" extrusionOk="0">
                  <a:moveTo>
                    <a:pt x="6029" y="1"/>
                  </a:moveTo>
                  <a:cubicBezTo>
                    <a:pt x="4338" y="1"/>
                    <a:pt x="2979" y="676"/>
                    <a:pt x="2106" y="1643"/>
                  </a:cubicBezTo>
                  <a:cubicBezTo>
                    <a:pt x="580" y="3337"/>
                    <a:pt x="1" y="6173"/>
                    <a:pt x="2576" y="10368"/>
                  </a:cubicBezTo>
                  <a:cubicBezTo>
                    <a:pt x="4339" y="13239"/>
                    <a:pt x="4269" y="14957"/>
                    <a:pt x="3934" y="17793"/>
                  </a:cubicBezTo>
                  <a:cubicBezTo>
                    <a:pt x="3597" y="20624"/>
                    <a:pt x="4165" y="21865"/>
                    <a:pt x="5284" y="22550"/>
                  </a:cubicBezTo>
                  <a:cubicBezTo>
                    <a:pt x="5735" y="22827"/>
                    <a:pt x="6253" y="22970"/>
                    <a:pt x="6788" y="22970"/>
                  </a:cubicBezTo>
                  <a:cubicBezTo>
                    <a:pt x="7978" y="22970"/>
                    <a:pt x="9255" y="22259"/>
                    <a:pt x="10087" y="20722"/>
                  </a:cubicBezTo>
                  <a:cubicBezTo>
                    <a:pt x="11061" y="18911"/>
                    <a:pt x="11691" y="17303"/>
                    <a:pt x="13839" y="17303"/>
                  </a:cubicBezTo>
                  <a:cubicBezTo>
                    <a:pt x="14341" y="17303"/>
                    <a:pt x="14925" y="17391"/>
                    <a:pt x="15616" y="17584"/>
                  </a:cubicBezTo>
                  <a:cubicBezTo>
                    <a:pt x="16571" y="17851"/>
                    <a:pt x="17477" y="17980"/>
                    <a:pt x="18320" y="17980"/>
                  </a:cubicBezTo>
                  <a:cubicBezTo>
                    <a:pt x="20695" y="17980"/>
                    <a:pt x="22564" y="16954"/>
                    <a:pt x="23591" y="15113"/>
                  </a:cubicBezTo>
                  <a:cubicBezTo>
                    <a:pt x="24984" y="12619"/>
                    <a:pt x="25106" y="8192"/>
                    <a:pt x="22164" y="6325"/>
                  </a:cubicBezTo>
                  <a:cubicBezTo>
                    <a:pt x="19224" y="4462"/>
                    <a:pt x="16596" y="6173"/>
                    <a:pt x="12118" y="2548"/>
                  </a:cubicBezTo>
                  <a:cubicBezTo>
                    <a:pt x="9850" y="712"/>
                    <a:pt x="7765" y="1"/>
                    <a:pt x="60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grpSp>
          <p:nvGrpSpPr>
            <p:cNvPr id="608" name="Google Shape;608;p36"/>
            <p:cNvGrpSpPr/>
            <p:nvPr/>
          </p:nvGrpSpPr>
          <p:grpSpPr>
            <a:xfrm>
              <a:off x="5893255" y="1020385"/>
              <a:ext cx="3573407" cy="4651107"/>
              <a:chOff x="7119668" y="1829150"/>
              <a:chExt cx="2618456" cy="3408153"/>
            </a:xfrm>
          </p:grpSpPr>
          <p:sp>
            <p:nvSpPr>
              <p:cNvPr id="609" name="Google Shape;609;p36"/>
              <p:cNvSpPr/>
              <p:nvPr/>
            </p:nvSpPr>
            <p:spPr>
              <a:xfrm>
                <a:off x="7658004" y="1829150"/>
                <a:ext cx="2062305" cy="299449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6671" extrusionOk="0">
                    <a:moveTo>
                      <a:pt x="1100" y="1837"/>
                    </a:moveTo>
                    <a:cubicBezTo>
                      <a:pt x="1100" y="1837"/>
                      <a:pt x="695" y="1640"/>
                      <a:pt x="617" y="1640"/>
                    </a:cubicBezTo>
                    <a:cubicBezTo>
                      <a:pt x="539" y="1640"/>
                      <a:pt x="250" y="1583"/>
                      <a:pt x="233" y="1654"/>
                    </a:cubicBezTo>
                    <a:cubicBezTo>
                      <a:pt x="216" y="1725"/>
                      <a:pt x="560" y="1867"/>
                      <a:pt x="560" y="1867"/>
                    </a:cubicBezTo>
                    <a:lnTo>
                      <a:pt x="992" y="2109"/>
                    </a:lnTo>
                    <a:cubicBezTo>
                      <a:pt x="992" y="2109"/>
                      <a:pt x="1157" y="2545"/>
                      <a:pt x="1267" y="2740"/>
                    </a:cubicBezTo>
                    <a:cubicBezTo>
                      <a:pt x="1377" y="2935"/>
                      <a:pt x="1607" y="3266"/>
                      <a:pt x="1607" y="3266"/>
                    </a:cubicBezTo>
                    <a:lnTo>
                      <a:pt x="2650" y="6670"/>
                    </a:lnTo>
                    <a:lnTo>
                      <a:pt x="4594" y="6468"/>
                    </a:lnTo>
                    <a:lnTo>
                      <a:pt x="2525" y="2746"/>
                    </a:lnTo>
                    <a:cubicBezTo>
                      <a:pt x="2525" y="2746"/>
                      <a:pt x="2402" y="1827"/>
                      <a:pt x="2376" y="1571"/>
                    </a:cubicBezTo>
                    <a:cubicBezTo>
                      <a:pt x="2349" y="1315"/>
                      <a:pt x="2143" y="614"/>
                      <a:pt x="2088" y="597"/>
                    </a:cubicBezTo>
                    <a:cubicBezTo>
                      <a:pt x="2033" y="579"/>
                      <a:pt x="1805" y="553"/>
                      <a:pt x="1850" y="1035"/>
                    </a:cubicBezTo>
                    <a:cubicBezTo>
                      <a:pt x="1866" y="1212"/>
                      <a:pt x="1843" y="1248"/>
                      <a:pt x="1843" y="1248"/>
                    </a:cubicBezTo>
                    <a:cubicBezTo>
                      <a:pt x="1843" y="1248"/>
                      <a:pt x="948" y="0"/>
                      <a:pt x="853" y="5"/>
                    </a:cubicBezTo>
                    <a:cubicBezTo>
                      <a:pt x="759" y="10"/>
                      <a:pt x="680" y="160"/>
                      <a:pt x="740" y="333"/>
                    </a:cubicBezTo>
                    <a:cubicBezTo>
                      <a:pt x="800" y="505"/>
                      <a:pt x="1433" y="1273"/>
                      <a:pt x="1433" y="1273"/>
                    </a:cubicBezTo>
                    <a:cubicBezTo>
                      <a:pt x="1433" y="1273"/>
                      <a:pt x="310" y="287"/>
                      <a:pt x="154" y="502"/>
                    </a:cubicBezTo>
                    <a:cubicBezTo>
                      <a:pt x="39" y="661"/>
                      <a:pt x="1158" y="1457"/>
                      <a:pt x="1158" y="1457"/>
                    </a:cubicBezTo>
                    <a:cubicBezTo>
                      <a:pt x="1158" y="1457"/>
                      <a:pt x="202" y="953"/>
                      <a:pt x="101" y="1069"/>
                    </a:cubicBezTo>
                    <a:cubicBezTo>
                      <a:pt x="0" y="1185"/>
                      <a:pt x="1100" y="1837"/>
                      <a:pt x="1100" y="1837"/>
                    </a:cubicBezTo>
                  </a:path>
                </a:pathLst>
              </a:custGeom>
              <a:solidFill>
                <a:srgbClr val="F29F8C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0" name="Google Shape;610;p36"/>
              <p:cNvSpPr/>
              <p:nvPr/>
            </p:nvSpPr>
            <p:spPr>
              <a:xfrm>
                <a:off x="8085506" y="2064672"/>
                <a:ext cx="93021" cy="57395"/>
              </a:xfrm>
              <a:custGeom>
                <a:avLst/>
                <a:gdLst/>
                <a:ahLst/>
                <a:cxnLst/>
                <a:rect l="l" t="t" r="r" b="b"/>
                <a:pathLst>
                  <a:path w="207" h="127" extrusionOk="0">
                    <a:moveTo>
                      <a:pt x="6" y="126"/>
                    </a:moveTo>
                    <a:cubicBezTo>
                      <a:pt x="2" y="126"/>
                      <a:pt x="0" y="123"/>
                      <a:pt x="0" y="120"/>
                    </a:cubicBezTo>
                    <a:cubicBezTo>
                      <a:pt x="0" y="116"/>
                      <a:pt x="2" y="113"/>
                      <a:pt x="5" y="113"/>
                    </a:cubicBezTo>
                    <a:cubicBezTo>
                      <a:pt x="81" y="109"/>
                      <a:pt x="152" y="67"/>
                      <a:pt x="193" y="4"/>
                    </a:cubicBezTo>
                    <a:cubicBezTo>
                      <a:pt x="195" y="1"/>
                      <a:pt x="199" y="0"/>
                      <a:pt x="202" y="2"/>
                    </a:cubicBezTo>
                    <a:cubicBezTo>
                      <a:pt x="205" y="4"/>
                      <a:pt x="206" y="8"/>
                      <a:pt x="204" y="11"/>
                    </a:cubicBezTo>
                    <a:cubicBezTo>
                      <a:pt x="161" y="76"/>
                      <a:pt x="86" y="121"/>
                      <a:pt x="6" y="126"/>
                    </a:cubicBezTo>
                  </a:path>
                </a:pathLst>
              </a:custGeom>
              <a:solidFill>
                <a:srgbClr val="D06B6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1" name="Google Shape;611;p36"/>
              <p:cNvSpPr/>
              <p:nvPr/>
            </p:nvSpPr>
            <p:spPr>
              <a:xfrm>
                <a:off x="8196339" y="2217069"/>
                <a:ext cx="83125" cy="59375"/>
              </a:xfrm>
              <a:custGeom>
                <a:avLst/>
                <a:gdLst/>
                <a:ahLst/>
                <a:cxnLst/>
                <a:rect l="l" t="t" r="r" b="b"/>
                <a:pathLst>
                  <a:path w="185" h="132" extrusionOk="0">
                    <a:moveTo>
                      <a:pt x="8" y="131"/>
                    </a:moveTo>
                    <a:cubicBezTo>
                      <a:pt x="5" y="131"/>
                      <a:pt x="2" y="129"/>
                      <a:pt x="1" y="125"/>
                    </a:cubicBezTo>
                    <a:cubicBezTo>
                      <a:pt x="0" y="121"/>
                      <a:pt x="3" y="118"/>
                      <a:pt x="7" y="117"/>
                    </a:cubicBezTo>
                    <a:cubicBezTo>
                      <a:pt x="64" y="109"/>
                      <a:pt x="119" y="71"/>
                      <a:pt x="171" y="4"/>
                    </a:cubicBezTo>
                    <a:cubicBezTo>
                      <a:pt x="173" y="1"/>
                      <a:pt x="177" y="0"/>
                      <a:pt x="180" y="3"/>
                    </a:cubicBezTo>
                    <a:cubicBezTo>
                      <a:pt x="183" y="5"/>
                      <a:pt x="184" y="10"/>
                      <a:pt x="181" y="13"/>
                    </a:cubicBezTo>
                    <a:cubicBezTo>
                      <a:pt x="128" y="81"/>
                      <a:pt x="70" y="121"/>
                      <a:pt x="10" y="131"/>
                    </a:cubicBezTo>
                    <a:cubicBezTo>
                      <a:pt x="9" y="131"/>
                      <a:pt x="9" y="131"/>
                      <a:pt x="8" y="131"/>
                    </a:cubicBezTo>
                  </a:path>
                </a:pathLst>
              </a:custGeom>
              <a:solidFill>
                <a:srgbClr val="D06B6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2" name="Google Shape;612;p36"/>
              <p:cNvSpPr/>
              <p:nvPr/>
            </p:nvSpPr>
            <p:spPr>
              <a:xfrm>
                <a:off x="7907380" y="2221027"/>
                <a:ext cx="79167" cy="55417"/>
              </a:xfrm>
              <a:custGeom>
                <a:avLst/>
                <a:gdLst/>
                <a:ahLst/>
                <a:cxnLst/>
                <a:rect l="l" t="t" r="r" b="b"/>
                <a:pathLst>
                  <a:path w="177" h="123" extrusionOk="0">
                    <a:moveTo>
                      <a:pt x="8" y="121"/>
                    </a:moveTo>
                    <a:cubicBezTo>
                      <a:pt x="5" y="121"/>
                      <a:pt x="2" y="119"/>
                      <a:pt x="1" y="116"/>
                    </a:cubicBezTo>
                    <a:cubicBezTo>
                      <a:pt x="0" y="112"/>
                      <a:pt x="2" y="109"/>
                      <a:pt x="6" y="108"/>
                    </a:cubicBezTo>
                    <a:cubicBezTo>
                      <a:pt x="68" y="91"/>
                      <a:pt x="123" y="54"/>
                      <a:pt x="163" y="4"/>
                    </a:cubicBezTo>
                    <a:cubicBezTo>
                      <a:pt x="165" y="1"/>
                      <a:pt x="170" y="0"/>
                      <a:pt x="173" y="3"/>
                    </a:cubicBezTo>
                    <a:cubicBezTo>
                      <a:pt x="175" y="5"/>
                      <a:pt x="176" y="9"/>
                      <a:pt x="174" y="12"/>
                    </a:cubicBezTo>
                    <a:cubicBezTo>
                      <a:pt x="133" y="65"/>
                      <a:pt x="74" y="104"/>
                      <a:pt x="10" y="122"/>
                    </a:cubicBezTo>
                    <a:cubicBezTo>
                      <a:pt x="9" y="121"/>
                      <a:pt x="9" y="121"/>
                      <a:pt x="8" y="121"/>
                    </a:cubicBezTo>
                  </a:path>
                </a:pathLst>
              </a:custGeom>
              <a:solidFill>
                <a:srgbClr val="D06B6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3" name="Google Shape;613;p36"/>
              <p:cNvSpPr/>
              <p:nvPr/>
            </p:nvSpPr>
            <p:spPr>
              <a:xfrm>
                <a:off x="8039984" y="2312070"/>
                <a:ext cx="81145" cy="67292"/>
              </a:xfrm>
              <a:custGeom>
                <a:avLst/>
                <a:gdLst/>
                <a:ahLst/>
                <a:cxnLst/>
                <a:rect l="l" t="t" r="r" b="b"/>
                <a:pathLst>
                  <a:path w="180" h="152" extrusionOk="0">
                    <a:moveTo>
                      <a:pt x="7" y="151"/>
                    </a:moveTo>
                    <a:cubicBezTo>
                      <a:pt x="4" y="151"/>
                      <a:pt x="2" y="149"/>
                      <a:pt x="1" y="147"/>
                    </a:cubicBezTo>
                    <a:cubicBezTo>
                      <a:pt x="0" y="144"/>
                      <a:pt x="1" y="140"/>
                      <a:pt x="5" y="139"/>
                    </a:cubicBezTo>
                    <a:cubicBezTo>
                      <a:pt x="39" y="125"/>
                      <a:pt x="73" y="110"/>
                      <a:pt x="102" y="89"/>
                    </a:cubicBezTo>
                    <a:cubicBezTo>
                      <a:pt x="125" y="73"/>
                      <a:pt x="155" y="45"/>
                      <a:pt x="165" y="5"/>
                    </a:cubicBezTo>
                    <a:cubicBezTo>
                      <a:pt x="166" y="2"/>
                      <a:pt x="170" y="0"/>
                      <a:pt x="173" y="1"/>
                    </a:cubicBezTo>
                    <a:cubicBezTo>
                      <a:pt x="177" y="2"/>
                      <a:pt x="179" y="5"/>
                      <a:pt x="178" y="8"/>
                    </a:cubicBezTo>
                    <a:cubicBezTo>
                      <a:pt x="166" y="51"/>
                      <a:pt x="135" y="82"/>
                      <a:pt x="110" y="99"/>
                    </a:cubicBezTo>
                    <a:cubicBezTo>
                      <a:pt x="80" y="121"/>
                      <a:pt x="44" y="136"/>
                      <a:pt x="10" y="149"/>
                    </a:cubicBezTo>
                    <a:cubicBezTo>
                      <a:pt x="8" y="151"/>
                      <a:pt x="7" y="151"/>
                      <a:pt x="7" y="151"/>
                    </a:cubicBezTo>
                  </a:path>
                </a:pathLst>
              </a:custGeom>
              <a:solidFill>
                <a:srgbClr val="D06B6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4" name="Google Shape;614;p36"/>
              <p:cNvSpPr/>
              <p:nvPr/>
            </p:nvSpPr>
            <p:spPr>
              <a:xfrm>
                <a:off x="7869775" y="2397174"/>
                <a:ext cx="47500" cy="6927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54" extrusionOk="0">
                    <a:moveTo>
                      <a:pt x="8" y="153"/>
                    </a:moveTo>
                    <a:cubicBezTo>
                      <a:pt x="6" y="153"/>
                      <a:pt x="3" y="152"/>
                      <a:pt x="2" y="150"/>
                    </a:cubicBezTo>
                    <a:cubicBezTo>
                      <a:pt x="0" y="147"/>
                      <a:pt x="1" y="143"/>
                      <a:pt x="4" y="141"/>
                    </a:cubicBezTo>
                    <a:cubicBezTo>
                      <a:pt x="32" y="124"/>
                      <a:pt x="53" y="105"/>
                      <a:pt x="67" y="85"/>
                    </a:cubicBezTo>
                    <a:cubicBezTo>
                      <a:pt x="84" y="60"/>
                      <a:pt x="93" y="34"/>
                      <a:pt x="90" y="8"/>
                    </a:cubicBezTo>
                    <a:cubicBezTo>
                      <a:pt x="90" y="4"/>
                      <a:pt x="92" y="1"/>
                      <a:pt x="96" y="0"/>
                    </a:cubicBezTo>
                    <a:cubicBezTo>
                      <a:pt x="99" y="0"/>
                      <a:pt x="102" y="2"/>
                      <a:pt x="103" y="6"/>
                    </a:cubicBezTo>
                    <a:cubicBezTo>
                      <a:pt x="106" y="34"/>
                      <a:pt x="97" y="65"/>
                      <a:pt x="78" y="92"/>
                    </a:cubicBezTo>
                    <a:cubicBezTo>
                      <a:pt x="62" y="114"/>
                      <a:pt x="40" y="133"/>
                      <a:pt x="11" y="152"/>
                    </a:cubicBezTo>
                    <a:cubicBezTo>
                      <a:pt x="10" y="153"/>
                      <a:pt x="9" y="153"/>
                      <a:pt x="8" y="153"/>
                    </a:cubicBezTo>
                  </a:path>
                </a:pathLst>
              </a:custGeom>
              <a:solidFill>
                <a:srgbClr val="D06B6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5" name="Google Shape;615;p36"/>
              <p:cNvSpPr/>
              <p:nvPr/>
            </p:nvSpPr>
            <p:spPr>
              <a:xfrm>
                <a:off x="7992484" y="2470404"/>
                <a:ext cx="53437" cy="79167"/>
              </a:xfrm>
              <a:custGeom>
                <a:avLst/>
                <a:gdLst/>
                <a:ahLst/>
                <a:cxnLst/>
                <a:rect l="l" t="t" r="r" b="b"/>
                <a:pathLst>
                  <a:path w="121" h="175" extrusionOk="0">
                    <a:moveTo>
                      <a:pt x="6" y="174"/>
                    </a:moveTo>
                    <a:cubicBezTo>
                      <a:pt x="4" y="174"/>
                      <a:pt x="3" y="173"/>
                      <a:pt x="2" y="172"/>
                    </a:cubicBezTo>
                    <a:cubicBezTo>
                      <a:pt x="0" y="170"/>
                      <a:pt x="0" y="166"/>
                      <a:pt x="3" y="163"/>
                    </a:cubicBezTo>
                    <a:cubicBezTo>
                      <a:pt x="27" y="142"/>
                      <a:pt x="53" y="121"/>
                      <a:pt x="73" y="94"/>
                    </a:cubicBezTo>
                    <a:cubicBezTo>
                      <a:pt x="88" y="74"/>
                      <a:pt x="106" y="43"/>
                      <a:pt x="105" y="7"/>
                    </a:cubicBezTo>
                    <a:cubicBezTo>
                      <a:pt x="105" y="3"/>
                      <a:pt x="108" y="0"/>
                      <a:pt x="112" y="0"/>
                    </a:cubicBezTo>
                    <a:lnTo>
                      <a:pt x="112" y="0"/>
                    </a:lnTo>
                    <a:cubicBezTo>
                      <a:pt x="116" y="0"/>
                      <a:pt x="119" y="3"/>
                      <a:pt x="119" y="7"/>
                    </a:cubicBezTo>
                    <a:cubicBezTo>
                      <a:pt x="120" y="47"/>
                      <a:pt x="100" y="81"/>
                      <a:pt x="84" y="103"/>
                    </a:cubicBezTo>
                    <a:cubicBezTo>
                      <a:pt x="63" y="130"/>
                      <a:pt x="37" y="152"/>
                      <a:pt x="11" y="173"/>
                    </a:cubicBezTo>
                    <a:cubicBezTo>
                      <a:pt x="9" y="174"/>
                      <a:pt x="7" y="174"/>
                      <a:pt x="6" y="174"/>
                    </a:cubicBezTo>
                  </a:path>
                </a:pathLst>
              </a:custGeom>
              <a:solidFill>
                <a:srgbClr val="D06B6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6" name="Google Shape;616;p36"/>
              <p:cNvSpPr/>
              <p:nvPr/>
            </p:nvSpPr>
            <p:spPr>
              <a:xfrm>
                <a:off x="7907380" y="2591133"/>
                <a:ext cx="43542" cy="77187"/>
              </a:xfrm>
              <a:custGeom>
                <a:avLst/>
                <a:gdLst/>
                <a:ahLst/>
                <a:cxnLst/>
                <a:rect l="l" t="t" r="r" b="b"/>
                <a:pathLst>
                  <a:path w="99" h="170" extrusionOk="0">
                    <a:moveTo>
                      <a:pt x="8" y="169"/>
                    </a:moveTo>
                    <a:cubicBezTo>
                      <a:pt x="6" y="169"/>
                      <a:pt x="4" y="168"/>
                      <a:pt x="3" y="167"/>
                    </a:cubicBezTo>
                    <a:cubicBezTo>
                      <a:pt x="0" y="164"/>
                      <a:pt x="1" y="161"/>
                      <a:pt x="3" y="158"/>
                    </a:cubicBezTo>
                    <a:cubicBezTo>
                      <a:pt x="23" y="140"/>
                      <a:pt x="46" y="117"/>
                      <a:pt x="62" y="91"/>
                    </a:cubicBezTo>
                    <a:cubicBezTo>
                      <a:pt x="78" y="63"/>
                      <a:pt x="85" y="34"/>
                      <a:pt x="80" y="8"/>
                    </a:cubicBezTo>
                    <a:cubicBezTo>
                      <a:pt x="79" y="4"/>
                      <a:pt x="82" y="2"/>
                      <a:pt x="85" y="1"/>
                    </a:cubicBezTo>
                    <a:cubicBezTo>
                      <a:pt x="89" y="0"/>
                      <a:pt x="92" y="3"/>
                      <a:pt x="93" y="5"/>
                    </a:cubicBezTo>
                    <a:cubicBezTo>
                      <a:pt x="98" y="34"/>
                      <a:pt x="91" y="66"/>
                      <a:pt x="73" y="97"/>
                    </a:cubicBezTo>
                    <a:cubicBezTo>
                      <a:pt x="55" y="124"/>
                      <a:pt x="33" y="147"/>
                      <a:pt x="12" y="166"/>
                    </a:cubicBezTo>
                    <a:cubicBezTo>
                      <a:pt x="11" y="169"/>
                      <a:pt x="9" y="169"/>
                      <a:pt x="8" y="169"/>
                    </a:cubicBezTo>
                  </a:path>
                </a:pathLst>
              </a:custGeom>
              <a:solidFill>
                <a:srgbClr val="D06B6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7" name="Google Shape;617;p36"/>
              <p:cNvSpPr/>
              <p:nvPr/>
            </p:nvSpPr>
            <p:spPr>
              <a:xfrm>
                <a:off x="8006339" y="2658425"/>
                <a:ext cx="25729" cy="63334"/>
              </a:xfrm>
              <a:custGeom>
                <a:avLst/>
                <a:gdLst/>
                <a:ahLst/>
                <a:cxnLst/>
                <a:rect l="l" t="t" r="r" b="b"/>
                <a:pathLst>
                  <a:path w="59" h="143" extrusionOk="0">
                    <a:moveTo>
                      <a:pt x="7" y="142"/>
                    </a:moveTo>
                    <a:cubicBezTo>
                      <a:pt x="6" y="142"/>
                      <a:pt x="5" y="142"/>
                      <a:pt x="4" y="141"/>
                    </a:cubicBezTo>
                    <a:cubicBezTo>
                      <a:pt x="1" y="139"/>
                      <a:pt x="0" y="135"/>
                      <a:pt x="1" y="133"/>
                    </a:cubicBezTo>
                    <a:cubicBezTo>
                      <a:pt x="23" y="94"/>
                      <a:pt x="38" y="50"/>
                      <a:pt x="45" y="6"/>
                    </a:cubicBezTo>
                    <a:cubicBezTo>
                      <a:pt x="46" y="2"/>
                      <a:pt x="49" y="0"/>
                      <a:pt x="53" y="0"/>
                    </a:cubicBezTo>
                    <a:cubicBezTo>
                      <a:pt x="57" y="1"/>
                      <a:pt x="58" y="4"/>
                      <a:pt x="58" y="8"/>
                    </a:cubicBezTo>
                    <a:cubicBezTo>
                      <a:pt x="52" y="54"/>
                      <a:pt x="36" y="99"/>
                      <a:pt x="13" y="139"/>
                    </a:cubicBezTo>
                    <a:cubicBezTo>
                      <a:pt x="12" y="141"/>
                      <a:pt x="10" y="142"/>
                      <a:pt x="7" y="142"/>
                    </a:cubicBezTo>
                  </a:path>
                </a:pathLst>
              </a:custGeom>
              <a:solidFill>
                <a:srgbClr val="D06B6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8" name="Google Shape;618;p36"/>
              <p:cNvSpPr/>
              <p:nvPr/>
            </p:nvSpPr>
            <p:spPr>
              <a:xfrm>
                <a:off x="8133006" y="2604988"/>
                <a:ext cx="53437" cy="116771"/>
              </a:xfrm>
              <a:custGeom>
                <a:avLst/>
                <a:gdLst/>
                <a:ahLst/>
                <a:cxnLst/>
                <a:rect l="l" t="t" r="r" b="b"/>
                <a:pathLst>
                  <a:path w="117" h="258" extrusionOk="0">
                    <a:moveTo>
                      <a:pt x="8" y="257"/>
                    </a:moveTo>
                    <a:cubicBezTo>
                      <a:pt x="7" y="257"/>
                      <a:pt x="7" y="257"/>
                      <a:pt x="6" y="257"/>
                    </a:cubicBezTo>
                    <a:cubicBezTo>
                      <a:pt x="2" y="256"/>
                      <a:pt x="0" y="253"/>
                      <a:pt x="1" y="249"/>
                    </a:cubicBezTo>
                    <a:cubicBezTo>
                      <a:pt x="26" y="164"/>
                      <a:pt x="60" y="82"/>
                      <a:pt x="103" y="5"/>
                    </a:cubicBezTo>
                    <a:cubicBezTo>
                      <a:pt x="105" y="2"/>
                      <a:pt x="110" y="0"/>
                      <a:pt x="112" y="2"/>
                    </a:cubicBezTo>
                    <a:cubicBezTo>
                      <a:pt x="115" y="4"/>
                      <a:pt x="116" y="8"/>
                      <a:pt x="114" y="11"/>
                    </a:cubicBezTo>
                    <a:cubicBezTo>
                      <a:pt x="73" y="87"/>
                      <a:pt x="38" y="168"/>
                      <a:pt x="14" y="252"/>
                    </a:cubicBezTo>
                    <a:cubicBezTo>
                      <a:pt x="13" y="255"/>
                      <a:pt x="11" y="257"/>
                      <a:pt x="8" y="257"/>
                    </a:cubicBezTo>
                  </a:path>
                </a:pathLst>
              </a:custGeom>
              <a:solidFill>
                <a:srgbClr val="D06B6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9" name="Google Shape;619;p36"/>
              <p:cNvSpPr/>
              <p:nvPr/>
            </p:nvSpPr>
            <p:spPr>
              <a:xfrm>
                <a:off x="8558528" y="2096339"/>
                <a:ext cx="91042" cy="130625"/>
              </a:xfrm>
              <a:custGeom>
                <a:avLst/>
                <a:gdLst/>
                <a:ahLst/>
                <a:cxnLst/>
                <a:rect l="l" t="t" r="r" b="b"/>
                <a:pathLst>
                  <a:path w="201" h="290" extrusionOk="0">
                    <a:moveTo>
                      <a:pt x="84" y="0"/>
                    </a:moveTo>
                    <a:cubicBezTo>
                      <a:pt x="84" y="0"/>
                      <a:pt x="0" y="22"/>
                      <a:pt x="5" y="47"/>
                    </a:cubicBezTo>
                    <a:cubicBezTo>
                      <a:pt x="10" y="72"/>
                      <a:pt x="53" y="254"/>
                      <a:pt x="114" y="272"/>
                    </a:cubicBezTo>
                    <a:cubicBezTo>
                      <a:pt x="174" y="289"/>
                      <a:pt x="200" y="266"/>
                      <a:pt x="200" y="266"/>
                    </a:cubicBezTo>
                    <a:cubicBezTo>
                      <a:pt x="200" y="266"/>
                      <a:pt x="135" y="37"/>
                      <a:pt x="84" y="0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0" name="Google Shape;620;p36"/>
              <p:cNvSpPr/>
              <p:nvPr/>
            </p:nvSpPr>
            <p:spPr>
              <a:xfrm>
                <a:off x="8556549" y="2114152"/>
                <a:ext cx="91042" cy="114792"/>
              </a:xfrm>
              <a:custGeom>
                <a:avLst/>
                <a:gdLst/>
                <a:ahLst/>
                <a:cxnLst/>
                <a:rect l="l" t="t" r="r" b="b"/>
                <a:pathLst>
                  <a:path w="203" h="256" extrusionOk="0">
                    <a:moveTo>
                      <a:pt x="153" y="248"/>
                    </a:moveTo>
                    <a:cubicBezTo>
                      <a:pt x="134" y="248"/>
                      <a:pt x="110" y="243"/>
                      <a:pt x="84" y="221"/>
                    </a:cubicBezTo>
                    <a:cubicBezTo>
                      <a:pt x="25" y="171"/>
                      <a:pt x="2" y="15"/>
                      <a:pt x="1" y="8"/>
                    </a:cubicBezTo>
                    <a:cubicBezTo>
                      <a:pt x="0" y="4"/>
                      <a:pt x="3" y="2"/>
                      <a:pt x="7" y="1"/>
                    </a:cubicBezTo>
                    <a:cubicBezTo>
                      <a:pt x="11" y="0"/>
                      <a:pt x="14" y="2"/>
                      <a:pt x="15" y="6"/>
                    </a:cubicBezTo>
                    <a:cubicBezTo>
                      <a:pt x="15" y="8"/>
                      <a:pt x="38" y="164"/>
                      <a:pt x="94" y="211"/>
                    </a:cubicBezTo>
                    <a:cubicBezTo>
                      <a:pt x="146" y="255"/>
                      <a:pt x="191" y="226"/>
                      <a:pt x="191" y="225"/>
                    </a:cubicBezTo>
                    <a:cubicBezTo>
                      <a:pt x="194" y="223"/>
                      <a:pt x="198" y="224"/>
                      <a:pt x="200" y="227"/>
                    </a:cubicBezTo>
                    <a:cubicBezTo>
                      <a:pt x="202" y="230"/>
                      <a:pt x="201" y="234"/>
                      <a:pt x="198" y="237"/>
                    </a:cubicBezTo>
                    <a:cubicBezTo>
                      <a:pt x="198" y="237"/>
                      <a:pt x="179" y="248"/>
                      <a:pt x="153" y="248"/>
                    </a:cubicBezTo>
                  </a:path>
                </a:pathLst>
              </a:custGeom>
              <a:solidFill>
                <a:srgbClr val="D06B6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1" name="Google Shape;621;p36"/>
              <p:cNvSpPr/>
              <p:nvPr/>
            </p:nvSpPr>
            <p:spPr>
              <a:xfrm>
                <a:off x="8182485" y="2529779"/>
                <a:ext cx="178126" cy="344379"/>
              </a:xfrm>
              <a:custGeom>
                <a:avLst/>
                <a:gdLst/>
                <a:ahLst/>
                <a:cxnLst/>
                <a:rect l="l" t="t" r="r" b="b"/>
                <a:pathLst>
                  <a:path w="398" h="767" extrusionOk="0">
                    <a:moveTo>
                      <a:pt x="11" y="766"/>
                    </a:moveTo>
                    <a:cubicBezTo>
                      <a:pt x="7" y="766"/>
                      <a:pt x="5" y="764"/>
                      <a:pt x="3" y="762"/>
                    </a:cubicBezTo>
                    <a:cubicBezTo>
                      <a:pt x="0" y="757"/>
                      <a:pt x="2" y="751"/>
                      <a:pt x="6" y="748"/>
                    </a:cubicBezTo>
                    <a:cubicBezTo>
                      <a:pt x="132" y="678"/>
                      <a:pt x="236" y="566"/>
                      <a:pt x="297" y="436"/>
                    </a:cubicBezTo>
                    <a:cubicBezTo>
                      <a:pt x="358" y="304"/>
                      <a:pt x="377" y="155"/>
                      <a:pt x="350" y="12"/>
                    </a:cubicBezTo>
                    <a:cubicBezTo>
                      <a:pt x="349" y="6"/>
                      <a:pt x="353" y="1"/>
                      <a:pt x="358" y="0"/>
                    </a:cubicBezTo>
                    <a:cubicBezTo>
                      <a:pt x="364" y="0"/>
                      <a:pt x="368" y="3"/>
                      <a:pt x="369" y="8"/>
                    </a:cubicBezTo>
                    <a:cubicBezTo>
                      <a:pt x="397" y="154"/>
                      <a:pt x="378" y="309"/>
                      <a:pt x="314" y="443"/>
                    </a:cubicBezTo>
                    <a:cubicBezTo>
                      <a:pt x="251" y="578"/>
                      <a:pt x="146" y="692"/>
                      <a:pt x="16" y="765"/>
                    </a:cubicBezTo>
                    <a:cubicBezTo>
                      <a:pt x="15" y="766"/>
                      <a:pt x="13" y="766"/>
                      <a:pt x="11" y="766"/>
                    </a:cubicBezTo>
                  </a:path>
                </a:pathLst>
              </a:custGeom>
              <a:solidFill>
                <a:srgbClr val="8543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2" name="Google Shape;622;p36"/>
              <p:cNvSpPr/>
              <p:nvPr/>
            </p:nvSpPr>
            <p:spPr>
              <a:xfrm>
                <a:off x="7879671" y="2248736"/>
                <a:ext cx="298855" cy="243438"/>
              </a:xfrm>
              <a:custGeom>
                <a:avLst/>
                <a:gdLst/>
                <a:ahLst/>
                <a:cxnLst/>
                <a:rect l="l" t="t" r="r" b="b"/>
                <a:pathLst>
                  <a:path w="664" h="541" extrusionOk="0">
                    <a:moveTo>
                      <a:pt x="653" y="540"/>
                    </a:moveTo>
                    <a:cubicBezTo>
                      <a:pt x="650" y="540"/>
                      <a:pt x="646" y="538"/>
                      <a:pt x="644" y="535"/>
                    </a:cubicBezTo>
                    <a:cubicBezTo>
                      <a:pt x="621" y="498"/>
                      <a:pt x="589" y="477"/>
                      <a:pt x="588" y="477"/>
                    </a:cubicBezTo>
                    <a:lnTo>
                      <a:pt x="5" y="19"/>
                    </a:lnTo>
                    <a:cubicBezTo>
                      <a:pt x="1" y="15"/>
                      <a:pt x="0" y="9"/>
                      <a:pt x="3" y="5"/>
                    </a:cubicBezTo>
                    <a:cubicBezTo>
                      <a:pt x="7" y="1"/>
                      <a:pt x="13" y="0"/>
                      <a:pt x="17" y="3"/>
                    </a:cubicBezTo>
                    <a:lnTo>
                      <a:pt x="600" y="460"/>
                    </a:lnTo>
                    <a:cubicBezTo>
                      <a:pt x="600" y="460"/>
                      <a:pt x="636" y="483"/>
                      <a:pt x="661" y="524"/>
                    </a:cubicBezTo>
                    <a:cubicBezTo>
                      <a:pt x="663" y="528"/>
                      <a:pt x="662" y="534"/>
                      <a:pt x="658" y="537"/>
                    </a:cubicBezTo>
                    <a:cubicBezTo>
                      <a:pt x="656" y="539"/>
                      <a:pt x="655" y="540"/>
                      <a:pt x="653" y="540"/>
                    </a:cubicBezTo>
                  </a:path>
                </a:pathLst>
              </a:custGeom>
              <a:solidFill>
                <a:srgbClr val="8543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3" name="Google Shape;623;p36"/>
              <p:cNvSpPr/>
              <p:nvPr/>
            </p:nvSpPr>
            <p:spPr>
              <a:xfrm>
                <a:off x="8008317" y="2015193"/>
                <a:ext cx="294894" cy="391876"/>
              </a:xfrm>
              <a:custGeom>
                <a:avLst/>
                <a:gdLst/>
                <a:ahLst/>
                <a:cxnLst/>
                <a:rect l="l" t="t" r="r" b="b"/>
                <a:pathLst>
                  <a:path w="657" h="871" extrusionOk="0">
                    <a:moveTo>
                      <a:pt x="647" y="870"/>
                    </a:moveTo>
                    <a:cubicBezTo>
                      <a:pt x="643" y="870"/>
                      <a:pt x="639" y="867"/>
                      <a:pt x="637" y="864"/>
                    </a:cubicBezTo>
                    <a:cubicBezTo>
                      <a:pt x="617" y="810"/>
                      <a:pt x="582" y="770"/>
                      <a:pt x="582" y="769"/>
                    </a:cubicBezTo>
                    <a:lnTo>
                      <a:pt x="3" y="16"/>
                    </a:lnTo>
                    <a:cubicBezTo>
                      <a:pt x="0" y="11"/>
                      <a:pt x="0" y="5"/>
                      <a:pt x="5" y="3"/>
                    </a:cubicBezTo>
                    <a:cubicBezTo>
                      <a:pt x="10" y="0"/>
                      <a:pt x="15" y="0"/>
                      <a:pt x="18" y="4"/>
                    </a:cubicBezTo>
                    <a:lnTo>
                      <a:pt x="596" y="758"/>
                    </a:lnTo>
                    <a:cubicBezTo>
                      <a:pt x="597" y="759"/>
                      <a:pt x="634" y="801"/>
                      <a:pt x="655" y="858"/>
                    </a:cubicBezTo>
                    <a:cubicBezTo>
                      <a:pt x="656" y="863"/>
                      <a:pt x="654" y="868"/>
                      <a:pt x="649" y="870"/>
                    </a:cubicBezTo>
                    <a:cubicBezTo>
                      <a:pt x="650" y="870"/>
                      <a:pt x="649" y="870"/>
                      <a:pt x="647" y="870"/>
                    </a:cubicBezTo>
                  </a:path>
                </a:pathLst>
              </a:custGeom>
              <a:solidFill>
                <a:srgbClr val="8543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4" name="Google Shape;624;p36"/>
              <p:cNvSpPr/>
              <p:nvPr/>
            </p:nvSpPr>
            <p:spPr>
              <a:xfrm>
                <a:off x="7834150" y="2549571"/>
                <a:ext cx="330521" cy="108854"/>
              </a:xfrm>
              <a:custGeom>
                <a:avLst/>
                <a:gdLst/>
                <a:ahLst/>
                <a:cxnLst/>
                <a:rect l="l" t="t" r="r" b="b"/>
                <a:pathLst>
                  <a:path w="737" h="243" extrusionOk="0">
                    <a:moveTo>
                      <a:pt x="724" y="242"/>
                    </a:moveTo>
                    <a:cubicBezTo>
                      <a:pt x="723" y="242"/>
                      <a:pt x="721" y="242"/>
                      <a:pt x="720" y="241"/>
                    </a:cubicBezTo>
                    <a:cubicBezTo>
                      <a:pt x="545" y="164"/>
                      <a:pt x="276" y="48"/>
                      <a:pt x="251" y="44"/>
                    </a:cubicBezTo>
                    <a:cubicBezTo>
                      <a:pt x="217" y="39"/>
                      <a:pt x="12" y="20"/>
                      <a:pt x="10" y="20"/>
                    </a:cubicBezTo>
                    <a:cubicBezTo>
                      <a:pt x="4" y="19"/>
                      <a:pt x="0" y="14"/>
                      <a:pt x="1" y="10"/>
                    </a:cubicBezTo>
                    <a:cubicBezTo>
                      <a:pt x="2" y="4"/>
                      <a:pt x="7" y="0"/>
                      <a:pt x="12" y="1"/>
                    </a:cubicBezTo>
                    <a:cubicBezTo>
                      <a:pt x="20" y="2"/>
                      <a:pt x="218" y="21"/>
                      <a:pt x="253" y="26"/>
                    </a:cubicBezTo>
                    <a:cubicBezTo>
                      <a:pt x="288" y="31"/>
                      <a:pt x="682" y="204"/>
                      <a:pt x="728" y="224"/>
                    </a:cubicBezTo>
                    <a:cubicBezTo>
                      <a:pt x="733" y="226"/>
                      <a:pt x="736" y="232"/>
                      <a:pt x="733" y="237"/>
                    </a:cubicBezTo>
                    <a:cubicBezTo>
                      <a:pt x="731" y="240"/>
                      <a:pt x="728" y="242"/>
                      <a:pt x="724" y="242"/>
                    </a:cubicBezTo>
                  </a:path>
                </a:pathLst>
              </a:custGeom>
              <a:solidFill>
                <a:srgbClr val="8543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5" name="Google Shape;625;p36"/>
              <p:cNvSpPr/>
              <p:nvPr/>
            </p:nvSpPr>
            <p:spPr>
              <a:xfrm>
                <a:off x="8245818" y="3091866"/>
                <a:ext cx="190001" cy="221668"/>
              </a:xfrm>
              <a:custGeom>
                <a:avLst/>
                <a:gdLst/>
                <a:ahLst/>
                <a:cxnLst/>
                <a:rect l="l" t="t" r="r" b="b"/>
                <a:pathLst>
                  <a:path w="425" h="495" extrusionOk="0">
                    <a:moveTo>
                      <a:pt x="413" y="494"/>
                    </a:moveTo>
                    <a:lnTo>
                      <a:pt x="413" y="494"/>
                    </a:lnTo>
                    <a:cubicBezTo>
                      <a:pt x="241" y="482"/>
                      <a:pt x="12" y="35"/>
                      <a:pt x="3" y="16"/>
                    </a:cubicBezTo>
                    <a:cubicBezTo>
                      <a:pt x="0" y="12"/>
                      <a:pt x="2" y="6"/>
                      <a:pt x="7" y="3"/>
                    </a:cubicBezTo>
                    <a:cubicBezTo>
                      <a:pt x="12" y="0"/>
                      <a:pt x="18" y="2"/>
                      <a:pt x="21" y="8"/>
                    </a:cubicBezTo>
                    <a:cubicBezTo>
                      <a:pt x="23" y="13"/>
                      <a:pt x="253" y="463"/>
                      <a:pt x="414" y="475"/>
                    </a:cubicBezTo>
                    <a:cubicBezTo>
                      <a:pt x="420" y="475"/>
                      <a:pt x="424" y="479"/>
                      <a:pt x="424" y="485"/>
                    </a:cubicBezTo>
                    <a:cubicBezTo>
                      <a:pt x="423" y="489"/>
                      <a:pt x="419" y="494"/>
                      <a:pt x="413" y="494"/>
                    </a:cubicBezTo>
                  </a:path>
                </a:pathLst>
              </a:custGeom>
              <a:solidFill>
                <a:srgbClr val="8543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6" name="Google Shape;626;p36"/>
              <p:cNvSpPr/>
              <p:nvPr/>
            </p:nvSpPr>
            <p:spPr>
              <a:xfrm>
                <a:off x="8475403" y="2181444"/>
                <a:ext cx="122709" cy="488858"/>
              </a:xfrm>
              <a:custGeom>
                <a:avLst/>
                <a:gdLst/>
                <a:ahLst/>
                <a:cxnLst/>
                <a:rect l="l" t="t" r="r" b="b"/>
                <a:pathLst>
                  <a:path w="275" h="1089" extrusionOk="0">
                    <a:moveTo>
                      <a:pt x="263" y="1088"/>
                    </a:moveTo>
                    <a:cubicBezTo>
                      <a:pt x="261" y="1088"/>
                      <a:pt x="260" y="1087"/>
                      <a:pt x="258" y="1086"/>
                    </a:cubicBezTo>
                    <a:cubicBezTo>
                      <a:pt x="62" y="961"/>
                      <a:pt x="32" y="729"/>
                      <a:pt x="16" y="461"/>
                    </a:cubicBezTo>
                    <a:cubicBezTo>
                      <a:pt x="0" y="216"/>
                      <a:pt x="18" y="12"/>
                      <a:pt x="18" y="10"/>
                    </a:cubicBezTo>
                    <a:cubicBezTo>
                      <a:pt x="19" y="4"/>
                      <a:pt x="24" y="0"/>
                      <a:pt x="29" y="1"/>
                    </a:cubicBezTo>
                    <a:cubicBezTo>
                      <a:pt x="35" y="2"/>
                      <a:pt x="39" y="7"/>
                      <a:pt x="38" y="12"/>
                    </a:cubicBezTo>
                    <a:cubicBezTo>
                      <a:pt x="38" y="13"/>
                      <a:pt x="19" y="216"/>
                      <a:pt x="35" y="460"/>
                    </a:cubicBezTo>
                    <a:cubicBezTo>
                      <a:pt x="51" y="722"/>
                      <a:pt x="80" y="950"/>
                      <a:pt x="268" y="1070"/>
                    </a:cubicBezTo>
                    <a:cubicBezTo>
                      <a:pt x="273" y="1073"/>
                      <a:pt x="274" y="1078"/>
                      <a:pt x="271" y="1083"/>
                    </a:cubicBezTo>
                    <a:cubicBezTo>
                      <a:pt x="270" y="1086"/>
                      <a:pt x="266" y="1088"/>
                      <a:pt x="263" y="1088"/>
                    </a:cubicBezTo>
                  </a:path>
                </a:pathLst>
              </a:custGeom>
              <a:solidFill>
                <a:srgbClr val="8543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7" name="Google Shape;627;p36"/>
              <p:cNvSpPr/>
              <p:nvPr/>
            </p:nvSpPr>
            <p:spPr>
              <a:xfrm>
                <a:off x="8394257" y="2561446"/>
                <a:ext cx="126667" cy="522501"/>
              </a:xfrm>
              <a:custGeom>
                <a:avLst/>
                <a:gdLst/>
                <a:ahLst/>
                <a:cxnLst/>
                <a:rect l="l" t="t" r="r" b="b"/>
                <a:pathLst>
                  <a:path w="283" h="1163" extrusionOk="0">
                    <a:moveTo>
                      <a:pt x="138" y="1162"/>
                    </a:moveTo>
                    <a:cubicBezTo>
                      <a:pt x="134" y="1162"/>
                      <a:pt x="130" y="1160"/>
                      <a:pt x="128" y="1156"/>
                    </a:cubicBezTo>
                    <a:cubicBezTo>
                      <a:pt x="127" y="1154"/>
                      <a:pt x="51" y="957"/>
                      <a:pt x="29" y="719"/>
                    </a:cubicBezTo>
                    <a:cubicBezTo>
                      <a:pt x="0" y="402"/>
                      <a:pt x="81" y="155"/>
                      <a:pt x="264" y="4"/>
                    </a:cubicBezTo>
                    <a:cubicBezTo>
                      <a:pt x="268" y="0"/>
                      <a:pt x="275" y="1"/>
                      <a:pt x="279" y="5"/>
                    </a:cubicBezTo>
                    <a:cubicBezTo>
                      <a:pt x="282" y="9"/>
                      <a:pt x="281" y="15"/>
                      <a:pt x="278" y="19"/>
                    </a:cubicBezTo>
                    <a:cubicBezTo>
                      <a:pt x="54" y="204"/>
                      <a:pt x="30" y="500"/>
                      <a:pt x="50" y="716"/>
                    </a:cubicBezTo>
                    <a:cubicBezTo>
                      <a:pt x="71" y="952"/>
                      <a:pt x="147" y="1146"/>
                      <a:pt x="147" y="1148"/>
                    </a:cubicBezTo>
                    <a:cubicBezTo>
                      <a:pt x="149" y="1153"/>
                      <a:pt x="146" y="1158"/>
                      <a:pt x="141" y="1160"/>
                    </a:cubicBezTo>
                    <a:cubicBezTo>
                      <a:pt x="139" y="1162"/>
                      <a:pt x="138" y="1162"/>
                      <a:pt x="138" y="1162"/>
                    </a:cubicBezTo>
                  </a:path>
                </a:pathLst>
              </a:custGeom>
              <a:solidFill>
                <a:srgbClr val="8543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8" name="Google Shape;628;p36"/>
              <p:cNvSpPr/>
              <p:nvPr/>
            </p:nvSpPr>
            <p:spPr>
              <a:xfrm>
                <a:off x="8038005" y="2050818"/>
                <a:ext cx="1684283" cy="2770858"/>
              </a:xfrm>
              <a:custGeom>
                <a:avLst/>
                <a:gdLst/>
                <a:ahLst/>
                <a:cxnLst/>
                <a:rect l="l" t="t" r="r" b="b"/>
                <a:pathLst>
                  <a:path w="3751" h="6172" extrusionOk="0">
                    <a:moveTo>
                      <a:pt x="0" y="0"/>
                    </a:moveTo>
                    <a:cubicBezTo>
                      <a:pt x="0" y="0"/>
                      <a:pt x="589" y="38"/>
                      <a:pt x="833" y="645"/>
                    </a:cubicBezTo>
                    <a:cubicBezTo>
                      <a:pt x="1078" y="1253"/>
                      <a:pt x="838" y="1443"/>
                      <a:pt x="827" y="1825"/>
                    </a:cubicBezTo>
                    <a:cubicBezTo>
                      <a:pt x="816" y="2207"/>
                      <a:pt x="1018" y="2604"/>
                      <a:pt x="1211" y="2626"/>
                    </a:cubicBezTo>
                    <a:cubicBezTo>
                      <a:pt x="1402" y="2648"/>
                      <a:pt x="1499" y="2481"/>
                      <a:pt x="1499" y="2481"/>
                    </a:cubicBezTo>
                    <a:cubicBezTo>
                      <a:pt x="1499" y="2481"/>
                      <a:pt x="1444" y="2702"/>
                      <a:pt x="1105" y="2817"/>
                    </a:cubicBezTo>
                    <a:cubicBezTo>
                      <a:pt x="1105" y="2817"/>
                      <a:pt x="1643" y="5011"/>
                      <a:pt x="3750" y="5969"/>
                    </a:cubicBezTo>
                    <a:lnTo>
                      <a:pt x="1806" y="6171"/>
                    </a:lnTo>
                    <a:lnTo>
                      <a:pt x="739" y="2718"/>
                    </a:lnTo>
                    <a:cubicBezTo>
                      <a:pt x="739" y="2718"/>
                      <a:pt x="284" y="2281"/>
                      <a:pt x="148" y="1611"/>
                    </a:cubicBezTo>
                    <a:lnTo>
                      <a:pt x="446" y="526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CD493C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9" name="Google Shape;629;p36"/>
              <p:cNvSpPr/>
              <p:nvPr/>
            </p:nvSpPr>
            <p:spPr>
              <a:xfrm>
                <a:off x="7426439" y="2064672"/>
                <a:ext cx="431459" cy="661045"/>
              </a:xfrm>
              <a:custGeom>
                <a:avLst/>
                <a:gdLst/>
                <a:ahLst/>
                <a:cxnLst/>
                <a:rect l="l" t="t" r="r" b="b"/>
                <a:pathLst>
                  <a:path w="962" h="1474" extrusionOk="0">
                    <a:moveTo>
                      <a:pt x="407" y="1473"/>
                    </a:moveTo>
                    <a:cubicBezTo>
                      <a:pt x="407" y="1473"/>
                      <a:pt x="0" y="1415"/>
                      <a:pt x="118" y="934"/>
                    </a:cubicBezTo>
                    <a:cubicBezTo>
                      <a:pt x="237" y="453"/>
                      <a:pt x="487" y="483"/>
                      <a:pt x="377" y="89"/>
                    </a:cubicBezTo>
                    <a:cubicBezTo>
                      <a:pt x="392" y="72"/>
                      <a:pt x="423" y="41"/>
                      <a:pt x="474" y="22"/>
                    </a:cubicBezTo>
                    <a:cubicBezTo>
                      <a:pt x="532" y="0"/>
                      <a:pt x="583" y="7"/>
                      <a:pt x="605" y="11"/>
                    </a:cubicBezTo>
                    <a:cubicBezTo>
                      <a:pt x="615" y="149"/>
                      <a:pt x="641" y="194"/>
                      <a:pt x="667" y="194"/>
                    </a:cubicBezTo>
                    <a:cubicBezTo>
                      <a:pt x="712" y="197"/>
                      <a:pt x="778" y="124"/>
                      <a:pt x="817" y="181"/>
                    </a:cubicBezTo>
                    <a:cubicBezTo>
                      <a:pt x="855" y="238"/>
                      <a:pt x="920" y="388"/>
                      <a:pt x="941" y="657"/>
                    </a:cubicBezTo>
                    <a:cubicBezTo>
                      <a:pt x="961" y="928"/>
                      <a:pt x="407" y="1473"/>
                      <a:pt x="407" y="1473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0" name="Google Shape;630;p36"/>
              <p:cNvSpPr/>
              <p:nvPr/>
            </p:nvSpPr>
            <p:spPr>
              <a:xfrm>
                <a:off x="7426439" y="2468424"/>
                <a:ext cx="286980" cy="255313"/>
              </a:xfrm>
              <a:custGeom>
                <a:avLst/>
                <a:gdLst/>
                <a:ahLst/>
                <a:cxnLst/>
                <a:rect l="l" t="t" r="r" b="b"/>
                <a:pathLst>
                  <a:path w="638" h="571" extrusionOk="0">
                    <a:moveTo>
                      <a:pt x="426" y="152"/>
                    </a:moveTo>
                    <a:cubicBezTo>
                      <a:pt x="262" y="161"/>
                      <a:pt x="173" y="93"/>
                      <a:pt x="126" y="0"/>
                    </a:cubicBezTo>
                    <a:cubicBezTo>
                      <a:pt x="123" y="10"/>
                      <a:pt x="121" y="20"/>
                      <a:pt x="119" y="31"/>
                    </a:cubicBezTo>
                    <a:cubicBezTo>
                      <a:pt x="0" y="512"/>
                      <a:pt x="408" y="570"/>
                      <a:pt x="408" y="570"/>
                    </a:cubicBezTo>
                    <a:cubicBezTo>
                      <a:pt x="408" y="570"/>
                      <a:pt x="488" y="491"/>
                      <a:pt x="587" y="378"/>
                    </a:cubicBezTo>
                    <a:cubicBezTo>
                      <a:pt x="637" y="254"/>
                      <a:pt x="605" y="141"/>
                      <a:pt x="426" y="152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1" name="Google Shape;631;p36"/>
              <p:cNvSpPr/>
              <p:nvPr/>
            </p:nvSpPr>
            <p:spPr>
              <a:xfrm>
                <a:off x="7590712" y="2054776"/>
                <a:ext cx="629378" cy="498754"/>
              </a:xfrm>
              <a:custGeom>
                <a:avLst/>
                <a:gdLst/>
                <a:ahLst/>
                <a:cxnLst/>
                <a:rect l="l" t="t" r="r" b="b"/>
                <a:pathLst>
                  <a:path w="1404" h="1110" extrusionOk="0">
                    <a:moveTo>
                      <a:pt x="137" y="1109"/>
                    </a:moveTo>
                    <a:cubicBezTo>
                      <a:pt x="137" y="1109"/>
                      <a:pt x="0" y="857"/>
                      <a:pt x="135" y="611"/>
                    </a:cubicBezTo>
                    <a:cubicBezTo>
                      <a:pt x="271" y="365"/>
                      <a:pt x="566" y="373"/>
                      <a:pt x="587" y="242"/>
                    </a:cubicBezTo>
                    <a:cubicBezTo>
                      <a:pt x="609" y="112"/>
                      <a:pt x="586" y="61"/>
                      <a:pt x="586" y="61"/>
                    </a:cubicBezTo>
                    <a:cubicBezTo>
                      <a:pt x="598" y="49"/>
                      <a:pt x="630" y="18"/>
                      <a:pt x="682" y="8"/>
                    </a:cubicBezTo>
                    <a:cubicBezTo>
                      <a:pt x="722" y="0"/>
                      <a:pt x="755" y="8"/>
                      <a:pt x="770" y="13"/>
                    </a:cubicBezTo>
                    <a:cubicBezTo>
                      <a:pt x="774" y="149"/>
                      <a:pt x="812" y="256"/>
                      <a:pt x="867" y="257"/>
                    </a:cubicBezTo>
                    <a:cubicBezTo>
                      <a:pt x="998" y="260"/>
                      <a:pt x="964" y="54"/>
                      <a:pt x="964" y="54"/>
                    </a:cubicBezTo>
                    <a:cubicBezTo>
                      <a:pt x="972" y="49"/>
                      <a:pt x="1023" y="17"/>
                      <a:pt x="1083" y="35"/>
                    </a:cubicBezTo>
                    <a:cubicBezTo>
                      <a:pt x="1120" y="47"/>
                      <a:pt x="1141" y="70"/>
                      <a:pt x="1149" y="80"/>
                    </a:cubicBezTo>
                    <a:cubicBezTo>
                      <a:pt x="1142" y="107"/>
                      <a:pt x="1107" y="261"/>
                      <a:pt x="1150" y="281"/>
                    </a:cubicBezTo>
                    <a:cubicBezTo>
                      <a:pt x="1157" y="284"/>
                      <a:pt x="1165" y="284"/>
                      <a:pt x="1176" y="280"/>
                    </a:cubicBezTo>
                    <a:cubicBezTo>
                      <a:pt x="1261" y="248"/>
                      <a:pt x="1255" y="136"/>
                      <a:pt x="1255" y="136"/>
                    </a:cubicBezTo>
                    <a:cubicBezTo>
                      <a:pt x="1269" y="134"/>
                      <a:pt x="1302" y="130"/>
                      <a:pt x="1339" y="143"/>
                    </a:cubicBezTo>
                    <a:cubicBezTo>
                      <a:pt x="1372" y="155"/>
                      <a:pt x="1393" y="175"/>
                      <a:pt x="1403" y="186"/>
                    </a:cubicBezTo>
                    <a:cubicBezTo>
                      <a:pt x="1398" y="322"/>
                      <a:pt x="1391" y="457"/>
                      <a:pt x="1385" y="594"/>
                    </a:cubicBezTo>
                    <a:lnTo>
                      <a:pt x="137" y="1109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2" name="Google Shape;632;p36"/>
              <p:cNvSpPr/>
              <p:nvPr/>
            </p:nvSpPr>
            <p:spPr>
              <a:xfrm>
                <a:off x="7590712" y="2248736"/>
                <a:ext cx="213751" cy="304795"/>
              </a:xfrm>
              <a:custGeom>
                <a:avLst/>
                <a:gdLst/>
                <a:ahLst/>
                <a:cxnLst/>
                <a:rect l="l" t="t" r="r" b="b"/>
                <a:pathLst>
                  <a:path w="478" h="680" extrusionOk="0">
                    <a:moveTo>
                      <a:pt x="390" y="433"/>
                    </a:moveTo>
                    <a:cubicBezTo>
                      <a:pt x="144" y="295"/>
                      <a:pt x="224" y="114"/>
                      <a:pt x="317" y="0"/>
                    </a:cubicBezTo>
                    <a:cubicBezTo>
                      <a:pt x="249" y="41"/>
                      <a:pt x="183" y="95"/>
                      <a:pt x="136" y="181"/>
                    </a:cubicBezTo>
                    <a:cubicBezTo>
                      <a:pt x="0" y="427"/>
                      <a:pt x="138" y="679"/>
                      <a:pt x="138" y="679"/>
                    </a:cubicBezTo>
                    <a:lnTo>
                      <a:pt x="477" y="539"/>
                    </a:lnTo>
                    <a:cubicBezTo>
                      <a:pt x="464" y="496"/>
                      <a:pt x="436" y="459"/>
                      <a:pt x="390" y="433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3" name="Google Shape;633;p36"/>
              <p:cNvSpPr/>
              <p:nvPr/>
            </p:nvSpPr>
            <p:spPr>
              <a:xfrm>
                <a:off x="7382898" y="2199256"/>
                <a:ext cx="1039068" cy="1472517"/>
              </a:xfrm>
              <a:custGeom>
                <a:avLst/>
                <a:gdLst/>
                <a:ahLst/>
                <a:cxnLst/>
                <a:rect l="l" t="t" r="r" b="b"/>
                <a:pathLst>
                  <a:path w="2316" h="3279" extrusionOk="0">
                    <a:moveTo>
                      <a:pt x="2019" y="142"/>
                    </a:moveTo>
                    <a:cubicBezTo>
                      <a:pt x="2019" y="142"/>
                      <a:pt x="1242" y="0"/>
                      <a:pt x="634" y="557"/>
                    </a:cubicBezTo>
                    <a:cubicBezTo>
                      <a:pt x="26" y="1115"/>
                      <a:pt x="0" y="1943"/>
                      <a:pt x="454" y="2366"/>
                    </a:cubicBezTo>
                    <a:cubicBezTo>
                      <a:pt x="909" y="2790"/>
                      <a:pt x="1224" y="3278"/>
                      <a:pt x="1685" y="2798"/>
                    </a:cubicBezTo>
                    <a:cubicBezTo>
                      <a:pt x="2147" y="2318"/>
                      <a:pt x="2315" y="1648"/>
                      <a:pt x="1961" y="1071"/>
                    </a:cubicBezTo>
                    <a:cubicBezTo>
                      <a:pt x="1608" y="494"/>
                      <a:pt x="1947" y="462"/>
                      <a:pt x="1947" y="462"/>
                    </a:cubicBezTo>
                    <a:lnTo>
                      <a:pt x="2019" y="142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4" name="Google Shape;634;p36"/>
              <p:cNvSpPr/>
              <p:nvPr/>
            </p:nvSpPr>
            <p:spPr>
              <a:xfrm>
                <a:off x="8079567" y="2327903"/>
                <a:ext cx="193960" cy="160313"/>
              </a:xfrm>
              <a:custGeom>
                <a:avLst/>
                <a:gdLst/>
                <a:ahLst/>
                <a:cxnLst/>
                <a:rect l="l" t="t" r="r" b="b"/>
                <a:pathLst>
                  <a:path w="434" h="357" extrusionOk="0">
                    <a:moveTo>
                      <a:pt x="394" y="173"/>
                    </a:moveTo>
                    <a:lnTo>
                      <a:pt x="433" y="0"/>
                    </a:lnTo>
                    <a:cubicBezTo>
                      <a:pt x="400" y="8"/>
                      <a:pt x="60" y="104"/>
                      <a:pt x="18" y="279"/>
                    </a:cubicBezTo>
                    <a:cubicBezTo>
                      <a:pt x="0" y="356"/>
                      <a:pt x="116" y="349"/>
                      <a:pt x="252" y="306"/>
                    </a:cubicBezTo>
                    <a:cubicBezTo>
                      <a:pt x="279" y="184"/>
                      <a:pt x="394" y="173"/>
                      <a:pt x="394" y="173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5" name="Google Shape;635;p36"/>
              <p:cNvSpPr/>
              <p:nvPr/>
            </p:nvSpPr>
            <p:spPr>
              <a:xfrm>
                <a:off x="7382898" y="2325923"/>
                <a:ext cx="1019281" cy="1345840"/>
              </a:xfrm>
              <a:custGeom>
                <a:avLst/>
                <a:gdLst/>
                <a:ahLst/>
                <a:cxnLst/>
                <a:rect l="l" t="t" r="r" b="b"/>
                <a:pathLst>
                  <a:path w="2270" h="2997" extrusionOk="0">
                    <a:moveTo>
                      <a:pt x="2070" y="1009"/>
                    </a:moveTo>
                    <a:cubicBezTo>
                      <a:pt x="2148" y="1259"/>
                      <a:pt x="2095" y="1954"/>
                      <a:pt x="1786" y="2217"/>
                    </a:cubicBezTo>
                    <a:cubicBezTo>
                      <a:pt x="1475" y="2480"/>
                      <a:pt x="622" y="2427"/>
                      <a:pt x="348" y="1364"/>
                    </a:cubicBezTo>
                    <a:cubicBezTo>
                      <a:pt x="177" y="698"/>
                      <a:pt x="663" y="246"/>
                      <a:pt x="1050" y="0"/>
                    </a:cubicBezTo>
                    <a:cubicBezTo>
                      <a:pt x="910" y="64"/>
                      <a:pt x="768" y="153"/>
                      <a:pt x="634" y="275"/>
                    </a:cubicBezTo>
                    <a:cubicBezTo>
                      <a:pt x="26" y="833"/>
                      <a:pt x="0" y="1661"/>
                      <a:pt x="454" y="2084"/>
                    </a:cubicBezTo>
                    <a:cubicBezTo>
                      <a:pt x="909" y="2508"/>
                      <a:pt x="1224" y="2996"/>
                      <a:pt x="1685" y="2516"/>
                    </a:cubicBezTo>
                    <a:cubicBezTo>
                      <a:pt x="2090" y="2096"/>
                      <a:pt x="2269" y="1530"/>
                      <a:pt x="2070" y="1009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6" name="Google Shape;636;p36"/>
              <p:cNvSpPr/>
              <p:nvPr/>
            </p:nvSpPr>
            <p:spPr>
              <a:xfrm>
                <a:off x="8004359" y="2375403"/>
                <a:ext cx="391879" cy="330521"/>
              </a:xfrm>
              <a:custGeom>
                <a:avLst/>
                <a:gdLst/>
                <a:ahLst/>
                <a:cxnLst/>
                <a:rect l="l" t="t" r="r" b="b"/>
                <a:pathLst>
                  <a:path w="873" h="738" extrusionOk="0">
                    <a:moveTo>
                      <a:pt x="872" y="104"/>
                    </a:moveTo>
                    <a:cubicBezTo>
                      <a:pt x="872" y="104"/>
                      <a:pt x="623" y="0"/>
                      <a:pt x="311" y="104"/>
                    </a:cubicBezTo>
                    <a:cubicBezTo>
                      <a:pt x="0" y="207"/>
                      <a:pt x="91" y="569"/>
                      <a:pt x="192" y="653"/>
                    </a:cubicBezTo>
                    <a:cubicBezTo>
                      <a:pt x="293" y="737"/>
                      <a:pt x="521" y="723"/>
                      <a:pt x="643" y="622"/>
                    </a:cubicBezTo>
                    <a:cubicBezTo>
                      <a:pt x="765" y="521"/>
                      <a:pt x="800" y="575"/>
                      <a:pt x="800" y="575"/>
                    </a:cubicBezTo>
                    <a:lnTo>
                      <a:pt x="839" y="408"/>
                    </a:lnTo>
                    <a:cubicBezTo>
                      <a:pt x="839" y="408"/>
                      <a:pt x="739" y="454"/>
                      <a:pt x="737" y="368"/>
                    </a:cubicBezTo>
                    <a:cubicBezTo>
                      <a:pt x="735" y="283"/>
                      <a:pt x="812" y="366"/>
                      <a:pt x="812" y="366"/>
                    </a:cubicBezTo>
                    <a:lnTo>
                      <a:pt x="872" y="104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7" name="Google Shape;637;p36"/>
              <p:cNvSpPr/>
              <p:nvPr/>
            </p:nvSpPr>
            <p:spPr>
              <a:xfrm>
                <a:off x="8051859" y="2581238"/>
                <a:ext cx="320626" cy="124687"/>
              </a:xfrm>
              <a:custGeom>
                <a:avLst/>
                <a:gdLst/>
                <a:ahLst/>
                <a:cxnLst/>
                <a:rect l="l" t="t" r="r" b="b"/>
                <a:pathLst>
                  <a:path w="715" h="279" extrusionOk="0">
                    <a:moveTo>
                      <a:pt x="697" y="18"/>
                    </a:moveTo>
                    <a:cubicBezTo>
                      <a:pt x="547" y="0"/>
                      <a:pt x="471" y="134"/>
                      <a:pt x="199" y="138"/>
                    </a:cubicBezTo>
                    <a:cubicBezTo>
                      <a:pt x="100" y="139"/>
                      <a:pt x="38" y="93"/>
                      <a:pt x="0" y="34"/>
                    </a:cubicBezTo>
                    <a:cubicBezTo>
                      <a:pt x="17" y="106"/>
                      <a:pt x="50" y="166"/>
                      <a:pt x="84" y="194"/>
                    </a:cubicBezTo>
                    <a:cubicBezTo>
                      <a:pt x="185" y="278"/>
                      <a:pt x="413" y="264"/>
                      <a:pt x="535" y="163"/>
                    </a:cubicBezTo>
                    <a:cubicBezTo>
                      <a:pt x="657" y="62"/>
                      <a:pt x="692" y="116"/>
                      <a:pt x="692" y="116"/>
                    </a:cubicBezTo>
                    <a:lnTo>
                      <a:pt x="714" y="21"/>
                    </a:lnTo>
                    <a:cubicBezTo>
                      <a:pt x="708" y="20"/>
                      <a:pt x="702" y="18"/>
                      <a:pt x="697" y="18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8" name="Google Shape;638;p36"/>
              <p:cNvSpPr/>
              <p:nvPr/>
            </p:nvSpPr>
            <p:spPr>
              <a:xfrm>
                <a:off x="8041964" y="2403112"/>
                <a:ext cx="217709" cy="140522"/>
              </a:xfrm>
              <a:custGeom>
                <a:avLst/>
                <a:gdLst/>
                <a:ahLst/>
                <a:cxnLst/>
                <a:rect l="l" t="t" r="r" b="b"/>
                <a:pathLst>
                  <a:path w="486" h="312" extrusionOk="0">
                    <a:moveTo>
                      <a:pt x="16" y="311"/>
                    </a:moveTo>
                    <a:cubicBezTo>
                      <a:pt x="13" y="311"/>
                      <a:pt x="10" y="308"/>
                      <a:pt x="9" y="305"/>
                    </a:cubicBezTo>
                    <a:cubicBezTo>
                      <a:pt x="9" y="302"/>
                      <a:pt x="0" y="215"/>
                      <a:pt x="73" y="133"/>
                    </a:cubicBezTo>
                    <a:cubicBezTo>
                      <a:pt x="150" y="46"/>
                      <a:pt x="286" y="1"/>
                      <a:pt x="479" y="0"/>
                    </a:cubicBezTo>
                    <a:lnTo>
                      <a:pt x="479" y="0"/>
                    </a:lnTo>
                    <a:cubicBezTo>
                      <a:pt x="482" y="0"/>
                      <a:pt x="485" y="2"/>
                      <a:pt x="485" y="6"/>
                    </a:cubicBezTo>
                    <a:cubicBezTo>
                      <a:pt x="485" y="10"/>
                      <a:pt x="482" y="13"/>
                      <a:pt x="479" y="13"/>
                    </a:cubicBezTo>
                    <a:cubicBezTo>
                      <a:pt x="291" y="15"/>
                      <a:pt x="158" y="58"/>
                      <a:pt x="82" y="141"/>
                    </a:cubicBezTo>
                    <a:cubicBezTo>
                      <a:pt x="14" y="219"/>
                      <a:pt x="21" y="302"/>
                      <a:pt x="21" y="303"/>
                    </a:cubicBezTo>
                    <a:cubicBezTo>
                      <a:pt x="22" y="308"/>
                      <a:pt x="19" y="311"/>
                      <a:pt x="16" y="311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9" name="Google Shape;639;p36"/>
              <p:cNvSpPr/>
              <p:nvPr/>
            </p:nvSpPr>
            <p:spPr>
              <a:xfrm>
                <a:off x="8229985" y="2258631"/>
                <a:ext cx="89062" cy="140521"/>
              </a:xfrm>
              <a:custGeom>
                <a:avLst/>
                <a:gdLst/>
                <a:ahLst/>
                <a:cxnLst/>
                <a:rect l="l" t="t" r="r" b="b"/>
                <a:pathLst>
                  <a:path w="198" h="315" extrusionOk="0">
                    <a:moveTo>
                      <a:pt x="178" y="175"/>
                    </a:moveTo>
                    <a:cubicBezTo>
                      <a:pt x="159" y="257"/>
                      <a:pt x="108" y="314"/>
                      <a:pt x="64" y="305"/>
                    </a:cubicBezTo>
                    <a:cubicBezTo>
                      <a:pt x="20" y="294"/>
                      <a:pt x="0" y="220"/>
                      <a:pt x="19" y="139"/>
                    </a:cubicBezTo>
                    <a:cubicBezTo>
                      <a:pt x="39" y="57"/>
                      <a:pt x="89" y="0"/>
                      <a:pt x="133" y="9"/>
                    </a:cubicBezTo>
                    <a:cubicBezTo>
                      <a:pt x="178" y="19"/>
                      <a:pt x="197" y="93"/>
                      <a:pt x="178" y="175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0" name="Google Shape;640;p36"/>
              <p:cNvSpPr/>
              <p:nvPr/>
            </p:nvSpPr>
            <p:spPr>
              <a:xfrm>
                <a:off x="8255715" y="2258631"/>
                <a:ext cx="63334" cy="136563"/>
              </a:xfrm>
              <a:custGeom>
                <a:avLst/>
                <a:gdLst/>
                <a:ahLst/>
                <a:cxnLst/>
                <a:rect l="l" t="t" r="r" b="b"/>
                <a:pathLst>
                  <a:path w="140" h="303" extrusionOk="0">
                    <a:moveTo>
                      <a:pt x="76" y="6"/>
                    </a:moveTo>
                    <a:cubicBezTo>
                      <a:pt x="50" y="0"/>
                      <a:pt x="22" y="18"/>
                      <a:pt x="0" y="50"/>
                    </a:cubicBezTo>
                    <a:cubicBezTo>
                      <a:pt x="4" y="50"/>
                      <a:pt x="8" y="50"/>
                      <a:pt x="13" y="51"/>
                    </a:cubicBezTo>
                    <a:cubicBezTo>
                      <a:pt x="57" y="61"/>
                      <a:pt x="77" y="136"/>
                      <a:pt x="58" y="217"/>
                    </a:cubicBezTo>
                    <a:cubicBezTo>
                      <a:pt x="50" y="250"/>
                      <a:pt x="37" y="280"/>
                      <a:pt x="21" y="302"/>
                    </a:cubicBezTo>
                    <a:cubicBezTo>
                      <a:pt x="61" y="300"/>
                      <a:pt x="103" y="245"/>
                      <a:pt x="121" y="172"/>
                    </a:cubicBezTo>
                    <a:cubicBezTo>
                      <a:pt x="139" y="90"/>
                      <a:pt x="120" y="16"/>
                      <a:pt x="76" y="6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1" name="Google Shape;641;p36"/>
              <p:cNvSpPr/>
              <p:nvPr/>
            </p:nvSpPr>
            <p:spPr>
              <a:xfrm>
                <a:off x="8346757" y="2418945"/>
                <a:ext cx="71250" cy="124687"/>
              </a:xfrm>
              <a:custGeom>
                <a:avLst/>
                <a:gdLst/>
                <a:ahLst/>
                <a:cxnLst/>
                <a:rect l="l" t="t" r="r" b="b"/>
                <a:pathLst>
                  <a:path w="160" h="279" extrusionOk="0">
                    <a:moveTo>
                      <a:pt x="142" y="153"/>
                    </a:moveTo>
                    <a:cubicBezTo>
                      <a:pt x="124" y="226"/>
                      <a:pt x="82" y="278"/>
                      <a:pt x="48" y="270"/>
                    </a:cubicBezTo>
                    <a:cubicBezTo>
                      <a:pt x="14" y="263"/>
                      <a:pt x="0" y="197"/>
                      <a:pt x="17" y="125"/>
                    </a:cubicBezTo>
                    <a:cubicBezTo>
                      <a:pt x="34" y="52"/>
                      <a:pt x="76" y="0"/>
                      <a:pt x="110" y="7"/>
                    </a:cubicBezTo>
                    <a:cubicBezTo>
                      <a:pt x="144" y="15"/>
                      <a:pt x="159" y="80"/>
                      <a:pt x="142" y="153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2" name="Google Shape;642;p36"/>
              <p:cNvSpPr/>
              <p:nvPr/>
            </p:nvSpPr>
            <p:spPr>
              <a:xfrm>
                <a:off x="8358632" y="2420924"/>
                <a:ext cx="59375" cy="122709"/>
              </a:xfrm>
              <a:custGeom>
                <a:avLst/>
                <a:gdLst/>
                <a:ahLst/>
                <a:cxnLst/>
                <a:rect l="l" t="t" r="r" b="b"/>
                <a:pathLst>
                  <a:path w="134" h="273" extrusionOk="0">
                    <a:moveTo>
                      <a:pt x="83" y="2"/>
                    </a:moveTo>
                    <a:cubicBezTo>
                      <a:pt x="72" y="0"/>
                      <a:pt x="59" y="4"/>
                      <a:pt x="47" y="13"/>
                    </a:cubicBezTo>
                    <a:cubicBezTo>
                      <a:pt x="65" y="38"/>
                      <a:pt x="70" y="88"/>
                      <a:pt x="57" y="143"/>
                    </a:cubicBezTo>
                    <a:cubicBezTo>
                      <a:pt x="46" y="192"/>
                      <a:pt x="24" y="231"/>
                      <a:pt x="0" y="249"/>
                    </a:cubicBezTo>
                    <a:cubicBezTo>
                      <a:pt x="6" y="257"/>
                      <a:pt x="14" y="263"/>
                      <a:pt x="22" y="264"/>
                    </a:cubicBezTo>
                    <a:cubicBezTo>
                      <a:pt x="56" y="272"/>
                      <a:pt x="98" y="221"/>
                      <a:pt x="116" y="147"/>
                    </a:cubicBezTo>
                    <a:cubicBezTo>
                      <a:pt x="133" y="76"/>
                      <a:pt x="118" y="11"/>
                      <a:pt x="83" y="2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3" name="Google Shape;643;p36"/>
              <p:cNvSpPr/>
              <p:nvPr/>
            </p:nvSpPr>
            <p:spPr>
              <a:xfrm>
                <a:off x="8348735" y="2557488"/>
                <a:ext cx="45520" cy="79167"/>
              </a:xfrm>
              <a:custGeom>
                <a:avLst/>
                <a:gdLst/>
                <a:ahLst/>
                <a:cxnLst/>
                <a:rect l="l" t="t" r="r" b="b"/>
                <a:pathLst>
                  <a:path w="103" h="177" extrusionOk="0">
                    <a:moveTo>
                      <a:pt x="91" y="97"/>
                    </a:moveTo>
                    <a:cubicBezTo>
                      <a:pt x="80" y="142"/>
                      <a:pt x="54" y="176"/>
                      <a:pt x="32" y="171"/>
                    </a:cubicBezTo>
                    <a:cubicBezTo>
                      <a:pt x="10" y="166"/>
                      <a:pt x="0" y="124"/>
                      <a:pt x="12" y="79"/>
                    </a:cubicBezTo>
                    <a:cubicBezTo>
                      <a:pt x="22" y="33"/>
                      <a:pt x="49" y="0"/>
                      <a:pt x="71" y="4"/>
                    </a:cubicBezTo>
                    <a:cubicBezTo>
                      <a:pt x="93" y="9"/>
                      <a:pt x="102" y="51"/>
                      <a:pt x="91" y="97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4" name="Google Shape;644;p36"/>
              <p:cNvSpPr/>
              <p:nvPr/>
            </p:nvSpPr>
            <p:spPr>
              <a:xfrm>
                <a:off x="8352694" y="2557488"/>
                <a:ext cx="41562" cy="79167"/>
              </a:xfrm>
              <a:custGeom>
                <a:avLst/>
                <a:gdLst/>
                <a:ahLst/>
                <a:cxnLst/>
                <a:rect l="l" t="t" r="r" b="b"/>
                <a:pathLst>
                  <a:path w="92" h="175" extrusionOk="0">
                    <a:moveTo>
                      <a:pt x="60" y="1"/>
                    </a:moveTo>
                    <a:cubicBezTo>
                      <a:pt x="58" y="0"/>
                      <a:pt x="55" y="1"/>
                      <a:pt x="53" y="1"/>
                    </a:cubicBezTo>
                    <a:cubicBezTo>
                      <a:pt x="58" y="18"/>
                      <a:pt x="58" y="42"/>
                      <a:pt x="52" y="67"/>
                    </a:cubicBezTo>
                    <a:cubicBezTo>
                      <a:pt x="43" y="108"/>
                      <a:pt x="20" y="139"/>
                      <a:pt x="0" y="141"/>
                    </a:cubicBezTo>
                    <a:cubicBezTo>
                      <a:pt x="4" y="156"/>
                      <a:pt x="11" y="166"/>
                      <a:pt x="21" y="169"/>
                    </a:cubicBezTo>
                    <a:cubicBezTo>
                      <a:pt x="43" y="174"/>
                      <a:pt x="69" y="141"/>
                      <a:pt x="80" y="95"/>
                    </a:cubicBezTo>
                    <a:cubicBezTo>
                      <a:pt x="91" y="48"/>
                      <a:pt x="82" y="6"/>
                      <a:pt x="60" y="1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5" name="Google Shape;645;p36"/>
              <p:cNvSpPr/>
              <p:nvPr/>
            </p:nvSpPr>
            <p:spPr>
              <a:xfrm>
                <a:off x="7547170" y="2545613"/>
                <a:ext cx="356251" cy="777816"/>
              </a:xfrm>
              <a:custGeom>
                <a:avLst/>
                <a:gdLst/>
                <a:ahLst/>
                <a:cxnLst/>
                <a:rect l="l" t="t" r="r" b="b"/>
                <a:pathLst>
                  <a:path w="792" h="1734" extrusionOk="0">
                    <a:moveTo>
                      <a:pt x="784" y="1733"/>
                    </a:moveTo>
                    <a:cubicBezTo>
                      <a:pt x="780" y="1733"/>
                      <a:pt x="778" y="1731"/>
                      <a:pt x="777" y="1728"/>
                    </a:cubicBezTo>
                    <a:cubicBezTo>
                      <a:pt x="768" y="1561"/>
                      <a:pt x="656" y="1458"/>
                      <a:pt x="525" y="1338"/>
                    </a:cubicBezTo>
                    <a:cubicBezTo>
                      <a:pt x="403" y="1227"/>
                      <a:pt x="266" y="1101"/>
                      <a:pt x="174" y="893"/>
                    </a:cubicBezTo>
                    <a:cubicBezTo>
                      <a:pt x="95" y="715"/>
                      <a:pt x="122" y="504"/>
                      <a:pt x="253" y="284"/>
                    </a:cubicBezTo>
                    <a:cubicBezTo>
                      <a:pt x="351" y="118"/>
                      <a:pt x="474" y="3"/>
                      <a:pt x="475" y="3"/>
                    </a:cubicBezTo>
                    <a:cubicBezTo>
                      <a:pt x="477" y="0"/>
                      <a:pt x="481" y="1"/>
                      <a:pt x="483" y="3"/>
                    </a:cubicBezTo>
                    <a:cubicBezTo>
                      <a:pt x="486" y="5"/>
                      <a:pt x="485" y="9"/>
                      <a:pt x="483" y="11"/>
                    </a:cubicBezTo>
                    <a:cubicBezTo>
                      <a:pt x="478" y="16"/>
                      <a:pt x="0" y="465"/>
                      <a:pt x="187" y="887"/>
                    </a:cubicBezTo>
                    <a:cubicBezTo>
                      <a:pt x="277" y="1091"/>
                      <a:pt x="415" y="1217"/>
                      <a:pt x="535" y="1328"/>
                    </a:cubicBezTo>
                    <a:cubicBezTo>
                      <a:pt x="667" y="1449"/>
                      <a:pt x="781" y="1553"/>
                      <a:pt x="791" y="1726"/>
                    </a:cubicBezTo>
                    <a:cubicBezTo>
                      <a:pt x="791" y="1731"/>
                      <a:pt x="788" y="1733"/>
                      <a:pt x="784" y="1733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6" name="Google Shape;646;p36"/>
              <p:cNvSpPr/>
              <p:nvPr/>
            </p:nvSpPr>
            <p:spPr>
              <a:xfrm>
                <a:off x="7632274" y="2692072"/>
                <a:ext cx="108854" cy="352292"/>
              </a:xfrm>
              <a:custGeom>
                <a:avLst/>
                <a:gdLst/>
                <a:ahLst/>
                <a:cxnLst/>
                <a:rect l="l" t="t" r="r" b="b"/>
                <a:pathLst>
                  <a:path w="243" h="785" extrusionOk="0">
                    <a:moveTo>
                      <a:pt x="119" y="784"/>
                    </a:moveTo>
                    <a:cubicBezTo>
                      <a:pt x="117" y="784"/>
                      <a:pt x="114" y="783"/>
                      <a:pt x="113" y="781"/>
                    </a:cubicBezTo>
                    <a:cubicBezTo>
                      <a:pt x="60" y="672"/>
                      <a:pt x="63" y="509"/>
                      <a:pt x="123" y="294"/>
                    </a:cubicBezTo>
                    <a:cubicBezTo>
                      <a:pt x="167" y="135"/>
                      <a:pt x="228" y="5"/>
                      <a:pt x="228" y="4"/>
                    </a:cubicBezTo>
                    <a:cubicBezTo>
                      <a:pt x="230" y="1"/>
                      <a:pt x="234" y="0"/>
                      <a:pt x="237" y="1"/>
                    </a:cubicBezTo>
                    <a:cubicBezTo>
                      <a:pt x="240" y="3"/>
                      <a:pt x="242" y="7"/>
                      <a:pt x="240" y="10"/>
                    </a:cubicBezTo>
                    <a:cubicBezTo>
                      <a:pt x="237" y="15"/>
                      <a:pt x="0" y="523"/>
                      <a:pt x="125" y="775"/>
                    </a:cubicBezTo>
                    <a:cubicBezTo>
                      <a:pt x="126" y="778"/>
                      <a:pt x="125" y="782"/>
                      <a:pt x="122" y="783"/>
                    </a:cubicBezTo>
                    <a:cubicBezTo>
                      <a:pt x="121" y="783"/>
                      <a:pt x="120" y="784"/>
                      <a:pt x="119" y="784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7" name="Google Shape;647;p36"/>
              <p:cNvSpPr/>
              <p:nvPr/>
            </p:nvSpPr>
            <p:spPr>
              <a:xfrm>
                <a:off x="7533315" y="2705925"/>
                <a:ext cx="96978" cy="243438"/>
              </a:xfrm>
              <a:custGeom>
                <a:avLst/>
                <a:gdLst/>
                <a:ahLst/>
                <a:cxnLst/>
                <a:rect l="l" t="t" r="r" b="b"/>
                <a:pathLst>
                  <a:path w="218" h="541" extrusionOk="0">
                    <a:moveTo>
                      <a:pt x="209" y="540"/>
                    </a:moveTo>
                    <a:cubicBezTo>
                      <a:pt x="208" y="540"/>
                      <a:pt x="206" y="540"/>
                      <a:pt x="205" y="539"/>
                    </a:cubicBezTo>
                    <a:cubicBezTo>
                      <a:pt x="102" y="470"/>
                      <a:pt x="52" y="329"/>
                      <a:pt x="28" y="222"/>
                    </a:cubicBezTo>
                    <a:cubicBezTo>
                      <a:pt x="2" y="108"/>
                      <a:pt x="0" y="8"/>
                      <a:pt x="0" y="7"/>
                    </a:cubicBezTo>
                    <a:cubicBezTo>
                      <a:pt x="0" y="3"/>
                      <a:pt x="2" y="0"/>
                      <a:pt x="6" y="0"/>
                    </a:cubicBezTo>
                    <a:lnTo>
                      <a:pt x="6" y="0"/>
                    </a:lnTo>
                    <a:cubicBezTo>
                      <a:pt x="10" y="0"/>
                      <a:pt x="13" y="4"/>
                      <a:pt x="13" y="7"/>
                    </a:cubicBezTo>
                    <a:cubicBezTo>
                      <a:pt x="13" y="11"/>
                      <a:pt x="23" y="399"/>
                      <a:pt x="213" y="529"/>
                    </a:cubicBezTo>
                    <a:cubicBezTo>
                      <a:pt x="216" y="530"/>
                      <a:pt x="217" y="534"/>
                      <a:pt x="215" y="537"/>
                    </a:cubicBezTo>
                    <a:cubicBezTo>
                      <a:pt x="214" y="539"/>
                      <a:pt x="212" y="540"/>
                      <a:pt x="209" y="54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8" name="Google Shape;648;p36"/>
              <p:cNvSpPr/>
              <p:nvPr/>
            </p:nvSpPr>
            <p:spPr>
              <a:xfrm>
                <a:off x="8091442" y="2820718"/>
                <a:ext cx="118751" cy="471043"/>
              </a:xfrm>
              <a:custGeom>
                <a:avLst/>
                <a:gdLst/>
                <a:ahLst/>
                <a:cxnLst/>
                <a:rect l="l" t="t" r="r" b="b"/>
                <a:pathLst>
                  <a:path w="265" h="1050" extrusionOk="0">
                    <a:moveTo>
                      <a:pt x="7" y="1049"/>
                    </a:moveTo>
                    <a:cubicBezTo>
                      <a:pt x="6" y="1049"/>
                      <a:pt x="5" y="1049"/>
                      <a:pt x="4" y="1048"/>
                    </a:cubicBezTo>
                    <a:cubicBezTo>
                      <a:pt x="1" y="1046"/>
                      <a:pt x="0" y="1042"/>
                      <a:pt x="2" y="1039"/>
                    </a:cubicBezTo>
                    <a:cubicBezTo>
                      <a:pt x="249" y="618"/>
                      <a:pt x="136" y="14"/>
                      <a:pt x="135" y="9"/>
                    </a:cubicBezTo>
                    <a:cubicBezTo>
                      <a:pt x="134" y="5"/>
                      <a:pt x="137" y="2"/>
                      <a:pt x="140" y="1"/>
                    </a:cubicBezTo>
                    <a:cubicBezTo>
                      <a:pt x="144" y="0"/>
                      <a:pt x="147" y="3"/>
                      <a:pt x="147" y="6"/>
                    </a:cubicBezTo>
                    <a:cubicBezTo>
                      <a:pt x="148" y="12"/>
                      <a:pt x="264" y="620"/>
                      <a:pt x="13" y="1045"/>
                    </a:cubicBezTo>
                    <a:cubicBezTo>
                      <a:pt x="11" y="1048"/>
                      <a:pt x="9" y="1049"/>
                      <a:pt x="7" y="1049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9" name="Google Shape;649;p36"/>
              <p:cNvSpPr/>
              <p:nvPr/>
            </p:nvSpPr>
            <p:spPr>
              <a:xfrm>
                <a:off x="8156756" y="2862281"/>
                <a:ext cx="91042" cy="227605"/>
              </a:xfrm>
              <a:custGeom>
                <a:avLst/>
                <a:gdLst/>
                <a:ahLst/>
                <a:cxnLst/>
                <a:rect l="l" t="t" r="r" b="b"/>
                <a:pathLst>
                  <a:path w="201" h="507" extrusionOk="0">
                    <a:moveTo>
                      <a:pt x="7" y="506"/>
                    </a:moveTo>
                    <a:cubicBezTo>
                      <a:pt x="6" y="506"/>
                      <a:pt x="4" y="506"/>
                      <a:pt x="3" y="505"/>
                    </a:cubicBezTo>
                    <a:cubicBezTo>
                      <a:pt x="1" y="504"/>
                      <a:pt x="0" y="500"/>
                      <a:pt x="2" y="497"/>
                    </a:cubicBezTo>
                    <a:cubicBezTo>
                      <a:pt x="108" y="336"/>
                      <a:pt x="186" y="9"/>
                      <a:pt x="186" y="5"/>
                    </a:cubicBezTo>
                    <a:cubicBezTo>
                      <a:pt x="187" y="2"/>
                      <a:pt x="190" y="0"/>
                      <a:pt x="194" y="1"/>
                    </a:cubicBezTo>
                    <a:cubicBezTo>
                      <a:pt x="198" y="2"/>
                      <a:pt x="200" y="4"/>
                      <a:pt x="199" y="8"/>
                    </a:cubicBezTo>
                    <a:cubicBezTo>
                      <a:pt x="198" y="11"/>
                      <a:pt x="120" y="341"/>
                      <a:pt x="12" y="504"/>
                    </a:cubicBezTo>
                    <a:cubicBezTo>
                      <a:pt x="11" y="505"/>
                      <a:pt x="9" y="506"/>
                      <a:pt x="7" y="506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0" name="Google Shape;650;p36"/>
              <p:cNvSpPr/>
              <p:nvPr/>
            </p:nvSpPr>
            <p:spPr>
              <a:xfrm>
                <a:off x="8069672" y="2931552"/>
                <a:ext cx="65312" cy="281043"/>
              </a:xfrm>
              <a:custGeom>
                <a:avLst/>
                <a:gdLst/>
                <a:ahLst/>
                <a:cxnLst/>
                <a:rect l="l" t="t" r="r" b="b"/>
                <a:pathLst>
                  <a:path w="147" h="627" extrusionOk="0">
                    <a:moveTo>
                      <a:pt x="138" y="626"/>
                    </a:moveTo>
                    <a:cubicBezTo>
                      <a:pt x="137" y="626"/>
                      <a:pt x="135" y="625"/>
                      <a:pt x="134" y="624"/>
                    </a:cubicBezTo>
                    <a:cubicBezTo>
                      <a:pt x="23" y="509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cubicBezTo>
                      <a:pt x="11" y="0"/>
                      <a:pt x="14" y="3"/>
                      <a:pt x="14" y="7"/>
                    </a:cubicBezTo>
                    <a:cubicBezTo>
                      <a:pt x="14" y="12"/>
                      <a:pt x="36" y="504"/>
                      <a:pt x="143" y="614"/>
                    </a:cubicBezTo>
                    <a:cubicBezTo>
                      <a:pt x="146" y="617"/>
                      <a:pt x="145" y="621"/>
                      <a:pt x="143" y="623"/>
                    </a:cubicBezTo>
                    <a:cubicBezTo>
                      <a:pt x="142" y="625"/>
                      <a:pt x="140" y="626"/>
                      <a:pt x="138" y="626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1" name="Google Shape;651;p36"/>
              <p:cNvSpPr/>
              <p:nvPr/>
            </p:nvSpPr>
            <p:spPr>
              <a:xfrm>
                <a:off x="7656024" y="2124047"/>
                <a:ext cx="217709" cy="203856"/>
              </a:xfrm>
              <a:custGeom>
                <a:avLst/>
                <a:gdLst/>
                <a:ahLst/>
                <a:cxnLst/>
                <a:rect l="l" t="t" r="r" b="b"/>
                <a:pathLst>
                  <a:path w="486" h="456" extrusionOk="0">
                    <a:moveTo>
                      <a:pt x="8" y="455"/>
                    </a:moveTo>
                    <a:cubicBezTo>
                      <a:pt x="7" y="455"/>
                      <a:pt x="6" y="455"/>
                      <a:pt x="5" y="454"/>
                    </a:cubicBezTo>
                    <a:cubicBezTo>
                      <a:pt x="2" y="452"/>
                      <a:pt x="0" y="448"/>
                      <a:pt x="2" y="445"/>
                    </a:cubicBezTo>
                    <a:cubicBezTo>
                      <a:pt x="64" y="316"/>
                      <a:pt x="206" y="246"/>
                      <a:pt x="330" y="185"/>
                    </a:cubicBezTo>
                    <a:lnTo>
                      <a:pt x="347" y="177"/>
                    </a:lnTo>
                    <a:cubicBezTo>
                      <a:pt x="471" y="116"/>
                      <a:pt x="447" y="10"/>
                      <a:pt x="447" y="9"/>
                    </a:cubicBezTo>
                    <a:cubicBezTo>
                      <a:pt x="446" y="5"/>
                      <a:pt x="448" y="2"/>
                      <a:pt x="452" y="1"/>
                    </a:cubicBezTo>
                    <a:cubicBezTo>
                      <a:pt x="456" y="0"/>
                      <a:pt x="458" y="2"/>
                      <a:pt x="459" y="6"/>
                    </a:cubicBezTo>
                    <a:cubicBezTo>
                      <a:pt x="459" y="7"/>
                      <a:pt x="485" y="123"/>
                      <a:pt x="353" y="188"/>
                    </a:cubicBezTo>
                    <a:lnTo>
                      <a:pt x="335" y="197"/>
                    </a:lnTo>
                    <a:cubicBezTo>
                      <a:pt x="213" y="257"/>
                      <a:pt x="73" y="324"/>
                      <a:pt x="13" y="450"/>
                    </a:cubicBezTo>
                    <a:cubicBezTo>
                      <a:pt x="13" y="454"/>
                      <a:pt x="11" y="455"/>
                      <a:pt x="8" y="455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2" name="Google Shape;652;p36"/>
              <p:cNvSpPr/>
              <p:nvPr/>
            </p:nvSpPr>
            <p:spPr>
              <a:xfrm>
                <a:off x="7782691" y="2226964"/>
                <a:ext cx="435418" cy="148438"/>
              </a:xfrm>
              <a:custGeom>
                <a:avLst/>
                <a:gdLst/>
                <a:ahLst/>
                <a:cxnLst/>
                <a:rect l="l" t="t" r="r" b="b"/>
                <a:pathLst>
                  <a:path w="971" h="330" extrusionOk="0">
                    <a:moveTo>
                      <a:pt x="8" y="329"/>
                    </a:moveTo>
                    <a:cubicBezTo>
                      <a:pt x="6" y="329"/>
                      <a:pt x="4" y="328"/>
                      <a:pt x="3" y="327"/>
                    </a:cubicBezTo>
                    <a:cubicBezTo>
                      <a:pt x="0" y="324"/>
                      <a:pt x="1" y="320"/>
                      <a:pt x="3" y="318"/>
                    </a:cubicBezTo>
                    <a:cubicBezTo>
                      <a:pt x="7" y="315"/>
                      <a:pt x="351" y="0"/>
                      <a:pt x="964" y="58"/>
                    </a:cubicBezTo>
                    <a:cubicBezTo>
                      <a:pt x="968" y="58"/>
                      <a:pt x="970" y="62"/>
                      <a:pt x="970" y="65"/>
                    </a:cubicBezTo>
                    <a:cubicBezTo>
                      <a:pt x="970" y="69"/>
                      <a:pt x="966" y="71"/>
                      <a:pt x="963" y="71"/>
                    </a:cubicBezTo>
                    <a:cubicBezTo>
                      <a:pt x="646" y="40"/>
                      <a:pt x="404" y="113"/>
                      <a:pt x="257" y="177"/>
                    </a:cubicBezTo>
                    <a:cubicBezTo>
                      <a:pt x="98" y="248"/>
                      <a:pt x="12" y="327"/>
                      <a:pt x="11" y="328"/>
                    </a:cubicBezTo>
                    <a:cubicBezTo>
                      <a:pt x="11" y="328"/>
                      <a:pt x="10" y="329"/>
                      <a:pt x="8" y="329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3" name="Google Shape;653;p36"/>
              <p:cNvSpPr/>
              <p:nvPr/>
            </p:nvSpPr>
            <p:spPr>
              <a:xfrm>
                <a:off x="7596649" y="2060713"/>
                <a:ext cx="102917" cy="53437"/>
              </a:xfrm>
              <a:custGeom>
                <a:avLst/>
                <a:gdLst/>
                <a:ahLst/>
                <a:cxnLst/>
                <a:rect l="l" t="t" r="r" b="b"/>
                <a:pathLst>
                  <a:path w="230" h="120" extrusionOk="0">
                    <a:moveTo>
                      <a:pt x="0" y="98"/>
                    </a:moveTo>
                    <a:cubicBezTo>
                      <a:pt x="0" y="98"/>
                      <a:pt x="40" y="119"/>
                      <a:pt x="134" y="93"/>
                    </a:cubicBezTo>
                    <a:cubicBezTo>
                      <a:pt x="228" y="67"/>
                      <a:pt x="229" y="21"/>
                      <a:pt x="229" y="21"/>
                    </a:cubicBezTo>
                    <a:cubicBezTo>
                      <a:pt x="229" y="21"/>
                      <a:pt x="196" y="0"/>
                      <a:pt x="98" y="23"/>
                    </a:cubicBezTo>
                    <a:cubicBezTo>
                      <a:pt x="0" y="47"/>
                      <a:pt x="0" y="98"/>
                      <a:pt x="0" y="98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4" name="Google Shape;654;p36"/>
              <p:cNvSpPr/>
              <p:nvPr/>
            </p:nvSpPr>
            <p:spPr>
              <a:xfrm>
                <a:off x="7853941" y="2048838"/>
                <a:ext cx="83125" cy="35625"/>
              </a:xfrm>
              <a:custGeom>
                <a:avLst/>
                <a:gdLst/>
                <a:ahLst/>
                <a:cxnLst/>
                <a:rect l="l" t="t" r="r" b="b"/>
                <a:pathLst>
                  <a:path w="185" h="81" extrusionOk="0">
                    <a:moveTo>
                      <a:pt x="0" y="73"/>
                    </a:moveTo>
                    <a:cubicBezTo>
                      <a:pt x="0" y="73"/>
                      <a:pt x="42" y="80"/>
                      <a:pt x="105" y="67"/>
                    </a:cubicBezTo>
                    <a:cubicBezTo>
                      <a:pt x="169" y="55"/>
                      <a:pt x="184" y="24"/>
                      <a:pt x="184" y="24"/>
                    </a:cubicBezTo>
                    <a:cubicBezTo>
                      <a:pt x="184" y="24"/>
                      <a:pt x="140" y="0"/>
                      <a:pt x="81" y="19"/>
                    </a:cubicBezTo>
                    <a:cubicBezTo>
                      <a:pt x="24" y="38"/>
                      <a:pt x="0" y="73"/>
                      <a:pt x="0" y="73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5" name="Google Shape;655;p36"/>
              <p:cNvSpPr/>
              <p:nvPr/>
            </p:nvSpPr>
            <p:spPr>
              <a:xfrm>
                <a:off x="8024150" y="2062693"/>
                <a:ext cx="83126" cy="3958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87" extrusionOk="0">
                    <a:moveTo>
                      <a:pt x="0" y="35"/>
                    </a:moveTo>
                    <a:cubicBezTo>
                      <a:pt x="0" y="35"/>
                      <a:pt x="21" y="64"/>
                      <a:pt x="90" y="76"/>
                    </a:cubicBezTo>
                    <a:cubicBezTo>
                      <a:pt x="158" y="86"/>
                      <a:pt x="185" y="62"/>
                      <a:pt x="185" y="62"/>
                    </a:cubicBezTo>
                    <a:cubicBezTo>
                      <a:pt x="185" y="62"/>
                      <a:pt x="156" y="16"/>
                      <a:pt x="100" y="8"/>
                    </a:cubicBezTo>
                    <a:cubicBezTo>
                      <a:pt x="45" y="0"/>
                      <a:pt x="0" y="35"/>
                      <a:pt x="0" y="35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6" name="Google Shape;656;p36"/>
              <p:cNvSpPr/>
              <p:nvPr/>
            </p:nvSpPr>
            <p:spPr>
              <a:xfrm>
                <a:off x="8154776" y="2108214"/>
                <a:ext cx="67292" cy="39583"/>
              </a:xfrm>
              <a:custGeom>
                <a:avLst/>
                <a:gdLst/>
                <a:ahLst/>
                <a:cxnLst/>
                <a:rect l="l" t="t" r="r" b="b"/>
                <a:pathLst>
                  <a:path w="149" h="87" extrusionOk="0">
                    <a:moveTo>
                      <a:pt x="0" y="16"/>
                    </a:moveTo>
                    <a:cubicBezTo>
                      <a:pt x="0" y="16"/>
                      <a:pt x="12" y="59"/>
                      <a:pt x="69" y="72"/>
                    </a:cubicBezTo>
                    <a:cubicBezTo>
                      <a:pt x="127" y="86"/>
                      <a:pt x="148" y="67"/>
                      <a:pt x="148" y="67"/>
                    </a:cubicBezTo>
                    <a:cubicBezTo>
                      <a:pt x="148" y="67"/>
                      <a:pt x="96" y="0"/>
                      <a:pt x="0" y="16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7" name="Google Shape;657;p36"/>
              <p:cNvSpPr/>
              <p:nvPr/>
            </p:nvSpPr>
            <p:spPr>
              <a:xfrm>
                <a:off x="7119668" y="2850406"/>
                <a:ext cx="2618456" cy="2386897"/>
              </a:xfrm>
              <a:custGeom>
                <a:avLst/>
                <a:gdLst/>
                <a:ahLst/>
                <a:cxnLst/>
                <a:rect l="l" t="t" r="r" b="b"/>
                <a:pathLst>
                  <a:path w="5835" h="5316" extrusionOk="0">
                    <a:moveTo>
                      <a:pt x="5834" y="4482"/>
                    </a:moveTo>
                    <a:cubicBezTo>
                      <a:pt x="5834" y="4482"/>
                      <a:pt x="3013" y="2405"/>
                      <a:pt x="2997" y="2232"/>
                    </a:cubicBezTo>
                    <a:cubicBezTo>
                      <a:pt x="2970" y="1915"/>
                      <a:pt x="2888" y="1470"/>
                      <a:pt x="2563" y="1001"/>
                    </a:cubicBezTo>
                    <a:cubicBezTo>
                      <a:pt x="2238" y="532"/>
                      <a:pt x="1793" y="251"/>
                      <a:pt x="1750" y="286"/>
                    </a:cubicBezTo>
                    <a:cubicBezTo>
                      <a:pt x="1708" y="319"/>
                      <a:pt x="1652" y="499"/>
                      <a:pt x="1758" y="704"/>
                    </a:cubicBezTo>
                    <a:cubicBezTo>
                      <a:pt x="1863" y="909"/>
                      <a:pt x="2236" y="1208"/>
                      <a:pt x="2171" y="1360"/>
                    </a:cubicBezTo>
                    <a:cubicBezTo>
                      <a:pt x="2107" y="1513"/>
                      <a:pt x="946" y="920"/>
                      <a:pt x="845" y="827"/>
                    </a:cubicBezTo>
                    <a:cubicBezTo>
                      <a:pt x="744" y="733"/>
                      <a:pt x="348" y="0"/>
                      <a:pt x="174" y="54"/>
                    </a:cubicBezTo>
                    <a:cubicBezTo>
                      <a:pt x="0" y="109"/>
                      <a:pt x="315" y="639"/>
                      <a:pt x="315" y="639"/>
                    </a:cubicBezTo>
                    <a:cubicBezTo>
                      <a:pt x="315" y="639"/>
                      <a:pt x="460" y="1266"/>
                      <a:pt x="510" y="1492"/>
                    </a:cubicBezTo>
                    <a:cubicBezTo>
                      <a:pt x="560" y="1717"/>
                      <a:pt x="994" y="2314"/>
                      <a:pt x="1202" y="2442"/>
                    </a:cubicBezTo>
                    <a:cubicBezTo>
                      <a:pt x="1409" y="2571"/>
                      <a:pt x="2066" y="2888"/>
                      <a:pt x="2066" y="2888"/>
                    </a:cubicBezTo>
                    <a:lnTo>
                      <a:pt x="4439" y="5315"/>
                    </a:lnTo>
                    <a:lnTo>
                      <a:pt x="5834" y="4482"/>
                    </a:lnTo>
                  </a:path>
                </a:pathLst>
              </a:custGeom>
              <a:solidFill>
                <a:srgbClr val="F29F8C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8" name="Google Shape;658;p36"/>
              <p:cNvSpPr/>
              <p:nvPr/>
            </p:nvSpPr>
            <p:spPr>
              <a:xfrm>
                <a:off x="7382898" y="3370929"/>
                <a:ext cx="19792" cy="47500"/>
              </a:xfrm>
              <a:custGeom>
                <a:avLst/>
                <a:gdLst/>
                <a:ahLst/>
                <a:cxnLst/>
                <a:rect l="l" t="t" r="r" b="b"/>
                <a:pathLst>
                  <a:path w="42" h="104" extrusionOk="0">
                    <a:moveTo>
                      <a:pt x="7" y="103"/>
                    </a:moveTo>
                    <a:cubicBezTo>
                      <a:pt x="3" y="103"/>
                      <a:pt x="0" y="100"/>
                      <a:pt x="0" y="96"/>
                    </a:cubicBezTo>
                    <a:cubicBezTo>
                      <a:pt x="0" y="37"/>
                      <a:pt x="27" y="4"/>
                      <a:pt x="28" y="3"/>
                    </a:cubicBezTo>
                    <a:cubicBezTo>
                      <a:pt x="30" y="0"/>
                      <a:pt x="36" y="0"/>
                      <a:pt x="38" y="2"/>
                    </a:cubicBezTo>
                    <a:cubicBezTo>
                      <a:pt x="41" y="4"/>
                      <a:pt x="40" y="9"/>
                      <a:pt x="38" y="12"/>
                    </a:cubicBezTo>
                    <a:cubicBezTo>
                      <a:pt x="38" y="12"/>
                      <a:pt x="14" y="43"/>
                      <a:pt x="14" y="97"/>
                    </a:cubicBezTo>
                    <a:cubicBezTo>
                      <a:pt x="14" y="99"/>
                      <a:pt x="11" y="103"/>
                      <a:pt x="7" y="103"/>
                    </a:cubicBezTo>
                  </a:path>
                </a:pathLst>
              </a:custGeom>
              <a:solidFill>
                <a:srgbClr val="D06B6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9" name="Google Shape;659;p36"/>
              <p:cNvSpPr/>
              <p:nvPr/>
            </p:nvSpPr>
            <p:spPr>
              <a:xfrm>
                <a:off x="7382898" y="3481763"/>
                <a:ext cx="19792" cy="41562"/>
              </a:xfrm>
              <a:custGeom>
                <a:avLst/>
                <a:gdLst/>
                <a:ahLst/>
                <a:cxnLst/>
                <a:rect l="l" t="t" r="r" b="b"/>
                <a:pathLst>
                  <a:path w="42" h="94" extrusionOk="0">
                    <a:moveTo>
                      <a:pt x="7" y="93"/>
                    </a:moveTo>
                    <a:cubicBezTo>
                      <a:pt x="3" y="93"/>
                      <a:pt x="0" y="90"/>
                      <a:pt x="0" y="87"/>
                    </a:cubicBezTo>
                    <a:cubicBezTo>
                      <a:pt x="0" y="36"/>
                      <a:pt x="27" y="5"/>
                      <a:pt x="28" y="3"/>
                    </a:cubicBezTo>
                    <a:cubicBezTo>
                      <a:pt x="30" y="0"/>
                      <a:pt x="36" y="0"/>
                      <a:pt x="38" y="2"/>
                    </a:cubicBezTo>
                    <a:cubicBezTo>
                      <a:pt x="41" y="4"/>
                      <a:pt x="40" y="8"/>
                      <a:pt x="39" y="11"/>
                    </a:cubicBezTo>
                    <a:cubicBezTo>
                      <a:pt x="39" y="11"/>
                      <a:pt x="14" y="41"/>
                      <a:pt x="14" y="87"/>
                    </a:cubicBezTo>
                    <a:cubicBezTo>
                      <a:pt x="14" y="90"/>
                      <a:pt x="11" y="93"/>
                      <a:pt x="7" y="93"/>
                    </a:cubicBezTo>
                  </a:path>
                </a:pathLst>
              </a:custGeom>
              <a:solidFill>
                <a:srgbClr val="D06B6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0" name="Google Shape;660;p36"/>
              <p:cNvSpPr/>
              <p:nvPr/>
            </p:nvSpPr>
            <p:spPr>
              <a:xfrm>
                <a:off x="7345294" y="3232387"/>
                <a:ext cx="57395" cy="61354"/>
              </a:xfrm>
              <a:custGeom>
                <a:avLst/>
                <a:gdLst/>
                <a:ahLst/>
                <a:cxnLst/>
                <a:rect l="l" t="t" r="r" b="b"/>
                <a:pathLst>
                  <a:path w="127" h="136" extrusionOk="0">
                    <a:moveTo>
                      <a:pt x="7" y="135"/>
                    </a:moveTo>
                    <a:cubicBezTo>
                      <a:pt x="6" y="135"/>
                      <a:pt x="6" y="135"/>
                      <a:pt x="5" y="135"/>
                    </a:cubicBezTo>
                    <a:cubicBezTo>
                      <a:pt x="1" y="134"/>
                      <a:pt x="0" y="130"/>
                      <a:pt x="1" y="127"/>
                    </a:cubicBezTo>
                    <a:cubicBezTo>
                      <a:pt x="23" y="43"/>
                      <a:pt x="112" y="3"/>
                      <a:pt x="116" y="1"/>
                    </a:cubicBezTo>
                    <a:cubicBezTo>
                      <a:pt x="119" y="0"/>
                      <a:pt x="123" y="1"/>
                      <a:pt x="124" y="4"/>
                    </a:cubicBezTo>
                    <a:cubicBezTo>
                      <a:pt x="126" y="7"/>
                      <a:pt x="124" y="12"/>
                      <a:pt x="122" y="13"/>
                    </a:cubicBezTo>
                    <a:cubicBezTo>
                      <a:pt x="121" y="13"/>
                      <a:pt x="35" y="53"/>
                      <a:pt x="14" y="130"/>
                    </a:cubicBezTo>
                    <a:cubicBezTo>
                      <a:pt x="13" y="133"/>
                      <a:pt x="10" y="135"/>
                      <a:pt x="7" y="135"/>
                    </a:cubicBezTo>
                  </a:path>
                </a:pathLst>
              </a:custGeom>
              <a:solidFill>
                <a:srgbClr val="D06B6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1" name="Google Shape;661;p36"/>
              <p:cNvSpPr/>
              <p:nvPr/>
            </p:nvSpPr>
            <p:spPr>
              <a:xfrm>
                <a:off x="7218627" y="3062177"/>
                <a:ext cx="467087" cy="465102"/>
              </a:xfrm>
              <a:custGeom>
                <a:avLst/>
                <a:gdLst/>
                <a:ahLst/>
                <a:cxnLst/>
                <a:rect l="l" t="t" r="r" b="b"/>
                <a:pathLst>
                  <a:path w="1042" h="1037" extrusionOk="0">
                    <a:moveTo>
                      <a:pt x="1030" y="1036"/>
                    </a:moveTo>
                    <a:cubicBezTo>
                      <a:pt x="1028" y="1036"/>
                      <a:pt x="1026" y="1036"/>
                      <a:pt x="1025" y="1034"/>
                    </a:cubicBezTo>
                    <a:cubicBezTo>
                      <a:pt x="997" y="1017"/>
                      <a:pt x="332" y="605"/>
                      <a:pt x="257" y="486"/>
                    </a:cubicBezTo>
                    <a:cubicBezTo>
                      <a:pt x="182" y="368"/>
                      <a:pt x="4" y="20"/>
                      <a:pt x="2" y="17"/>
                    </a:cubicBezTo>
                    <a:cubicBezTo>
                      <a:pt x="0" y="12"/>
                      <a:pt x="1" y="6"/>
                      <a:pt x="6" y="3"/>
                    </a:cubicBezTo>
                    <a:cubicBezTo>
                      <a:pt x="11" y="0"/>
                      <a:pt x="17" y="2"/>
                      <a:pt x="20" y="7"/>
                    </a:cubicBezTo>
                    <a:cubicBezTo>
                      <a:pt x="21" y="11"/>
                      <a:pt x="199" y="358"/>
                      <a:pt x="273" y="475"/>
                    </a:cubicBezTo>
                    <a:cubicBezTo>
                      <a:pt x="346" y="590"/>
                      <a:pt x="1028" y="1012"/>
                      <a:pt x="1035" y="1017"/>
                    </a:cubicBezTo>
                    <a:cubicBezTo>
                      <a:pt x="1040" y="1020"/>
                      <a:pt x="1041" y="1025"/>
                      <a:pt x="1038" y="1030"/>
                    </a:cubicBezTo>
                    <a:cubicBezTo>
                      <a:pt x="1037" y="1034"/>
                      <a:pt x="1034" y="1036"/>
                      <a:pt x="1030" y="1036"/>
                    </a:cubicBezTo>
                  </a:path>
                </a:pathLst>
              </a:custGeom>
              <a:solidFill>
                <a:srgbClr val="8543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2" name="Google Shape;662;p36"/>
              <p:cNvSpPr/>
              <p:nvPr/>
            </p:nvSpPr>
            <p:spPr>
              <a:xfrm>
                <a:off x="7289877" y="3281867"/>
                <a:ext cx="316669" cy="314689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3" extrusionOk="0">
                    <a:moveTo>
                      <a:pt x="696" y="702"/>
                    </a:moveTo>
                    <a:cubicBezTo>
                      <a:pt x="694" y="702"/>
                      <a:pt x="692" y="701"/>
                      <a:pt x="690" y="700"/>
                    </a:cubicBezTo>
                    <a:cubicBezTo>
                      <a:pt x="49" y="252"/>
                      <a:pt x="2" y="22"/>
                      <a:pt x="1" y="13"/>
                    </a:cubicBezTo>
                    <a:cubicBezTo>
                      <a:pt x="0" y="7"/>
                      <a:pt x="3" y="2"/>
                      <a:pt x="8" y="1"/>
                    </a:cubicBezTo>
                    <a:cubicBezTo>
                      <a:pt x="14" y="0"/>
                      <a:pt x="19" y="4"/>
                      <a:pt x="20" y="9"/>
                    </a:cubicBezTo>
                    <a:cubicBezTo>
                      <a:pt x="21" y="12"/>
                      <a:pt x="70" y="242"/>
                      <a:pt x="701" y="684"/>
                    </a:cubicBezTo>
                    <a:cubicBezTo>
                      <a:pt x="705" y="687"/>
                      <a:pt x="706" y="694"/>
                      <a:pt x="704" y="697"/>
                    </a:cubicBezTo>
                    <a:cubicBezTo>
                      <a:pt x="703" y="700"/>
                      <a:pt x="699" y="702"/>
                      <a:pt x="696" y="702"/>
                    </a:cubicBezTo>
                  </a:path>
                </a:pathLst>
              </a:custGeom>
              <a:solidFill>
                <a:srgbClr val="8543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3" name="Google Shape;663;p36"/>
              <p:cNvSpPr/>
              <p:nvPr/>
            </p:nvSpPr>
            <p:spPr>
              <a:xfrm>
                <a:off x="7323522" y="3424368"/>
                <a:ext cx="285002" cy="356254"/>
              </a:xfrm>
              <a:custGeom>
                <a:avLst/>
                <a:gdLst/>
                <a:ahLst/>
                <a:cxnLst/>
                <a:rect l="l" t="t" r="r" b="b"/>
                <a:pathLst>
                  <a:path w="633" h="794" extrusionOk="0">
                    <a:moveTo>
                      <a:pt x="622" y="793"/>
                    </a:moveTo>
                    <a:cubicBezTo>
                      <a:pt x="617" y="793"/>
                      <a:pt x="613" y="790"/>
                      <a:pt x="613" y="785"/>
                    </a:cubicBezTo>
                    <a:cubicBezTo>
                      <a:pt x="595" y="693"/>
                      <a:pt x="445" y="547"/>
                      <a:pt x="312" y="419"/>
                    </a:cubicBezTo>
                    <a:cubicBezTo>
                      <a:pt x="277" y="384"/>
                      <a:pt x="244" y="352"/>
                      <a:pt x="212" y="320"/>
                    </a:cubicBezTo>
                    <a:cubicBezTo>
                      <a:pt x="57" y="164"/>
                      <a:pt x="5" y="20"/>
                      <a:pt x="2" y="15"/>
                    </a:cubicBezTo>
                    <a:cubicBezTo>
                      <a:pt x="0" y="10"/>
                      <a:pt x="4" y="4"/>
                      <a:pt x="8" y="2"/>
                    </a:cubicBezTo>
                    <a:cubicBezTo>
                      <a:pt x="13" y="0"/>
                      <a:pt x="18" y="3"/>
                      <a:pt x="20" y="8"/>
                    </a:cubicBezTo>
                    <a:cubicBezTo>
                      <a:pt x="21" y="10"/>
                      <a:pt x="74" y="153"/>
                      <a:pt x="226" y="306"/>
                    </a:cubicBezTo>
                    <a:cubicBezTo>
                      <a:pt x="257" y="338"/>
                      <a:pt x="290" y="370"/>
                      <a:pt x="325" y="404"/>
                    </a:cubicBezTo>
                    <a:cubicBezTo>
                      <a:pt x="466" y="541"/>
                      <a:pt x="612" y="683"/>
                      <a:pt x="631" y="781"/>
                    </a:cubicBezTo>
                    <a:cubicBezTo>
                      <a:pt x="632" y="787"/>
                      <a:pt x="628" y="792"/>
                      <a:pt x="623" y="793"/>
                    </a:cubicBezTo>
                    <a:cubicBezTo>
                      <a:pt x="623" y="793"/>
                      <a:pt x="623" y="793"/>
                      <a:pt x="622" y="793"/>
                    </a:cubicBezTo>
                  </a:path>
                </a:pathLst>
              </a:custGeom>
              <a:solidFill>
                <a:srgbClr val="8543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4" name="Google Shape;664;p36"/>
              <p:cNvSpPr/>
              <p:nvPr/>
            </p:nvSpPr>
            <p:spPr>
              <a:xfrm>
                <a:off x="8358623" y="3467910"/>
                <a:ext cx="124687" cy="387918"/>
              </a:xfrm>
              <a:custGeom>
                <a:avLst/>
                <a:gdLst/>
                <a:ahLst/>
                <a:cxnLst/>
                <a:rect l="l" t="t" r="r" b="b"/>
                <a:pathLst>
                  <a:path w="278" h="865" extrusionOk="0">
                    <a:moveTo>
                      <a:pt x="219" y="864"/>
                    </a:moveTo>
                    <a:cubicBezTo>
                      <a:pt x="219" y="864"/>
                      <a:pt x="219" y="864"/>
                      <a:pt x="218" y="864"/>
                    </a:cubicBezTo>
                    <a:cubicBezTo>
                      <a:pt x="212" y="863"/>
                      <a:pt x="209" y="859"/>
                      <a:pt x="210" y="853"/>
                    </a:cubicBezTo>
                    <a:cubicBezTo>
                      <a:pt x="256" y="584"/>
                      <a:pt x="4" y="21"/>
                      <a:pt x="2" y="16"/>
                    </a:cubicBezTo>
                    <a:cubicBezTo>
                      <a:pt x="0" y="11"/>
                      <a:pt x="2" y="5"/>
                      <a:pt x="7" y="2"/>
                    </a:cubicBezTo>
                    <a:cubicBezTo>
                      <a:pt x="12" y="0"/>
                      <a:pt x="18" y="2"/>
                      <a:pt x="20" y="7"/>
                    </a:cubicBezTo>
                    <a:cubicBezTo>
                      <a:pt x="31" y="30"/>
                      <a:pt x="277" y="581"/>
                      <a:pt x="230" y="855"/>
                    </a:cubicBezTo>
                    <a:cubicBezTo>
                      <a:pt x="229" y="861"/>
                      <a:pt x="224" y="864"/>
                      <a:pt x="219" y="864"/>
                    </a:cubicBezTo>
                  </a:path>
                </a:pathLst>
              </a:custGeom>
              <a:solidFill>
                <a:srgbClr val="8543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5" name="Google Shape;665;p36"/>
              <p:cNvSpPr/>
              <p:nvPr/>
            </p:nvSpPr>
            <p:spPr>
              <a:xfrm>
                <a:off x="8586236" y="3978538"/>
                <a:ext cx="548232" cy="455212"/>
              </a:xfrm>
              <a:custGeom>
                <a:avLst/>
                <a:gdLst/>
                <a:ahLst/>
                <a:cxnLst/>
                <a:rect l="l" t="t" r="r" b="b"/>
                <a:pathLst>
                  <a:path w="1222" h="1015" extrusionOk="0">
                    <a:moveTo>
                      <a:pt x="1210" y="1014"/>
                    </a:moveTo>
                    <a:cubicBezTo>
                      <a:pt x="1208" y="1014"/>
                      <a:pt x="1205" y="1013"/>
                      <a:pt x="1203" y="1013"/>
                    </a:cubicBezTo>
                    <a:lnTo>
                      <a:pt x="5" y="19"/>
                    </a:lnTo>
                    <a:cubicBezTo>
                      <a:pt x="1" y="15"/>
                      <a:pt x="0" y="9"/>
                      <a:pt x="4" y="5"/>
                    </a:cubicBezTo>
                    <a:cubicBezTo>
                      <a:pt x="8" y="1"/>
                      <a:pt x="13" y="0"/>
                      <a:pt x="18" y="4"/>
                    </a:cubicBezTo>
                    <a:lnTo>
                      <a:pt x="1216" y="997"/>
                    </a:lnTo>
                    <a:cubicBezTo>
                      <a:pt x="1220" y="1001"/>
                      <a:pt x="1221" y="1007"/>
                      <a:pt x="1217" y="1012"/>
                    </a:cubicBezTo>
                    <a:cubicBezTo>
                      <a:pt x="1216" y="1013"/>
                      <a:pt x="1213" y="1014"/>
                      <a:pt x="1210" y="1014"/>
                    </a:cubicBezTo>
                  </a:path>
                </a:pathLst>
              </a:custGeom>
              <a:solidFill>
                <a:srgbClr val="8543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6" name="Google Shape;666;p36"/>
              <p:cNvSpPr/>
              <p:nvPr/>
            </p:nvSpPr>
            <p:spPr>
              <a:xfrm>
                <a:off x="7861858" y="3404576"/>
                <a:ext cx="271147" cy="75209"/>
              </a:xfrm>
              <a:custGeom>
                <a:avLst/>
                <a:gdLst/>
                <a:ahLst/>
                <a:cxnLst/>
                <a:rect l="l" t="t" r="r" b="b"/>
                <a:pathLst>
                  <a:path w="605" h="167" extrusionOk="0">
                    <a:moveTo>
                      <a:pt x="468" y="159"/>
                    </a:moveTo>
                    <a:cubicBezTo>
                      <a:pt x="291" y="159"/>
                      <a:pt x="22" y="27"/>
                      <a:pt x="7" y="20"/>
                    </a:cubicBezTo>
                    <a:cubicBezTo>
                      <a:pt x="2" y="18"/>
                      <a:pt x="0" y="12"/>
                      <a:pt x="2" y="7"/>
                    </a:cubicBezTo>
                    <a:cubicBezTo>
                      <a:pt x="5" y="2"/>
                      <a:pt x="11" y="0"/>
                      <a:pt x="16" y="2"/>
                    </a:cubicBezTo>
                    <a:cubicBezTo>
                      <a:pt x="17" y="3"/>
                      <a:pt x="137" y="61"/>
                      <a:pt x="267" y="101"/>
                    </a:cubicBezTo>
                    <a:cubicBezTo>
                      <a:pt x="385" y="138"/>
                      <a:pt x="536" y="166"/>
                      <a:pt x="585" y="95"/>
                    </a:cubicBezTo>
                    <a:cubicBezTo>
                      <a:pt x="588" y="90"/>
                      <a:pt x="595" y="89"/>
                      <a:pt x="599" y="93"/>
                    </a:cubicBezTo>
                    <a:cubicBezTo>
                      <a:pt x="603" y="96"/>
                      <a:pt x="604" y="102"/>
                      <a:pt x="601" y="106"/>
                    </a:cubicBezTo>
                    <a:cubicBezTo>
                      <a:pt x="575" y="144"/>
                      <a:pt x="526" y="159"/>
                      <a:pt x="468" y="159"/>
                    </a:cubicBezTo>
                  </a:path>
                </a:pathLst>
              </a:custGeom>
              <a:solidFill>
                <a:srgbClr val="8543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7" name="Google Shape;667;p36"/>
              <p:cNvSpPr/>
              <p:nvPr/>
            </p:nvSpPr>
            <p:spPr>
              <a:xfrm>
                <a:off x="7911338" y="2984990"/>
                <a:ext cx="134584" cy="114792"/>
              </a:xfrm>
              <a:custGeom>
                <a:avLst/>
                <a:gdLst/>
                <a:ahLst/>
                <a:cxnLst/>
                <a:rect l="l" t="t" r="r" b="b"/>
                <a:pathLst>
                  <a:path w="299" h="256" extrusionOk="0">
                    <a:moveTo>
                      <a:pt x="49" y="0"/>
                    </a:moveTo>
                    <a:cubicBezTo>
                      <a:pt x="49" y="0"/>
                      <a:pt x="0" y="69"/>
                      <a:pt x="26" y="116"/>
                    </a:cubicBezTo>
                    <a:cubicBezTo>
                      <a:pt x="53" y="164"/>
                      <a:pt x="162" y="247"/>
                      <a:pt x="222" y="255"/>
                    </a:cubicBezTo>
                    <a:cubicBezTo>
                      <a:pt x="222" y="255"/>
                      <a:pt x="249" y="190"/>
                      <a:pt x="298" y="163"/>
                    </a:cubicBezTo>
                    <a:cubicBezTo>
                      <a:pt x="298" y="163"/>
                      <a:pt x="114" y="10"/>
                      <a:pt x="49" y="0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8" name="Google Shape;668;p36"/>
              <p:cNvSpPr/>
              <p:nvPr/>
            </p:nvSpPr>
            <p:spPr>
              <a:xfrm>
                <a:off x="7917275" y="3028532"/>
                <a:ext cx="124688" cy="73229"/>
              </a:xfrm>
              <a:custGeom>
                <a:avLst/>
                <a:gdLst/>
                <a:ahLst/>
                <a:cxnLst/>
                <a:rect l="l" t="t" r="r" b="b"/>
                <a:pathLst>
                  <a:path w="280" h="165" extrusionOk="0">
                    <a:moveTo>
                      <a:pt x="210" y="164"/>
                    </a:moveTo>
                    <a:cubicBezTo>
                      <a:pt x="203" y="164"/>
                      <a:pt x="176" y="160"/>
                      <a:pt x="101" y="111"/>
                    </a:cubicBezTo>
                    <a:cubicBezTo>
                      <a:pt x="17" y="55"/>
                      <a:pt x="1" y="12"/>
                      <a:pt x="1" y="10"/>
                    </a:cubicBezTo>
                    <a:cubicBezTo>
                      <a:pt x="0" y="6"/>
                      <a:pt x="2" y="2"/>
                      <a:pt x="5" y="1"/>
                    </a:cubicBezTo>
                    <a:cubicBezTo>
                      <a:pt x="9" y="0"/>
                      <a:pt x="12" y="2"/>
                      <a:pt x="14" y="5"/>
                    </a:cubicBezTo>
                    <a:lnTo>
                      <a:pt x="14" y="5"/>
                    </a:lnTo>
                    <a:cubicBezTo>
                      <a:pt x="14" y="5"/>
                      <a:pt x="29" y="47"/>
                      <a:pt x="109" y="99"/>
                    </a:cubicBezTo>
                    <a:cubicBezTo>
                      <a:pt x="171" y="139"/>
                      <a:pt x="197" y="148"/>
                      <a:pt x="206" y="150"/>
                    </a:cubicBezTo>
                    <a:cubicBezTo>
                      <a:pt x="213" y="134"/>
                      <a:pt x="237" y="81"/>
                      <a:pt x="270" y="67"/>
                    </a:cubicBezTo>
                    <a:cubicBezTo>
                      <a:pt x="273" y="66"/>
                      <a:pt x="277" y="68"/>
                      <a:pt x="278" y="71"/>
                    </a:cubicBezTo>
                    <a:cubicBezTo>
                      <a:pt x="279" y="75"/>
                      <a:pt x="278" y="78"/>
                      <a:pt x="275" y="79"/>
                    </a:cubicBezTo>
                    <a:cubicBezTo>
                      <a:pt x="241" y="93"/>
                      <a:pt x="216" y="158"/>
                      <a:pt x="216" y="159"/>
                    </a:cubicBezTo>
                    <a:lnTo>
                      <a:pt x="215" y="163"/>
                    </a:lnTo>
                    <a:lnTo>
                      <a:pt x="211" y="164"/>
                    </a:lnTo>
                    <a:cubicBezTo>
                      <a:pt x="211" y="164"/>
                      <a:pt x="211" y="164"/>
                      <a:pt x="210" y="164"/>
                    </a:cubicBezTo>
                  </a:path>
                </a:pathLst>
              </a:custGeom>
              <a:solidFill>
                <a:srgbClr val="D06B6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9" name="Google Shape;669;p36"/>
              <p:cNvSpPr/>
              <p:nvPr/>
            </p:nvSpPr>
            <p:spPr>
              <a:xfrm>
                <a:off x="7171126" y="2901865"/>
                <a:ext cx="61354" cy="87084"/>
              </a:xfrm>
              <a:custGeom>
                <a:avLst/>
                <a:gdLst/>
                <a:ahLst/>
                <a:cxnLst/>
                <a:rect l="l" t="t" r="r" b="b"/>
                <a:pathLst>
                  <a:path w="138" h="195" extrusionOk="0">
                    <a:moveTo>
                      <a:pt x="5" y="20"/>
                    </a:moveTo>
                    <a:cubicBezTo>
                      <a:pt x="5" y="20"/>
                      <a:pt x="55" y="0"/>
                      <a:pt x="65" y="9"/>
                    </a:cubicBezTo>
                    <a:cubicBezTo>
                      <a:pt x="76" y="18"/>
                      <a:pt x="137" y="167"/>
                      <a:pt x="41" y="194"/>
                    </a:cubicBezTo>
                    <a:cubicBezTo>
                      <a:pt x="41" y="194"/>
                      <a:pt x="0" y="83"/>
                      <a:pt x="5" y="20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0" name="Google Shape;670;p36"/>
              <p:cNvSpPr/>
              <p:nvPr/>
            </p:nvSpPr>
            <p:spPr>
              <a:xfrm>
                <a:off x="7190918" y="2901865"/>
                <a:ext cx="35625" cy="89062"/>
              </a:xfrm>
              <a:custGeom>
                <a:avLst/>
                <a:gdLst/>
                <a:ahLst/>
                <a:cxnLst/>
                <a:rect l="l" t="t" r="r" b="b"/>
                <a:pathLst>
                  <a:path w="78" h="198" extrusionOk="0">
                    <a:moveTo>
                      <a:pt x="9" y="197"/>
                    </a:moveTo>
                    <a:cubicBezTo>
                      <a:pt x="6" y="197"/>
                      <a:pt x="5" y="197"/>
                      <a:pt x="5" y="197"/>
                    </a:cubicBezTo>
                    <a:cubicBezTo>
                      <a:pt x="2" y="196"/>
                      <a:pt x="0" y="193"/>
                      <a:pt x="0" y="189"/>
                    </a:cubicBezTo>
                    <a:cubicBezTo>
                      <a:pt x="0" y="185"/>
                      <a:pt x="3" y="183"/>
                      <a:pt x="7" y="183"/>
                    </a:cubicBezTo>
                    <a:cubicBezTo>
                      <a:pt x="8" y="183"/>
                      <a:pt x="36" y="187"/>
                      <a:pt x="48" y="145"/>
                    </a:cubicBezTo>
                    <a:cubicBezTo>
                      <a:pt x="63" y="96"/>
                      <a:pt x="21" y="12"/>
                      <a:pt x="21" y="11"/>
                    </a:cubicBezTo>
                    <a:cubicBezTo>
                      <a:pt x="19" y="8"/>
                      <a:pt x="21" y="3"/>
                      <a:pt x="23" y="2"/>
                    </a:cubicBezTo>
                    <a:cubicBezTo>
                      <a:pt x="26" y="0"/>
                      <a:pt x="31" y="2"/>
                      <a:pt x="32" y="5"/>
                    </a:cubicBezTo>
                    <a:cubicBezTo>
                      <a:pt x="34" y="9"/>
                      <a:pt x="77" y="95"/>
                      <a:pt x="61" y="149"/>
                    </a:cubicBezTo>
                    <a:cubicBezTo>
                      <a:pt x="48" y="192"/>
                      <a:pt x="20" y="197"/>
                      <a:pt x="9" y="197"/>
                    </a:cubicBezTo>
                  </a:path>
                </a:pathLst>
              </a:custGeom>
              <a:solidFill>
                <a:srgbClr val="D06B6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1" name="Google Shape;671;p36"/>
              <p:cNvSpPr/>
              <p:nvPr/>
            </p:nvSpPr>
            <p:spPr>
              <a:xfrm>
                <a:off x="7547170" y="3838015"/>
                <a:ext cx="1894063" cy="1397301"/>
              </a:xfrm>
              <a:custGeom>
                <a:avLst/>
                <a:gdLst/>
                <a:ahLst/>
                <a:cxnLst/>
                <a:rect l="l" t="t" r="r" b="b"/>
                <a:pathLst>
                  <a:path w="4222" h="3113" extrusionOk="0">
                    <a:moveTo>
                      <a:pt x="4221" y="2673"/>
                    </a:moveTo>
                    <a:lnTo>
                      <a:pt x="3485" y="3112"/>
                    </a:lnTo>
                    <a:lnTo>
                      <a:pt x="1112" y="685"/>
                    </a:lnTo>
                    <a:cubicBezTo>
                      <a:pt x="1112" y="685"/>
                      <a:pt x="455" y="367"/>
                      <a:pt x="248" y="239"/>
                    </a:cubicBezTo>
                    <a:cubicBezTo>
                      <a:pt x="182" y="198"/>
                      <a:pt x="93" y="110"/>
                      <a:pt x="0" y="0"/>
                    </a:cubicBezTo>
                    <a:cubicBezTo>
                      <a:pt x="242" y="137"/>
                      <a:pt x="720" y="395"/>
                      <a:pt x="1027" y="496"/>
                    </a:cubicBezTo>
                    <a:cubicBezTo>
                      <a:pt x="1445" y="634"/>
                      <a:pt x="1630" y="338"/>
                      <a:pt x="1636" y="328"/>
                    </a:cubicBezTo>
                    <a:cubicBezTo>
                      <a:pt x="1634" y="336"/>
                      <a:pt x="1567" y="567"/>
                      <a:pt x="1284" y="677"/>
                    </a:cubicBezTo>
                    <a:cubicBezTo>
                      <a:pt x="1284" y="677"/>
                      <a:pt x="3365" y="2516"/>
                      <a:pt x="4221" y="2673"/>
                    </a:cubicBezTo>
                  </a:path>
                </a:pathLst>
              </a:custGeom>
              <a:solidFill>
                <a:srgbClr val="CD493C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72" name="Google Shape;672;p36"/>
            <p:cNvGrpSpPr/>
            <p:nvPr/>
          </p:nvGrpSpPr>
          <p:grpSpPr>
            <a:xfrm rot="-236345">
              <a:off x="6807314" y="4365258"/>
              <a:ext cx="923137" cy="930607"/>
              <a:chOff x="8322831" y="2964236"/>
              <a:chExt cx="923079" cy="930548"/>
            </a:xfrm>
          </p:grpSpPr>
          <p:sp>
            <p:nvSpPr>
              <p:cNvPr id="673" name="Google Shape;673;p36"/>
              <p:cNvSpPr/>
              <p:nvPr/>
            </p:nvSpPr>
            <p:spPr>
              <a:xfrm rot="5976188">
                <a:off x="8382984" y="3026571"/>
                <a:ext cx="802774" cy="800374"/>
              </a:xfrm>
              <a:custGeom>
                <a:avLst/>
                <a:gdLst/>
                <a:ahLst/>
                <a:cxnLst/>
                <a:rect l="l" t="t" r="r" b="b"/>
                <a:pathLst>
                  <a:path w="1482" h="1476" extrusionOk="0">
                    <a:moveTo>
                      <a:pt x="0" y="1387"/>
                    </a:moveTo>
                    <a:cubicBezTo>
                      <a:pt x="0" y="1387"/>
                      <a:pt x="1285" y="1475"/>
                      <a:pt x="1481" y="1"/>
                    </a:cubicBezTo>
                    <a:cubicBezTo>
                      <a:pt x="1481" y="0"/>
                      <a:pt x="226" y="16"/>
                      <a:pt x="0" y="1387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4" name="Google Shape;674;p36"/>
              <p:cNvSpPr/>
              <p:nvPr/>
            </p:nvSpPr>
            <p:spPr>
              <a:xfrm rot="5976176">
                <a:off x="8474841" y="3136146"/>
                <a:ext cx="735872" cy="678526"/>
              </a:xfrm>
              <a:custGeom>
                <a:avLst/>
                <a:gdLst/>
                <a:ahLst/>
                <a:cxnLst/>
                <a:rect l="l" t="t" r="r" b="b"/>
                <a:pathLst>
                  <a:path w="1357" h="1254" extrusionOk="0">
                    <a:moveTo>
                      <a:pt x="7" y="1253"/>
                    </a:moveTo>
                    <a:cubicBezTo>
                      <a:pt x="5" y="1253"/>
                      <a:pt x="2" y="1252"/>
                      <a:pt x="1" y="1250"/>
                    </a:cubicBezTo>
                    <a:cubicBezTo>
                      <a:pt x="0" y="1247"/>
                      <a:pt x="1" y="1243"/>
                      <a:pt x="3" y="1241"/>
                    </a:cubicBezTo>
                    <a:cubicBezTo>
                      <a:pt x="11" y="1236"/>
                      <a:pt x="737" y="754"/>
                      <a:pt x="1342" y="3"/>
                    </a:cubicBezTo>
                    <a:cubicBezTo>
                      <a:pt x="1345" y="0"/>
                      <a:pt x="1348" y="0"/>
                      <a:pt x="1352" y="2"/>
                    </a:cubicBezTo>
                    <a:cubicBezTo>
                      <a:pt x="1355" y="5"/>
                      <a:pt x="1356" y="9"/>
                      <a:pt x="1353" y="13"/>
                    </a:cubicBezTo>
                    <a:cubicBezTo>
                      <a:pt x="747" y="764"/>
                      <a:pt x="20" y="1248"/>
                      <a:pt x="12" y="1253"/>
                    </a:cubicBezTo>
                    <a:cubicBezTo>
                      <a:pt x="10" y="1253"/>
                      <a:pt x="9" y="1253"/>
                      <a:pt x="7" y="125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5" name="Google Shape;675;p36"/>
              <p:cNvSpPr/>
              <p:nvPr/>
            </p:nvSpPr>
            <p:spPr>
              <a:xfrm rot="5976178">
                <a:off x="8588812" y="3154341"/>
                <a:ext cx="9557" cy="136182"/>
              </a:xfrm>
              <a:custGeom>
                <a:avLst/>
                <a:gdLst/>
                <a:ahLst/>
                <a:cxnLst/>
                <a:rect l="l" t="t" r="r" b="b"/>
                <a:pathLst>
                  <a:path w="18" h="253" extrusionOk="0">
                    <a:moveTo>
                      <a:pt x="9" y="252"/>
                    </a:moveTo>
                    <a:cubicBezTo>
                      <a:pt x="5" y="252"/>
                      <a:pt x="2" y="249"/>
                      <a:pt x="1" y="245"/>
                    </a:cubicBezTo>
                    <a:lnTo>
                      <a:pt x="0" y="8"/>
                    </a:lnTo>
                    <a:cubicBezTo>
                      <a:pt x="0" y="4"/>
                      <a:pt x="3" y="0"/>
                      <a:pt x="7" y="0"/>
                    </a:cubicBezTo>
                    <a:lnTo>
                      <a:pt x="7" y="0"/>
                    </a:lnTo>
                    <a:cubicBezTo>
                      <a:pt x="11" y="0"/>
                      <a:pt x="14" y="3"/>
                      <a:pt x="15" y="7"/>
                    </a:cubicBezTo>
                    <a:lnTo>
                      <a:pt x="16" y="244"/>
                    </a:lnTo>
                    <a:cubicBezTo>
                      <a:pt x="17" y="249"/>
                      <a:pt x="13" y="252"/>
                      <a:pt x="9" y="25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6" name="Google Shape;676;p36"/>
              <p:cNvSpPr/>
              <p:nvPr/>
            </p:nvSpPr>
            <p:spPr>
              <a:xfrm rot="5976182">
                <a:off x="8638510" y="3177161"/>
                <a:ext cx="157687" cy="59729"/>
              </a:xfrm>
              <a:custGeom>
                <a:avLst/>
                <a:gdLst/>
                <a:ahLst/>
                <a:cxnLst/>
                <a:rect l="l" t="t" r="r" b="b"/>
                <a:pathLst>
                  <a:path w="293" h="109" extrusionOk="0">
                    <a:moveTo>
                      <a:pt x="283" y="108"/>
                    </a:moveTo>
                    <a:lnTo>
                      <a:pt x="282" y="108"/>
                    </a:lnTo>
                    <a:lnTo>
                      <a:pt x="5" y="15"/>
                    </a:lnTo>
                    <a:cubicBezTo>
                      <a:pt x="1" y="14"/>
                      <a:pt x="0" y="8"/>
                      <a:pt x="1" y="5"/>
                    </a:cubicBezTo>
                    <a:cubicBezTo>
                      <a:pt x="1" y="1"/>
                      <a:pt x="6" y="0"/>
                      <a:pt x="10" y="1"/>
                    </a:cubicBezTo>
                    <a:lnTo>
                      <a:pt x="286" y="94"/>
                    </a:lnTo>
                    <a:cubicBezTo>
                      <a:pt x="290" y="95"/>
                      <a:pt x="292" y="100"/>
                      <a:pt x="291" y="104"/>
                    </a:cubicBezTo>
                    <a:cubicBezTo>
                      <a:pt x="289" y="106"/>
                      <a:pt x="286" y="108"/>
                      <a:pt x="283" y="10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7" name="Google Shape;677;p36"/>
              <p:cNvSpPr/>
              <p:nvPr/>
            </p:nvSpPr>
            <p:spPr>
              <a:xfrm rot="5976179">
                <a:off x="8633757" y="3294669"/>
                <a:ext cx="43006" cy="172021"/>
              </a:xfrm>
              <a:custGeom>
                <a:avLst/>
                <a:gdLst/>
                <a:ahLst/>
                <a:cxnLst/>
                <a:rect l="l" t="t" r="r" b="b"/>
                <a:pathLst>
                  <a:path w="80" h="317" extrusionOk="0">
                    <a:moveTo>
                      <a:pt x="70" y="316"/>
                    </a:moveTo>
                    <a:cubicBezTo>
                      <a:pt x="67" y="316"/>
                      <a:pt x="63" y="314"/>
                      <a:pt x="63" y="311"/>
                    </a:cubicBezTo>
                    <a:lnTo>
                      <a:pt x="1" y="9"/>
                    </a:lnTo>
                    <a:cubicBezTo>
                      <a:pt x="0" y="6"/>
                      <a:pt x="2" y="2"/>
                      <a:pt x="6" y="1"/>
                    </a:cubicBezTo>
                    <a:cubicBezTo>
                      <a:pt x="10" y="0"/>
                      <a:pt x="14" y="3"/>
                      <a:pt x="15" y="7"/>
                    </a:cubicBezTo>
                    <a:lnTo>
                      <a:pt x="78" y="308"/>
                    </a:lnTo>
                    <a:cubicBezTo>
                      <a:pt x="79" y="311"/>
                      <a:pt x="76" y="315"/>
                      <a:pt x="72" y="316"/>
                    </a:cubicBezTo>
                    <a:cubicBezTo>
                      <a:pt x="72" y="315"/>
                      <a:pt x="71" y="316"/>
                      <a:pt x="70" y="31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8" name="Google Shape;678;p36"/>
              <p:cNvSpPr/>
              <p:nvPr/>
            </p:nvSpPr>
            <p:spPr>
              <a:xfrm rot="5976182">
                <a:off x="8721220" y="3285444"/>
                <a:ext cx="195915" cy="86010"/>
              </a:xfrm>
              <a:custGeom>
                <a:avLst/>
                <a:gdLst/>
                <a:ahLst/>
                <a:cxnLst/>
                <a:rect l="l" t="t" r="r" b="b"/>
                <a:pathLst>
                  <a:path w="363" h="160" extrusionOk="0">
                    <a:moveTo>
                      <a:pt x="353" y="159"/>
                    </a:moveTo>
                    <a:cubicBezTo>
                      <a:pt x="352" y="159"/>
                      <a:pt x="351" y="159"/>
                      <a:pt x="350" y="158"/>
                    </a:cubicBezTo>
                    <a:lnTo>
                      <a:pt x="6" y="15"/>
                    </a:lnTo>
                    <a:cubicBezTo>
                      <a:pt x="2" y="13"/>
                      <a:pt x="0" y="9"/>
                      <a:pt x="2" y="6"/>
                    </a:cubicBezTo>
                    <a:cubicBezTo>
                      <a:pt x="4" y="2"/>
                      <a:pt x="7" y="0"/>
                      <a:pt x="11" y="2"/>
                    </a:cubicBezTo>
                    <a:lnTo>
                      <a:pt x="356" y="145"/>
                    </a:lnTo>
                    <a:cubicBezTo>
                      <a:pt x="360" y="147"/>
                      <a:pt x="362" y="150"/>
                      <a:pt x="360" y="154"/>
                    </a:cubicBezTo>
                    <a:cubicBezTo>
                      <a:pt x="359" y="157"/>
                      <a:pt x="356" y="159"/>
                      <a:pt x="353" y="15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9" name="Google Shape;679;p36"/>
              <p:cNvSpPr/>
              <p:nvPr/>
            </p:nvSpPr>
            <p:spPr>
              <a:xfrm rot="5976169">
                <a:off x="8711671" y="3436180"/>
                <a:ext cx="54951" cy="186355"/>
              </a:xfrm>
              <a:custGeom>
                <a:avLst/>
                <a:gdLst/>
                <a:ahLst/>
                <a:cxnLst/>
                <a:rect l="l" t="t" r="r" b="b"/>
                <a:pathLst>
                  <a:path w="103" h="343" extrusionOk="0">
                    <a:moveTo>
                      <a:pt x="94" y="342"/>
                    </a:moveTo>
                    <a:cubicBezTo>
                      <a:pt x="91" y="342"/>
                      <a:pt x="89" y="340"/>
                      <a:pt x="88" y="337"/>
                    </a:cubicBezTo>
                    <a:lnTo>
                      <a:pt x="1" y="10"/>
                    </a:lnTo>
                    <a:cubicBezTo>
                      <a:pt x="0" y="6"/>
                      <a:pt x="2" y="2"/>
                      <a:pt x="6" y="1"/>
                    </a:cubicBezTo>
                    <a:cubicBezTo>
                      <a:pt x="9" y="0"/>
                      <a:pt x="13" y="2"/>
                      <a:pt x="14" y="6"/>
                    </a:cubicBezTo>
                    <a:lnTo>
                      <a:pt x="101" y="333"/>
                    </a:lnTo>
                    <a:cubicBezTo>
                      <a:pt x="102" y="337"/>
                      <a:pt x="100" y="340"/>
                      <a:pt x="96" y="341"/>
                    </a:cubicBezTo>
                    <a:cubicBezTo>
                      <a:pt x="95" y="342"/>
                      <a:pt x="94" y="342"/>
                      <a:pt x="94" y="34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0" name="Google Shape;680;p36"/>
              <p:cNvSpPr/>
              <p:nvPr/>
            </p:nvSpPr>
            <p:spPr>
              <a:xfrm rot="5976183">
                <a:off x="8808578" y="3408341"/>
                <a:ext cx="212638" cy="97956"/>
              </a:xfrm>
              <a:custGeom>
                <a:avLst/>
                <a:gdLst/>
                <a:ahLst/>
                <a:cxnLst/>
                <a:rect l="l" t="t" r="r" b="b"/>
                <a:pathLst>
                  <a:path w="391" h="181" extrusionOk="0">
                    <a:moveTo>
                      <a:pt x="381" y="180"/>
                    </a:moveTo>
                    <a:cubicBezTo>
                      <a:pt x="380" y="180"/>
                      <a:pt x="379" y="180"/>
                      <a:pt x="379" y="179"/>
                    </a:cubicBezTo>
                    <a:lnTo>
                      <a:pt x="6" y="15"/>
                    </a:lnTo>
                    <a:cubicBezTo>
                      <a:pt x="2" y="13"/>
                      <a:pt x="0" y="10"/>
                      <a:pt x="2" y="6"/>
                    </a:cubicBezTo>
                    <a:cubicBezTo>
                      <a:pt x="4" y="2"/>
                      <a:pt x="8" y="0"/>
                      <a:pt x="12" y="2"/>
                    </a:cubicBezTo>
                    <a:lnTo>
                      <a:pt x="384" y="166"/>
                    </a:lnTo>
                    <a:cubicBezTo>
                      <a:pt x="388" y="168"/>
                      <a:pt x="390" y="172"/>
                      <a:pt x="388" y="175"/>
                    </a:cubicBezTo>
                    <a:cubicBezTo>
                      <a:pt x="387" y="178"/>
                      <a:pt x="384" y="180"/>
                      <a:pt x="381" y="18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1" name="Google Shape;681;p36"/>
              <p:cNvSpPr/>
              <p:nvPr/>
            </p:nvSpPr>
            <p:spPr>
              <a:xfrm rot="5976188">
                <a:off x="8822983" y="3576118"/>
                <a:ext cx="40616" cy="179189"/>
              </a:xfrm>
              <a:custGeom>
                <a:avLst/>
                <a:gdLst/>
                <a:ahLst/>
                <a:cxnLst/>
                <a:rect l="l" t="t" r="r" b="b"/>
                <a:pathLst>
                  <a:path w="74" h="330" extrusionOk="0">
                    <a:moveTo>
                      <a:pt x="64" y="329"/>
                    </a:moveTo>
                    <a:cubicBezTo>
                      <a:pt x="61" y="329"/>
                      <a:pt x="58" y="326"/>
                      <a:pt x="58" y="323"/>
                    </a:cubicBezTo>
                    <a:lnTo>
                      <a:pt x="1" y="9"/>
                    </a:lnTo>
                    <a:cubicBezTo>
                      <a:pt x="0" y="5"/>
                      <a:pt x="2" y="1"/>
                      <a:pt x="6" y="1"/>
                    </a:cubicBezTo>
                    <a:cubicBezTo>
                      <a:pt x="10" y="0"/>
                      <a:pt x="14" y="2"/>
                      <a:pt x="15" y="6"/>
                    </a:cubicBezTo>
                    <a:lnTo>
                      <a:pt x="72" y="321"/>
                    </a:lnTo>
                    <a:cubicBezTo>
                      <a:pt x="73" y="324"/>
                      <a:pt x="70" y="328"/>
                      <a:pt x="66" y="329"/>
                    </a:cubicBezTo>
                    <a:cubicBezTo>
                      <a:pt x="65" y="329"/>
                      <a:pt x="65" y="329"/>
                      <a:pt x="64" y="32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2" name="Google Shape;682;p36"/>
              <p:cNvSpPr/>
              <p:nvPr/>
            </p:nvSpPr>
            <p:spPr>
              <a:xfrm rot="5976182">
                <a:off x="8910610" y="3587516"/>
                <a:ext cx="195915" cy="64507"/>
              </a:xfrm>
              <a:custGeom>
                <a:avLst/>
                <a:gdLst/>
                <a:ahLst/>
                <a:cxnLst/>
                <a:rect l="l" t="t" r="r" b="b"/>
                <a:pathLst>
                  <a:path w="363" h="120" extrusionOk="0">
                    <a:moveTo>
                      <a:pt x="355" y="119"/>
                    </a:moveTo>
                    <a:cubicBezTo>
                      <a:pt x="354" y="119"/>
                      <a:pt x="354" y="119"/>
                      <a:pt x="353" y="119"/>
                    </a:cubicBezTo>
                    <a:lnTo>
                      <a:pt x="6" y="14"/>
                    </a:lnTo>
                    <a:cubicBezTo>
                      <a:pt x="2" y="13"/>
                      <a:pt x="0" y="9"/>
                      <a:pt x="1" y="5"/>
                    </a:cubicBezTo>
                    <a:cubicBezTo>
                      <a:pt x="2" y="1"/>
                      <a:pt x="6" y="0"/>
                      <a:pt x="10" y="0"/>
                    </a:cubicBezTo>
                    <a:lnTo>
                      <a:pt x="357" y="105"/>
                    </a:lnTo>
                    <a:cubicBezTo>
                      <a:pt x="360" y="106"/>
                      <a:pt x="362" y="110"/>
                      <a:pt x="361" y="114"/>
                    </a:cubicBezTo>
                    <a:cubicBezTo>
                      <a:pt x="360" y="116"/>
                      <a:pt x="357" y="119"/>
                      <a:pt x="355" y="11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83" name="Google Shape;683;p36"/>
            <p:cNvGrpSpPr/>
            <p:nvPr/>
          </p:nvGrpSpPr>
          <p:grpSpPr>
            <a:xfrm rot="3649858">
              <a:off x="8519364" y="2881038"/>
              <a:ext cx="1009686" cy="896361"/>
              <a:chOff x="8017245" y="4305760"/>
              <a:chExt cx="943640" cy="837728"/>
            </a:xfrm>
          </p:grpSpPr>
          <p:sp>
            <p:nvSpPr>
              <p:cNvPr id="684" name="Google Shape;684;p36"/>
              <p:cNvSpPr/>
              <p:nvPr/>
            </p:nvSpPr>
            <p:spPr>
              <a:xfrm rot="-2826888">
                <a:off x="8112182" y="4536514"/>
                <a:ext cx="145076" cy="322392"/>
              </a:xfrm>
              <a:custGeom>
                <a:avLst/>
                <a:gdLst/>
                <a:ahLst/>
                <a:cxnLst/>
                <a:rect l="l" t="t" r="r" b="b"/>
                <a:pathLst>
                  <a:path w="277" h="619" extrusionOk="0">
                    <a:moveTo>
                      <a:pt x="172" y="618"/>
                    </a:moveTo>
                    <a:cubicBezTo>
                      <a:pt x="172" y="618"/>
                      <a:pt x="173" y="617"/>
                      <a:pt x="174" y="616"/>
                    </a:cubicBezTo>
                    <a:cubicBezTo>
                      <a:pt x="175" y="615"/>
                      <a:pt x="177" y="613"/>
                      <a:pt x="179" y="610"/>
                    </a:cubicBezTo>
                    <a:cubicBezTo>
                      <a:pt x="181" y="607"/>
                      <a:pt x="183" y="604"/>
                      <a:pt x="186" y="601"/>
                    </a:cubicBezTo>
                    <a:cubicBezTo>
                      <a:pt x="188" y="597"/>
                      <a:pt x="192" y="593"/>
                      <a:pt x="196" y="588"/>
                    </a:cubicBezTo>
                    <a:cubicBezTo>
                      <a:pt x="209" y="569"/>
                      <a:pt x="226" y="543"/>
                      <a:pt x="239" y="513"/>
                    </a:cubicBezTo>
                    <a:cubicBezTo>
                      <a:pt x="252" y="483"/>
                      <a:pt x="263" y="446"/>
                      <a:pt x="269" y="409"/>
                    </a:cubicBezTo>
                    <a:cubicBezTo>
                      <a:pt x="275" y="372"/>
                      <a:pt x="276" y="333"/>
                      <a:pt x="271" y="294"/>
                    </a:cubicBezTo>
                    <a:cubicBezTo>
                      <a:pt x="266" y="255"/>
                      <a:pt x="258" y="217"/>
                      <a:pt x="244" y="182"/>
                    </a:cubicBezTo>
                    <a:cubicBezTo>
                      <a:pt x="229" y="146"/>
                      <a:pt x="211" y="116"/>
                      <a:pt x="191" y="88"/>
                    </a:cubicBezTo>
                    <a:cubicBezTo>
                      <a:pt x="182" y="75"/>
                      <a:pt x="170" y="62"/>
                      <a:pt x="161" y="52"/>
                    </a:cubicBezTo>
                    <a:cubicBezTo>
                      <a:pt x="150" y="41"/>
                      <a:pt x="141" y="32"/>
                      <a:pt x="132" y="24"/>
                    </a:cubicBezTo>
                    <a:cubicBezTo>
                      <a:pt x="128" y="21"/>
                      <a:pt x="124" y="17"/>
                      <a:pt x="121" y="14"/>
                    </a:cubicBezTo>
                    <a:cubicBezTo>
                      <a:pt x="117" y="11"/>
                      <a:pt x="114" y="8"/>
                      <a:pt x="111" y="6"/>
                    </a:cubicBezTo>
                    <a:cubicBezTo>
                      <a:pt x="108" y="4"/>
                      <a:pt x="106" y="1"/>
                      <a:pt x="105" y="1"/>
                    </a:cubicBezTo>
                    <a:cubicBezTo>
                      <a:pt x="103" y="0"/>
                      <a:pt x="103" y="0"/>
                      <a:pt x="103" y="0"/>
                    </a:cubicBezTo>
                    <a:cubicBezTo>
                      <a:pt x="103" y="0"/>
                      <a:pt x="102" y="1"/>
                      <a:pt x="101" y="1"/>
                    </a:cubicBezTo>
                    <a:cubicBezTo>
                      <a:pt x="100" y="2"/>
                      <a:pt x="98" y="4"/>
                      <a:pt x="96" y="7"/>
                    </a:cubicBezTo>
                    <a:cubicBezTo>
                      <a:pt x="94" y="10"/>
                      <a:pt x="91" y="13"/>
                      <a:pt x="88" y="17"/>
                    </a:cubicBezTo>
                    <a:cubicBezTo>
                      <a:pt x="85" y="21"/>
                      <a:pt x="83" y="24"/>
                      <a:pt x="79" y="29"/>
                    </a:cubicBezTo>
                    <a:cubicBezTo>
                      <a:pt x="72" y="39"/>
                      <a:pt x="65" y="50"/>
                      <a:pt x="58" y="62"/>
                    </a:cubicBezTo>
                    <a:cubicBezTo>
                      <a:pt x="50" y="75"/>
                      <a:pt x="43" y="89"/>
                      <a:pt x="37" y="105"/>
                    </a:cubicBezTo>
                    <a:cubicBezTo>
                      <a:pt x="24" y="136"/>
                      <a:pt x="13" y="172"/>
                      <a:pt x="6" y="209"/>
                    </a:cubicBezTo>
                    <a:cubicBezTo>
                      <a:pt x="1" y="246"/>
                      <a:pt x="0" y="285"/>
                      <a:pt x="5" y="324"/>
                    </a:cubicBezTo>
                    <a:cubicBezTo>
                      <a:pt x="9" y="363"/>
                      <a:pt x="19" y="401"/>
                      <a:pt x="33" y="436"/>
                    </a:cubicBezTo>
                    <a:cubicBezTo>
                      <a:pt x="47" y="471"/>
                      <a:pt x="65" y="503"/>
                      <a:pt x="85" y="530"/>
                    </a:cubicBezTo>
                    <a:cubicBezTo>
                      <a:pt x="106" y="557"/>
                      <a:pt x="126" y="579"/>
                      <a:pt x="144" y="594"/>
                    </a:cubicBezTo>
                    <a:cubicBezTo>
                      <a:pt x="147" y="598"/>
                      <a:pt x="152" y="602"/>
                      <a:pt x="155" y="604"/>
                    </a:cubicBezTo>
                    <a:cubicBezTo>
                      <a:pt x="159" y="607"/>
                      <a:pt x="162" y="610"/>
                      <a:pt x="165" y="612"/>
                    </a:cubicBezTo>
                    <a:cubicBezTo>
                      <a:pt x="167" y="614"/>
                      <a:pt x="169" y="616"/>
                      <a:pt x="171" y="617"/>
                    </a:cubicBezTo>
                    <a:cubicBezTo>
                      <a:pt x="171" y="618"/>
                      <a:pt x="172" y="618"/>
                      <a:pt x="172" y="618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5" name="Google Shape;685;p36"/>
              <p:cNvSpPr/>
              <p:nvPr/>
            </p:nvSpPr>
            <p:spPr>
              <a:xfrm rot="-2826872">
                <a:off x="8093848" y="4826636"/>
                <a:ext cx="271731" cy="193434"/>
              </a:xfrm>
              <a:custGeom>
                <a:avLst/>
                <a:gdLst/>
                <a:ahLst/>
                <a:cxnLst/>
                <a:rect l="l" t="t" r="r" b="b"/>
                <a:pathLst>
                  <a:path w="519" h="370" extrusionOk="0">
                    <a:moveTo>
                      <a:pt x="518" y="355"/>
                    </a:moveTo>
                    <a:cubicBezTo>
                      <a:pt x="518" y="355"/>
                      <a:pt x="518" y="354"/>
                      <a:pt x="518" y="352"/>
                    </a:cubicBezTo>
                    <a:cubicBezTo>
                      <a:pt x="518" y="350"/>
                      <a:pt x="517" y="347"/>
                      <a:pt x="517" y="344"/>
                    </a:cubicBezTo>
                    <a:cubicBezTo>
                      <a:pt x="516" y="342"/>
                      <a:pt x="516" y="337"/>
                      <a:pt x="515" y="333"/>
                    </a:cubicBezTo>
                    <a:cubicBezTo>
                      <a:pt x="514" y="328"/>
                      <a:pt x="513" y="324"/>
                      <a:pt x="511" y="318"/>
                    </a:cubicBezTo>
                    <a:cubicBezTo>
                      <a:pt x="505" y="296"/>
                      <a:pt x="496" y="266"/>
                      <a:pt x="481" y="237"/>
                    </a:cubicBezTo>
                    <a:cubicBezTo>
                      <a:pt x="465" y="206"/>
                      <a:pt x="445" y="176"/>
                      <a:pt x="421" y="147"/>
                    </a:cubicBezTo>
                    <a:cubicBezTo>
                      <a:pt x="396" y="119"/>
                      <a:pt x="366" y="93"/>
                      <a:pt x="334" y="71"/>
                    </a:cubicBezTo>
                    <a:cubicBezTo>
                      <a:pt x="301" y="49"/>
                      <a:pt x="266" y="32"/>
                      <a:pt x="230" y="21"/>
                    </a:cubicBezTo>
                    <a:cubicBezTo>
                      <a:pt x="194" y="9"/>
                      <a:pt x="158" y="2"/>
                      <a:pt x="124" y="1"/>
                    </a:cubicBezTo>
                    <a:cubicBezTo>
                      <a:pt x="107" y="0"/>
                      <a:pt x="91" y="0"/>
                      <a:pt x="77" y="1"/>
                    </a:cubicBezTo>
                    <a:cubicBezTo>
                      <a:pt x="62" y="2"/>
                      <a:pt x="49" y="2"/>
                      <a:pt x="38" y="4"/>
                    </a:cubicBezTo>
                    <a:cubicBezTo>
                      <a:pt x="32" y="5"/>
                      <a:pt x="27" y="6"/>
                      <a:pt x="22" y="7"/>
                    </a:cubicBezTo>
                    <a:cubicBezTo>
                      <a:pt x="18" y="8"/>
                      <a:pt x="14" y="9"/>
                      <a:pt x="11" y="10"/>
                    </a:cubicBezTo>
                    <a:cubicBezTo>
                      <a:pt x="8" y="11"/>
                      <a:pt x="5" y="12"/>
                      <a:pt x="3" y="12"/>
                    </a:cubicBezTo>
                    <a:cubicBezTo>
                      <a:pt x="1" y="12"/>
                      <a:pt x="0" y="13"/>
                      <a:pt x="0" y="13"/>
                    </a:cubicBezTo>
                    <a:cubicBezTo>
                      <a:pt x="0" y="13"/>
                      <a:pt x="0" y="14"/>
                      <a:pt x="0" y="16"/>
                    </a:cubicBezTo>
                    <a:cubicBezTo>
                      <a:pt x="0" y="18"/>
                      <a:pt x="1" y="21"/>
                      <a:pt x="1" y="23"/>
                    </a:cubicBezTo>
                    <a:cubicBezTo>
                      <a:pt x="2" y="26"/>
                      <a:pt x="2" y="31"/>
                      <a:pt x="3" y="35"/>
                    </a:cubicBezTo>
                    <a:cubicBezTo>
                      <a:pt x="4" y="40"/>
                      <a:pt x="5" y="44"/>
                      <a:pt x="7" y="50"/>
                    </a:cubicBezTo>
                    <a:cubicBezTo>
                      <a:pt x="10" y="62"/>
                      <a:pt x="14" y="74"/>
                      <a:pt x="19" y="88"/>
                    </a:cubicBezTo>
                    <a:cubicBezTo>
                      <a:pt x="23" y="102"/>
                      <a:pt x="30" y="117"/>
                      <a:pt x="38" y="132"/>
                    </a:cubicBezTo>
                    <a:cubicBezTo>
                      <a:pt x="53" y="163"/>
                      <a:pt x="73" y="193"/>
                      <a:pt x="98" y="222"/>
                    </a:cubicBezTo>
                    <a:cubicBezTo>
                      <a:pt x="122" y="250"/>
                      <a:pt x="152" y="276"/>
                      <a:pt x="184" y="297"/>
                    </a:cubicBezTo>
                    <a:cubicBezTo>
                      <a:pt x="217" y="318"/>
                      <a:pt x="252" y="336"/>
                      <a:pt x="288" y="347"/>
                    </a:cubicBezTo>
                    <a:cubicBezTo>
                      <a:pt x="324" y="359"/>
                      <a:pt x="361" y="365"/>
                      <a:pt x="394" y="367"/>
                    </a:cubicBezTo>
                    <a:cubicBezTo>
                      <a:pt x="427" y="369"/>
                      <a:pt x="458" y="367"/>
                      <a:pt x="481" y="364"/>
                    </a:cubicBezTo>
                    <a:cubicBezTo>
                      <a:pt x="486" y="363"/>
                      <a:pt x="491" y="362"/>
                      <a:pt x="496" y="361"/>
                    </a:cubicBezTo>
                    <a:cubicBezTo>
                      <a:pt x="501" y="360"/>
                      <a:pt x="504" y="359"/>
                      <a:pt x="507" y="358"/>
                    </a:cubicBezTo>
                    <a:cubicBezTo>
                      <a:pt x="510" y="357"/>
                      <a:pt x="513" y="356"/>
                      <a:pt x="515" y="356"/>
                    </a:cubicBezTo>
                    <a:cubicBezTo>
                      <a:pt x="517" y="356"/>
                      <a:pt x="518" y="355"/>
                      <a:pt x="518" y="355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6" name="Google Shape;686;p36"/>
              <p:cNvSpPr/>
              <p:nvPr/>
            </p:nvSpPr>
            <p:spPr>
              <a:xfrm rot="-2826883">
                <a:off x="8314007" y="4568602"/>
                <a:ext cx="126653" cy="232581"/>
              </a:xfrm>
              <a:custGeom>
                <a:avLst/>
                <a:gdLst/>
                <a:ahLst/>
                <a:cxnLst/>
                <a:rect l="l" t="t" r="r" b="b"/>
                <a:pathLst>
                  <a:path w="241" h="445" extrusionOk="0">
                    <a:moveTo>
                      <a:pt x="33" y="444"/>
                    </a:moveTo>
                    <a:cubicBezTo>
                      <a:pt x="33" y="444"/>
                      <a:pt x="34" y="444"/>
                      <a:pt x="35" y="444"/>
                    </a:cubicBezTo>
                    <a:cubicBezTo>
                      <a:pt x="36" y="443"/>
                      <a:pt x="38" y="443"/>
                      <a:pt x="40" y="442"/>
                    </a:cubicBezTo>
                    <a:cubicBezTo>
                      <a:pt x="42" y="441"/>
                      <a:pt x="46" y="440"/>
                      <a:pt x="49" y="438"/>
                    </a:cubicBezTo>
                    <a:cubicBezTo>
                      <a:pt x="52" y="436"/>
                      <a:pt x="56" y="435"/>
                      <a:pt x="59" y="433"/>
                    </a:cubicBezTo>
                    <a:cubicBezTo>
                      <a:pt x="75" y="425"/>
                      <a:pt x="95" y="413"/>
                      <a:pt x="116" y="397"/>
                    </a:cubicBezTo>
                    <a:cubicBezTo>
                      <a:pt x="136" y="381"/>
                      <a:pt x="156" y="361"/>
                      <a:pt x="173" y="337"/>
                    </a:cubicBezTo>
                    <a:cubicBezTo>
                      <a:pt x="190" y="314"/>
                      <a:pt x="204" y="287"/>
                      <a:pt x="216" y="260"/>
                    </a:cubicBezTo>
                    <a:cubicBezTo>
                      <a:pt x="226" y="232"/>
                      <a:pt x="234" y="202"/>
                      <a:pt x="237" y="174"/>
                    </a:cubicBezTo>
                    <a:cubicBezTo>
                      <a:pt x="240" y="145"/>
                      <a:pt x="239" y="117"/>
                      <a:pt x="235" y="91"/>
                    </a:cubicBezTo>
                    <a:cubicBezTo>
                      <a:pt x="233" y="79"/>
                      <a:pt x="230" y="66"/>
                      <a:pt x="227" y="56"/>
                    </a:cubicBezTo>
                    <a:cubicBezTo>
                      <a:pt x="224" y="45"/>
                      <a:pt x="220" y="35"/>
                      <a:pt x="218" y="27"/>
                    </a:cubicBezTo>
                    <a:cubicBezTo>
                      <a:pt x="216" y="23"/>
                      <a:pt x="215" y="20"/>
                      <a:pt x="213" y="16"/>
                    </a:cubicBezTo>
                    <a:cubicBezTo>
                      <a:pt x="212" y="13"/>
                      <a:pt x="210" y="10"/>
                      <a:pt x="209" y="7"/>
                    </a:cubicBezTo>
                    <a:lnTo>
                      <a:pt x="206" y="1"/>
                    </a:lnTo>
                    <a:cubicBezTo>
                      <a:pt x="205" y="1"/>
                      <a:pt x="205" y="0"/>
                      <a:pt x="205" y="0"/>
                    </a:cubicBezTo>
                    <a:cubicBezTo>
                      <a:pt x="205" y="0"/>
                      <a:pt x="204" y="0"/>
                      <a:pt x="203" y="1"/>
                    </a:cubicBezTo>
                    <a:cubicBezTo>
                      <a:pt x="202" y="1"/>
                      <a:pt x="200" y="1"/>
                      <a:pt x="198" y="2"/>
                    </a:cubicBezTo>
                    <a:cubicBezTo>
                      <a:pt x="195" y="3"/>
                      <a:pt x="192" y="4"/>
                      <a:pt x="189" y="6"/>
                    </a:cubicBezTo>
                    <a:cubicBezTo>
                      <a:pt x="186" y="8"/>
                      <a:pt x="182" y="9"/>
                      <a:pt x="179" y="11"/>
                    </a:cubicBezTo>
                    <a:cubicBezTo>
                      <a:pt x="171" y="15"/>
                      <a:pt x="161" y="20"/>
                      <a:pt x="152" y="26"/>
                    </a:cubicBezTo>
                    <a:cubicBezTo>
                      <a:pt x="142" y="32"/>
                      <a:pt x="132" y="40"/>
                      <a:pt x="122" y="47"/>
                    </a:cubicBezTo>
                    <a:cubicBezTo>
                      <a:pt x="102" y="63"/>
                      <a:pt x="82" y="83"/>
                      <a:pt x="65" y="107"/>
                    </a:cubicBezTo>
                    <a:cubicBezTo>
                      <a:pt x="48" y="130"/>
                      <a:pt x="33" y="156"/>
                      <a:pt x="23" y="184"/>
                    </a:cubicBezTo>
                    <a:cubicBezTo>
                      <a:pt x="12" y="211"/>
                      <a:pt x="5" y="242"/>
                      <a:pt x="3" y="270"/>
                    </a:cubicBezTo>
                    <a:cubicBezTo>
                      <a:pt x="0" y="299"/>
                      <a:pt x="1" y="327"/>
                      <a:pt x="6" y="353"/>
                    </a:cubicBezTo>
                    <a:cubicBezTo>
                      <a:pt x="10" y="379"/>
                      <a:pt x="17" y="401"/>
                      <a:pt x="23" y="418"/>
                    </a:cubicBezTo>
                    <a:cubicBezTo>
                      <a:pt x="25" y="422"/>
                      <a:pt x="26" y="425"/>
                      <a:pt x="28" y="429"/>
                    </a:cubicBezTo>
                    <a:cubicBezTo>
                      <a:pt x="29" y="432"/>
                      <a:pt x="31" y="435"/>
                      <a:pt x="32" y="438"/>
                    </a:cubicBezTo>
                    <a:lnTo>
                      <a:pt x="35" y="444"/>
                    </a:lnTo>
                    <a:cubicBezTo>
                      <a:pt x="32" y="444"/>
                      <a:pt x="33" y="444"/>
                      <a:pt x="33" y="444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7" name="Google Shape;687;p36"/>
              <p:cNvSpPr/>
              <p:nvPr/>
            </p:nvSpPr>
            <p:spPr>
              <a:xfrm rot="-2826886">
                <a:off x="8476913" y="4622864"/>
                <a:ext cx="101324" cy="230280"/>
              </a:xfrm>
              <a:custGeom>
                <a:avLst/>
                <a:gdLst/>
                <a:ahLst/>
                <a:cxnLst/>
                <a:rect l="l" t="t" r="r" b="b"/>
                <a:pathLst>
                  <a:path w="192" h="440" extrusionOk="0">
                    <a:moveTo>
                      <a:pt x="94" y="439"/>
                    </a:moveTo>
                    <a:cubicBezTo>
                      <a:pt x="94" y="439"/>
                      <a:pt x="95" y="439"/>
                      <a:pt x="96" y="438"/>
                    </a:cubicBezTo>
                    <a:cubicBezTo>
                      <a:pt x="97" y="437"/>
                      <a:pt x="99" y="436"/>
                      <a:pt x="100" y="434"/>
                    </a:cubicBezTo>
                    <a:cubicBezTo>
                      <a:pt x="102" y="432"/>
                      <a:pt x="104" y="430"/>
                      <a:pt x="106" y="428"/>
                    </a:cubicBezTo>
                    <a:cubicBezTo>
                      <a:pt x="108" y="426"/>
                      <a:pt x="111" y="424"/>
                      <a:pt x="114" y="421"/>
                    </a:cubicBezTo>
                    <a:cubicBezTo>
                      <a:pt x="124" y="408"/>
                      <a:pt x="137" y="391"/>
                      <a:pt x="150" y="371"/>
                    </a:cubicBezTo>
                    <a:cubicBezTo>
                      <a:pt x="162" y="350"/>
                      <a:pt x="173" y="326"/>
                      <a:pt x="179" y="301"/>
                    </a:cubicBezTo>
                    <a:cubicBezTo>
                      <a:pt x="187" y="275"/>
                      <a:pt x="190" y="247"/>
                      <a:pt x="191" y="220"/>
                    </a:cubicBezTo>
                    <a:cubicBezTo>
                      <a:pt x="191" y="192"/>
                      <a:pt x="186" y="165"/>
                      <a:pt x="180" y="139"/>
                    </a:cubicBezTo>
                    <a:cubicBezTo>
                      <a:pt x="173" y="113"/>
                      <a:pt x="163" y="89"/>
                      <a:pt x="151" y="68"/>
                    </a:cubicBezTo>
                    <a:cubicBezTo>
                      <a:pt x="145" y="58"/>
                      <a:pt x="138" y="48"/>
                      <a:pt x="133" y="40"/>
                    </a:cubicBezTo>
                    <a:cubicBezTo>
                      <a:pt x="126" y="31"/>
                      <a:pt x="120" y="24"/>
                      <a:pt x="114" y="18"/>
                    </a:cubicBezTo>
                    <a:cubicBezTo>
                      <a:pt x="112" y="15"/>
                      <a:pt x="110" y="12"/>
                      <a:pt x="107" y="10"/>
                    </a:cubicBezTo>
                    <a:cubicBezTo>
                      <a:pt x="105" y="8"/>
                      <a:pt x="102" y="5"/>
                      <a:pt x="101" y="4"/>
                    </a:cubicBezTo>
                    <a:cubicBezTo>
                      <a:pt x="99" y="2"/>
                      <a:pt x="98" y="2"/>
                      <a:pt x="97" y="1"/>
                    </a:cubicBezTo>
                    <a:cubicBezTo>
                      <a:pt x="96" y="0"/>
                      <a:pt x="95" y="0"/>
                      <a:pt x="95" y="0"/>
                    </a:cubicBezTo>
                    <a:cubicBezTo>
                      <a:pt x="95" y="0"/>
                      <a:pt x="94" y="0"/>
                      <a:pt x="94" y="1"/>
                    </a:cubicBezTo>
                    <a:cubicBezTo>
                      <a:pt x="93" y="2"/>
                      <a:pt x="91" y="3"/>
                      <a:pt x="90" y="4"/>
                    </a:cubicBezTo>
                    <a:cubicBezTo>
                      <a:pt x="88" y="6"/>
                      <a:pt x="86" y="8"/>
                      <a:pt x="84" y="10"/>
                    </a:cubicBezTo>
                    <a:cubicBezTo>
                      <a:pt x="82" y="12"/>
                      <a:pt x="79" y="15"/>
                      <a:pt x="76" y="18"/>
                    </a:cubicBezTo>
                    <a:cubicBezTo>
                      <a:pt x="71" y="24"/>
                      <a:pt x="65" y="31"/>
                      <a:pt x="58" y="40"/>
                    </a:cubicBezTo>
                    <a:cubicBezTo>
                      <a:pt x="53" y="48"/>
                      <a:pt x="46" y="58"/>
                      <a:pt x="40" y="68"/>
                    </a:cubicBezTo>
                    <a:cubicBezTo>
                      <a:pt x="28" y="89"/>
                      <a:pt x="17" y="113"/>
                      <a:pt x="11" y="139"/>
                    </a:cubicBezTo>
                    <a:cubicBezTo>
                      <a:pt x="3" y="165"/>
                      <a:pt x="0" y="192"/>
                      <a:pt x="0" y="220"/>
                    </a:cubicBezTo>
                    <a:cubicBezTo>
                      <a:pt x="0" y="247"/>
                      <a:pt x="4" y="275"/>
                      <a:pt x="11" y="301"/>
                    </a:cubicBezTo>
                    <a:cubicBezTo>
                      <a:pt x="17" y="326"/>
                      <a:pt x="28" y="350"/>
                      <a:pt x="40" y="371"/>
                    </a:cubicBezTo>
                    <a:cubicBezTo>
                      <a:pt x="52" y="392"/>
                      <a:pt x="65" y="409"/>
                      <a:pt x="76" y="421"/>
                    </a:cubicBezTo>
                    <a:cubicBezTo>
                      <a:pt x="79" y="424"/>
                      <a:pt x="81" y="426"/>
                      <a:pt x="84" y="428"/>
                    </a:cubicBezTo>
                    <a:cubicBezTo>
                      <a:pt x="86" y="430"/>
                      <a:pt x="89" y="433"/>
                      <a:pt x="90" y="434"/>
                    </a:cubicBezTo>
                    <a:cubicBezTo>
                      <a:pt x="92" y="436"/>
                      <a:pt x="93" y="437"/>
                      <a:pt x="94" y="438"/>
                    </a:cubicBezTo>
                    <a:cubicBezTo>
                      <a:pt x="94" y="439"/>
                      <a:pt x="94" y="439"/>
                      <a:pt x="94" y="439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8" name="Google Shape;688;p36"/>
              <p:cNvSpPr/>
              <p:nvPr/>
            </p:nvSpPr>
            <p:spPr>
              <a:xfrm rot="-2826885">
                <a:off x="8288151" y="4376905"/>
                <a:ext cx="497407" cy="695439"/>
              </a:xfrm>
              <a:custGeom>
                <a:avLst/>
                <a:gdLst/>
                <a:ahLst/>
                <a:cxnLst/>
                <a:rect l="l" t="t" r="r" b="b"/>
                <a:pathLst>
                  <a:path w="951" h="1332" extrusionOk="0">
                    <a:moveTo>
                      <a:pt x="944" y="1331"/>
                    </a:moveTo>
                    <a:cubicBezTo>
                      <a:pt x="396" y="1091"/>
                      <a:pt x="179" y="742"/>
                      <a:pt x="93" y="492"/>
                    </a:cubicBezTo>
                    <a:cubicBezTo>
                      <a:pt x="0" y="220"/>
                      <a:pt x="38" y="3"/>
                      <a:pt x="39" y="0"/>
                    </a:cubicBezTo>
                    <a:lnTo>
                      <a:pt x="53" y="3"/>
                    </a:lnTo>
                    <a:cubicBezTo>
                      <a:pt x="53" y="5"/>
                      <a:pt x="16" y="220"/>
                      <a:pt x="107" y="488"/>
                    </a:cubicBezTo>
                    <a:cubicBezTo>
                      <a:pt x="192" y="735"/>
                      <a:pt x="407" y="1079"/>
                      <a:pt x="950" y="1317"/>
                    </a:cubicBezTo>
                    <a:lnTo>
                      <a:pt x="944" y="1331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9" name="Google Shape;689;p36"/>
              <p:cNvSpPr/>
              <p:nvPr/>
            </p:nvSpPr>
            <p:spPr>
              <a:xfrm rot="-2826880">
                <a:off x="8370864" y="4640889"/>
                <a:ext cx="92113" cy="246397"/>
              </a:xfrm>
              <a:custGeom>
                <a:avLst/>
                <a:gdLst/>
                <a:ahLst/>
                <a:cxnLst/>
                <a:rect l="l" t="t" r="r" b="b"/>
                <a:pathLst>
                  <a:path w="175" h="474" extrusionOk="0">
                    <a:moveTo>
                      <a:pt x="70" y="473"/>
                    </a:moveTo>
                    <a:cubicBezTo>
                      <a:pt x="0" y="244"/>
                      <a:pt x="161" y="3"/>
                      <a:pt x="163" y="0"/>
                    </a:cubicBezTo>
                    <a:lnTo>
                      <a:pt x="174" y="8"/>
                    </a:lnTo>
                    <a:cubicBezTo>
                      <a:pt x="172" y="10"/>
                      <a:pt x="15" y="246"/>
                      <a:pt x="84" y="468"/>
                    </a:cubicBezTo>
                    <a:lnTo>
                      <a:pt x="70" y="473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0" name="Google Shape;690;p36"/>
              <p:cNvSpPr/>
              <p:nvPr/>
            </p:nvSpPr>
            <p:spPr>
              <a:xfrm rot="-2826889">
                <a:off x="8229459" y="4814264"/>
                <a:ext cx="225675" cy="138167"/>
              </a:xfrm>
              <a:custGeom>
                <a:avLst/>
                <a:gdLst/>
                <a:ahLst/>
                <a:cxnLst/>
                <a:rect l="l" t="t" r="r" b="b"/>
                <a:pathLst>
                  <a:path w="432" h="266" extrusionOk="0">
                    <a:moveTo>
                      <a:pt x="425" y="265"/>
                    </a:moveTo>
                    <a:cubicBezTo>
                      <a:pt x="135" y="145"/>
                      <a:pt x="1" y="11"/>
                      <a:pt x="0" y="9"/>
                    </a:cubicBezTo>
                    <a:lnTo>
                      <a:pt x="11" y="0"/>
                    </a:lnTo>
                    <a:cubicBezTo>
                      <a:pt x="12" y="1"/>
                      <a:pt x="143" y="134"/>
                      <a:pt x="431" y="252"/>
                    </a:cubicBezTo>
                    <a:lnTo>
                      <a:pt x="425" y="265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1" name="Google Shape;691;p36"/>
              <p:cNvSpPr/>
              <p:nvPr/>
            </p:nvSpPr>
            <p:spPr>
              <a:xfrm rot="-2826884">
                <a:off x="8553235" y="4667884"/>
                <a:ext cx="89808" cy="255609"/>
              </a:xfrm>
              <a:custGeom>
                <a:avLst/>
                <a:gdLst/>
                <a:ahLst/>
                <a:cxnLst/>
                <a:rect l="l" t="t" r="r" b="b"/>
                <a:pathLst>
                  <a:path w="174" h="490" extrusionOk="0">
                    <a:moveTo>
                      <a:pt x="162" y="489"/>
                    </a:moveTo>
                    <a:cubicBezTo>
                      <a:pt x="0" y="277"/>
                      <a:pt x="63" y="3"/>
                      <a:pt x="64" y="0"/>
                    </a:cubicBezTo>
                    <a:lnTo>
                      <a:pt x="78" y="4"/>
                    </a:lnTo>
                    <a:cubicBezTo>
                      <a:pt x="77" y="7"/>
                      <a:pt x="16" y="275"/>
                      <a:pt x="173" y="480"/>
                    </a:cubicBezTo>
                    <a:lnTo>
                      <a:pt x="162" y="489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92" name="Google Shape;692;p36"/>
            <p:cNvGrpSpPr/>
            <p:nvPr/>
          </p:nvGrpSpPr>
          <p:grpSpPr>
            <a:xfrm rot="7460685">
              <a:off x="6042953" y="4237564"/>
              <a:ext cx="947947" cy="863369"/>
              <a:chOff x="8337075" y="299713"/>
              <a:chExt cx="947899" cy="863325"/>
            </a:xfrm>
          </p:grpSpPr>
          <p:sp>
            <p:nvSpPr>
              <p:cNvPr id="693" name="Google Shape;693;p36"/>
              <p:cNvSpPr/>
              <p:nvPr/>
            </p:nvSpPr>
            <p:spPr>
              <a:xfrm>
                <a:off x="8337075" y="372628"/>
                <a:ext cx="942062" cy="790409"/>
              </a:xfrm>
              <a:custGeom>
                <a:avLst/>
                <a:gdLst/>
                <a:ahLst/>
                <a:cxnLst/>
                <a:rect l="l" t="t" r="r" b="b"/>
                <a:pathLst>
                  <a:path w="1423" h="1196" extrusionOk="0">
                    <a:moveTo>
                      <a:pt x="715" y="109"/>
                    </a:moveTo>
                    <a:cubicBezTo>
                      <a:pt x="723" y="133"/>
                      <a:pt x="741" y="154"/>
                      <a:pt x="766" y="171"/>
                    </a:cubicBezTo>
                    <a:cubicBezTo>
                      <a:pt x="791" y="187"/>
                      <a:pt x="821" y="199"/>
                      <a:pt x="851" y="208"/>
                    </a:cubicBezTo>
                    <a:cubicBezTo>
                      <a:pt x="881" y="216"/>
                      <a:pt x="910" y="219"/>
                      <a:pt x="933" y="222"/>
                    </a:cubicBezTo>
                    <a:cubicBezTo>
                      <a:pt x="955" y="224"/>
                      <a:pt x="969" y="223"/>
                      <a:pt x="969" y="223"/>
                    </a:cubicBezTo>
                    <a:cubicBezTo>
                      <a:pt x="969" y="223"/>
                      <a:pt x="958" y="225"/>
                      <a:pt x="939" y="227"/>
                    </a:cubicBezTo>
                    <a:cubicBezTo>
                      <a:pt x="930" y="228"/>
                      <a:pt x="918" y="229"/>
                      <a:pt x="905" y="231"/>
                    </a:cubicBezTo>
                    <a:cubicBezTo>
                      <a:pt x="892" y="232"/>
                      <a:pt x="877" y="233"/>
                      <a:pt x="861" y="235"/>
                    </a:cubicBezTo>
                    <a:cubicBezTo>
                      <a:pt x="797" y="241"/>
                      <a:pt x="714" y="245"/>
                      <a:pt x="633" y="246"/>
                    </a:cubicBezTo>
                    <a:cubicBezTo>
                      <a:pt x="552" y="248"/>
                      <a:pt x="474" y="247"/>
                      <a:pt x="414" y="255"/>
                    </a:cubicBezTo>
                    <a:cubicBezTo>
                      <a:pt x="355" y="264"/>
                      <a:pt x="316" y="284"/>
                      <a:pt x="312" y="329"/>
                    </a:cubicBezTo>
                    <a:cubicBezTo>
                      <a:pt x="307" y="377"/>
                      <a:pt x="352" y="419"/>
                      <a:pt x="401" y="446"/>
                    </a:cubicBezTo>
                    <a:cubicBezTo>
                      <a:pt x="426" y="459"/>
                      <a:pt x="451" y="469"/>
                      <a:pt x="470" y="476"/>
                    </a:cubicBezTo>
                    <a:cubicBezTo>
                      <a:pt x="489" y="482"/>
                      <a:pt x="502" y="486"/>
                      <a:pt x="502" y="486"/>
                    </a:cubicBezTo>
                    <a:cubicBezTo>
                      <a:pt x="502" y="486"/>
                      <a:pt x="467" y="493"/>
                      <a:pt x="416" y="506"/>
                    </a:cubicBezTo>
                    <a:cubicBezTo>
                      <a:pt x="366" y="518"/>
                      <a:pt x="298" y="536"/>
                      <a:pt x="235" y="562"/>
                    </a:cubicBezTo>
                    <a:cubicBezTo>
                      <a:pt x="171" y="588"/>
                      <a:pt x="109" y="620"/>
                      <a:pt x="64" y="670"/>
                    </a:cubicBezTo>
                    <a:cubicBezTo>
                      <a:pt x="52" y="682"/>
                      <a:pt x="43" y="695"/>
                      <a:pt x="34" y="711"/>
                    </a:cubicBezTo>
                    <a:cubicBezTo>
                      <a:pt x="26" y="725"/>
                      <a:pt x="19" y="741"/>
                      <a:pt x="13" y="758"/>
                    </a:cubicBezTo>
                    <a:cubicBezTo>
                      <a:pt x="3" y="793"/>
                      <a:pt x="0" y="834"/>
                      <a:pt x="8" y="880"/>
                    </a:cubicBezTo>
                    <a:cubicBezTo>
                      <a:pt x="15" y="927"/>
                      <a:pt x="32" y="964"/>
                      <a:pt x="54" y="994"/>
                    </a:cubicBezTo>
                    <a:cubicBezTo>
                      <a:pt x="66" y="1008"/>
                      <a:pt x="79" y="1020"/>
                      <a:pt x="94" y="1031"/>
                    </a:cubicBezTo>
                    <a:cubicBezTo>
                      <a:pt x="110" y="1041"/>
                      <a:pt x="126" y="1049"/>
                      <a:pt x="143" y="1055"/>
                    </a:cubicBezTo>
                    <a:cubicBezTo>
                      <a:pt x="213" y="1082"/>
                      <a:pt x="302" y="1078"/>
                      <a:pt x="387" y="1058"/>
                    </a:cubicBezTo>
                    <a:cubicBezTo>
                      <a:pt x="472" y="1038"/>
                      <a:pt x="552" y="1001"/>
                      <a:pt x="610" y="969"/>
                    </a:cubicBezTo>
                    <a:cubicBezTo>
                      <a:pt x="667" y="936"/>
                      <a:pt x="702" y="909"/>
                      <a:pt x="702" y="909"/>
                    </a:cubicBezTo>
                    <a:cubicBezTo>
                      <a:pt x="702" y="909"/>
                      <a:pt x="694" y="922"/>
                      <a:pt x="682" y="943"/>
                    </a:cubicBezTo>
                    <a:cubicBezTo>
                      <a:pt x="671" y="964"/>
                      <a:pt x="655" y="992"/>
                      <a:pt x="642" y="1022"/>
                    </a:cubicBezTo>
                    <a:cubicBezTo>
                      <a:pt x="616" y="1081"/>
                      <a:pt x="597" y="1148"/>
                      <a:pt x="647" y="1173"/>
                    </a:cubicBezTo>
                    <a:cubicBezTo>
                      <a:pt x="691" y="1195"/>
                      <a:pt x="760" y="1169"/>
                      <a:pt x="836" y="1112"/>
                    </a:cubicBezTo>
                    <a:cubicBezTo>
                      <a:pt x="911" y="1055"/>
                      <a:pt x="988" y="968"/>
                      <a:pt x="1051" y="874"/>
                    </a:cubicBezTo>
                    <a:cubicBezTo>
                      <a:pt x="1114" y="782"/>
                      <a:pt x="1161" y="684"/>
                      <a:pt x="1190" y="611"/>
                    </a:cubicBezTo>
                    <a:cubicBezTo>
                      <a:pt x="1198" y="593"/>
                      <a:pt x="1203" y="575"/>
                      <a:pt x="1209" y="560"/>
                    </a:cubicBezTo>
                    <a:cubicBezTo>
                      <a:pt x="1214" y="545"/>
                      <a:pt x="1219" y="532"/>
                      <a:pt x="1222" y="521"/>
                    </a:cubicBezTo>
                    <a:cubicBezTo>
                      <a:pt x="1229" y="499"/>
                      <a:pt x="1232" y="487"/>
                      <a:pt x="1232" y="487"/>
                    </a:cubicBezTo>
                    <a:cubicBezTo>
                      <a:pt x="1232" y="487"/>
                      <a:pt x="1230" y="503"/>
                      <a:pt x="1227" y="529"/>
                    </a:cubicBezTo>
                    <a:cubicBezTo>
                      <a:pt x="1224" y="553"/>
                      <a:pt x="1221" y="588"/>
                      <a:pt x="1220" y="623"/>
                    </a:cubicBezTo>
                    <a:cubicBezTo>
                      <a:pt x="1219" y="658"/>
                      <a:pt x="1221" y="695"/>
                      <a:pt x="1229" y="726"/>
                    </a:cubicBezTo>
                    <a:cubicBezTo>
                      <a:pt x="1238" y="756"/>
                      <a:pt x="1253" y="780"/>
                      <a:pt x="1280" y="789"/>
                    </a:cubicBezTo>
                    <a:cubicBezTo>
                      <a:pt x="1308" y="797"/>
                      <a:pt x="1341" y="750"/>
                      <a:pt x="1368" y="673"/>
                    </a:cubicBezTo>
                    <a:cubicBezTo>
                      <a:pt x="1395" y="597"/>
                      <a:pt x="1414" y="492"/>
                      <a:pt x="1418" y="390"/>
                    </a:cubicBezTo>
                    <a:cubicBezTo>
                      <a:pt x="1422" y="287"/>
                      <a:pt x="1411" y="188"/>
                      <a:pt x="1398" y="116"/>
                    </a:cubicBezTo>
                    <a:cubicBezTo>
                      <a:pt x="1390" y="80"/>
                      <a:pt x="1383" y="51"/>
                      <a:pt x="1378" y="31"/>
                    </a:cubicBezTo>
                    <a:cubicBezTo>
                      <a:pt x="1372" y="11"/>
                      <a:pt x="1368" y="0"/>
                      <a:pt x="1368" y="0"/>
                    </a:cubicBezTo>
                    <a:cubicBezTo>
                      <a:pt x="1368" y="0"/>
                      <a:pt x="1357" y="4"/>
                      <a:pt x="1337" y="10"/>
                    </a:cubicBezTo>
                    <a:cubicBezTo>
                      <a:pt x="1318" y="15"/>
                      <a:pt x="1289" y="22"/>
                      <a:pt x="1256" y="30"/>
                    </a:cubicBezTo>
                    <a:cubicBezTo>
                      <a:pt x="1189" y="45"/>
                      <a:pt x="1101" y="60"/>
                      <a:pt x="1017" y="67"/>
                    </a:cubicBezTo>
                    <a:cubicBezTo>
                      <a:pt x="933" y="73"/>
                      <a:pt x="853" y="72"/>
                      <a:pt x="797" y="75"/>
                    </a:cubicBezTo>
                    <a:cubicBezTo>
                      <a:pt x="739" y="76"/>
                      <a:pt x="707" y="83"/>
                      <a:pt x="715" y="109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4" name="Google Shape;694;p36"/>
              <p:cNvSpPr/>
              <p:nvPr/>
            </p:nvSpPr>
            <p:spPr>
              <a:xfrm>
                <a:off x="8386657" y="299713"/>
                <a:ext cx="898317" cy="647493"/>
              </a:xfrm>
              <a:custGeom>
                <a:avLst/>
                <a:gdLst/>
                <a:ahLst/>
                <a:cxnLst/>
                <a:rect l="l" t="t" r="r" b="b"/>
                <a:pathLst>
                  <a:path w="1357" h="979" extrusionOk="0">
                    <a:moveTo>
                      <a:pt x="7" y="978"/>
                    </a:moveTo>
                    <a:cubicBezTo>
                      <a:pt x="3" y="978"/>
                      <a:pt x="0" y="975"/>
                      <a:pt x="0" y="971"/>
                    </a:cubicBezTo>
                    <a:cubicBezTo>
                      <a:pt x="0" y="967"/>
                      <a:pt x="2" y="964"/>
                      <a:pt x="7" y="964"/>
                    </a:cubicBezTo>
                    <a:cubicBezTo>
                      <a:pt x="9" y="964"/>
                      <a:pt x="243" y="935"/>
                      <a:pt x="523" y="803"/>
                    </a:cubicBezTo>
                    <a:cubicBezTo>
                      <a:pt x="781" y="682"/>
                      <a:pt x="1133" y="444"/>
                      <a:pt x="1342" y="4"/>
                    </a:cubicBezTo>
                    <a:cubicBezTo>
                      <a:pt x="1344" y="0"/>
                      <a:pt x="1347" y="0"/>
                      <a:pt x="1351" y="0"/>
                    </a:cubicBezTo>
                    <a:cubicBezTo>
                      <a:pt x="1355" y="2"/>
                      <a:pt x="1356" y="6"/>
                      <a:pt x="1355" y="10"/>
                    </a:cubicBezTo>
                    <a:cubicBezTo>
                      <a:pt x="1145" y="454"/>
                      <a:pt x="790" y="693"/>
                      <a:pt x="530" y="816"/>
                    </a:cubicBezTo>
                    <a:cubicBezTo>
                      <a:pt x="246" y="949"/>
                      <a:pt x="10" y="977"/>
                      <a:pt x="7" y="978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5" name="Google Shape;695;p36"/>
              <p:cNvSpPr/>
              <p:nvPr/>
            </p:nvSpPr>
            <p:spPr>
              <a:xfrm>
                <a:off x="8514988" y="818874"/>
                <a:ext cx="244996" cy="244998"/>
              </a:xfrm>
              <a:custGeom>
                <a:avLst/>
                <a:gdLst/>
                <a:ahLst/>
                <a:cxnLst/>
                <a:rect l="l" t="t" r="r" b="b"/>
                <a:pathLst>
                  <a:path w="371" h="371" extrusionOk="0">
                    <a:moveTo>
                      <a:pt x="8" y="370"/>
                    </a:moveTo>
                    <a:cubicBezTo>
                      <a:pt x="7" y="370"/>
                      <a:pt x="6" y="370"/>
                      <a:pt x="5" y="370"/>
                    </a:cubicBezTo>
                    <a:cubicBezTo>
                      <a:pt x="2" y="369"/>
                      <a:pt x="0" y="364"/>
                      <a:pt x="2" y="360"/>
                    </a:cubicBezTo>
                    <a:cubicBezTo>
                      <a:pt x="4" y="354"/>
                      <a:pt x="71" y="183"/>
                      <a:pt x="359" y="2"/>
                    </a:cubicBezTo>
                    <a:cubicBezTo>
                      <a:pt x="363" y="0"/>
                      <a:pt x="366" y="1"/>
                      <a:pt x="368" y="4"/>
                    </a:cubicBezTo>
                    <a:cubicBezTo>
                      <a:pt x="370" y="8"/>
                      <a:pt x="369" y="12"/>
                      <a:pt x="366" y="14"/>
                    </a:cubicBezTo>
                    <a:cubicBezTo>
                      <a:pt x="83" y="192"/>
                      <a:pt x="16" y="363"/>
                      <a:pt x="15" y="364"/>
                    </a:cubicBezTo>
                    <a:cubicBezTo>
                      <a:pt x="14" y="369"/>
                      <a:pt x="11" y="370"/>
                      <a:pt x="8" y="370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6" name="Google Shape;696;p36"/>
              <p:cNvSpPr/>
              <p:nvPr/>
            </p:nvSpPr>
            <p:spPr>
              <a:xfrm>
                <a:off x="8447906" y="795541"/>
                <a:ext cx="347076" cy="81666"/>
              </a:xfrm>
              <a:custGeom>
                <a:avLst/>
                <a:gdLst/>
                <a:ahLst/>
                <a:cxnLst/>
                <a:rect l="l" t="t" r="r" b="b"/>
                <a:pathLst>
                  <a:path w="526" h="124" extrusionOk="0">
                    <a:moveTo>
                      <a:pt x="263" y="74"/>
                    </a:moveTo>
                    <a:cubicBezTo>
                      <a:pt x="218" y="74"/>
                      <a:pt x="180" y="69"/>
                      <a:pt x="148" y="63"/>
                    </a:cubicBezTo>
                    <a:cubicBezTo>
                      <a:pt x="59" y="46"/>
                      <a:pt x="6" y="15"/>
                      <a:pt x="4" y="14"/>
                    </a:cubicBezTo>
                    <a:cubicBezTo>
                      <a:pt x="1" y="13"/>
                      <a:pt x="0" y="8"/>
                      <a:pt x="2" y="5"/>
                    </a:cubicBezTo>
                    <a:cubicBezTo>
                      <a:pt x="4" y="1"/>
                      <a:pt x="8" y="0"/>
                      <a:pt x="11" y="2"/>
                    </a:cubicBezTo>
                    <a:cubicBezTo>
                      <a:pt x="13" y="3"/>
                      <a:pt x="221" y="123"/>
                      <a:pt x="514" y="12"/>
                    </a:cubicBezTo>
                    <a:cubicBezTo>
                      <a:pt x="518" y="11"/>
                      <a:pt x="522" y="12"/>
                      <a:pt x="524" y="15"/>
                    </a:cubicBezTo>
                    <a:cubicBezTo>
                      <a:pt x="525" y="19"/>
                      <a:pt x="524" y="23"/>
                      <a:pt x="520" y="25"/>
                    </a:cubicBezTo>
                    <a:cubicBezTo>
                      <a:pt x="423" y="61"/>
                      <a:pt x="335" y="74"/>
                      <a:pt x="263" y="74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7" name="Google Shape;697;p36"/>
              <p:cNvSpPr/>
              <p:nvPr/>
            </p:nvSpPr>
            <p:spPr>
              <a:xfrm>
                <a:off x="8873732" y="617625"/>
                <a:ext cx="177913" cy="411243"/>
              </a:xfrm>
              <a:custGeom>
                <a:avLst/>
                <a:gdLst/>
                <a:ahLst/>
                <a:cxnLst/>
                <a:rect l="l" t="t" r="r" b="b"/>
                <a:pathLst>
                  <a:path w="269" h="621" extrusionOk="0">
                    <a:moveTo>
                      <a:pt x="7" y="620"/>
                    </a:moveTo>
                    <a:lnTo>
                      <a:pt x="7" y="620"/>
                    </a:lnTo>
                    <a:cubicBezTo>
                      <a:pt x="2" y="620"/>
                      <a:pt x="0" y="616"/>
                      <a:pt x="1" y="612"/>
                    </a:cubicBezTo>
                    <a:cubicBezTo>
                      <a:pt x="1" y="608"/>
                      <a:pt x="43" y="205"/>
                      <a:pt x="255" y="2"/>
                    </a:cubicBezTo>
                    <a:cubicBezTo>
                      <a:pt x="258" y="0"/>
                      <a:pt x="263" y="0"/>
                      <a:pt x="265" y="2"/>
                    </a:cubicBezTo>
                    <a:cubicBezTo>
                      <a:pt x="268" y="5"/>
                      <a:pt x="268" y="10"/>
                      <a:pt x="265" y="13"/>
                    </a:cubicBezTo>
                    <a:cubicBezTo>
                      <a:pt x="58" y="212"/>
                      <a:pt x="15" y="609"/>
                      <a:pt x="15" y="613"/>
                    </a:cubicBezTo>
                    <a:cubicBezTo>
                      <a:pt x="14" y="617"/>
                      <a:pt x="11" y="620"/>
                      <a:pt x="7" y="620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8" name="Google Shape;698;p36"/>
              <p:cNvSpPr/>
              <p:nvPr/>
            </p:nvSpPr>
            <p:spPr>
              <a:xfrm>
                <a:off x="9147894" y="439711"/>
                <a:ext cx="58332" cy="344162"/>
              </a:xfrm>
              <a:custGeom>
                <a:avLst/>
                <a:gdLst/>
                <a:ahLst/>
                <a:cxnLst/>
                <a:rect l="l" t="t" r="r" b="b"/>
                <a:pathLst>
                  <a:path w="90" h="522" extrusionOk="0">
                    <a:moveTo>
                      <a:pt x="81" y="521"/>
                    </a:moveTo>
                    <a:cubicBezTo>
                      <a:pt x="78" y="521"/>
                      <a:pt x="74" y="519"/>
                      <a:pt x="74" y="515"/>
                    </a:cubicBezTo>
                    <a:cubicBezTo>
                      <a:pt x="72" y="500"/>
                      <a:pt x="0" y="145"/>
                      <a:pt x="69" y="5"/>
                    </a:cubicBezTo>
                    <a:cubicBezTo>
                      <a:pt x="71" y="1"/>
                      <a:pt x="74" y="0"/>
                      <a:pt x="78" y="2"/>
                    </a:cubicBezTo>
                    <a:cubicBezTo>
                      <a:pt x="82" y="4"/>
                      <a:pt x="83" y="7"/>
                      <a:pt x="81" y="11"/>
                    </a:cubicBezTo>
                    <a:cubicBezTo>
                      <a:pt x="15" y="147"/>
                      <a:pt x="88" y="509"/>
                      <a:pt x="88" y="512"/>
                    </a:cubicBezTo>
                    <a:cubicBezTo>
                      <a:pt x="89" y="516"/>
                      <a:pt x="86" y="520"/>
                      <a:pt x="82" y="521"/>
                    </a:cubicBezTo>
                    <a:cubicBezTo>
                      <a:pt x="82" y="521"/>
                      <a:pt x="82" y="521"/>
                      <a:pt x="81" y="521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9" name="Google Shape;699;p36"/>
              <p:cNvSpPr/>
              <p:nvPr/>
            </p:nvSpPr>
            <p:spPr>
              <a:xfrm>
                <a:off x="8894147" y="422211"/>
                <a:ext cx="317909" cy="96248"/>
              </a:xfrm>
              <a:custGeom>
                <a:avLst/>
                <a:gdLst/>
                <a:ahLst/>
                <a:cxnLst/>
                <a:rect l="l" t="t" r="r" b="b"/>
                <a:pathLst>
                  <a:path w="482" h="144" extrusionOk="0">
                    <a:moveTo>
                      <a:pt x="177" y="96"/>
                    </a:moveTo>
                    <a:cubicBezTo>
                      <a:pt x="72" y="96"/>
                      <a:pt x="6" y="67"/>
                      <a:pt x="5" y="66"/>
                    </a:cubicBezTo>
                    <a:cubicBezTo>
                      <a:pt x="1" y="64"/>
                      <a:pt x="0" y="60"/>
                      <a:pt x="1" y="56"/>
                    </a:cubicBezTo>
                    <a:cubicBezTo>
                      <a:pt x="3" y="53"/>
                      <a:pt x="7" y="52"/>
                      <a:pt x="11" y="53"/>
                    </a:cubicBezTo>
                    <a:cubicBezTo>
                      <a:pt x="12" y="54"/>
                      <a:pt x="216" y="143"/>
                      <a:pt x="470" y="2"/>
                    </a:cubicBezTo>
                    <a:cubicBezTo>
                      <a:pt x="474" y="0"/>
                      <a:pt x="477" y="1"/>
                      <a:pt x="479" y="5"/>
                    </a:cubicBezTo>
                    <a:cubicBezTo>
                      <a:pt x="481" y="9"/>
                      <a:pt x="480" y="13"/>
                      <a:pt x="476" y="15"/>
                    </a:cubicBezTo>
                    <a:cubicBezTo>
                      <a:pt x="363" y="78"/>
                      <a:pt x="259" y="96"/>
                      <a:pt x="177" y="96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0" name="Google Shape;700;p36"/>
              <p:cNvSpPr/>
              <p:nvPr/>
            </p:nvSpPr>
            <p:spPr>
              <a:xfrm>
                <a:off x="8631652" y="608876"/>
                <a:ext cx="399575" cy="119581"/>
              </a:xfrm>
              <a:custGeom>
                <a:avLst/>
                <a:gdLst/>
                <a:ahLst/>
                <a:cxnLst/>
                <a:rect l="l" t="t" r="r" b="b"/>
                <a:pathLst>
                  <a:path w="605" h="179" extrusionOk="0">
                    <a:moveTo>
                      <a:pt x="393" y="110"/>
                    </a:moveTo>
                    <a:cubicBezTo>
                      <a:pt x="344" y="110"/>
                      <a:pt x="286" y="103"/>
                      <a:pt x="219" y="88"/>
                    </a:cubicBezTo>
                    <a:cubicBezTo>
                      <a:pt x="100" y="60"/>
                      <a:pt x="6" y="14"/>
                      <a:pt x="5" y="14"/>
                    </a:cubicBezTo>
                    <a:cubicBezTo>
                      <a:pt x="1" y="12"/>
                      <a:pt x="0" y="9"/>
                      <a:pt x="2" y="5"/>
                    </a:cubicBezTo>
                    <a:cubicBezTo>
                      <a:pt x="4" y="1"/>
                      <a:pt x="7" y="0"/>
                      <a:pt x="11" y="2"/>
                    </a:cubicBezTo>
                    <a:cubicBezTo>
                      <a:pt x="14" y="4"/>
                      <a:pt x="382" y="178"/>
                      <a:pt x="592" y="47"/>
                    </a:cubicBezTo>
                    <a:cubicBezTo>
                      <a:pt x="596" y="45"/>
                      <a:pt x="600" y="46"/>
                      <a:pt x="602" y="49"/>
                    </a:cubicBezTo>
                    <a:cubicBezTo>
                      <a:pt x="604" y="52"/>
                      <a:pt x="603" y="56"/>
                      <a:pt x="600" y="58"/>
                    </a:cubicBezTo>
                    <a:cubicBezTo>
                      <a:pt x="558" y="85"/>
                      <a:pt x="492" y="110"/>
                      <a:pt x="393" y="110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3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4686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Abstract</a:t>
            </a:r>
            <a:endParaRPr/>
          </a:p>
        </p:txBody>
      </p:sp>
      <p:pic>
        <p:nvPicPr>
          <p:cNvPr id="707" name="Google Shape;707;p37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9670" b="9670"/>
          <a:stretch/>
        </p:blipFill>
        <p:spPr>
          <a:xfrm>
            <a:off x="5063025" y="535000"/>
            <a:ext cx="3366000" cy="4073400"/>
          </a:xfrm>
          <a:prstGeom prst="roundRect">
            <a:avLst>
              <a:gd name="adj" fmla="val 4810"/>
            </a:avLst>
          </a:prstGeom>
        </p:spPr>
      </p:pic>
      <p:grpSp>
        <p:nvGrpSpPr>
          <p:cNvPr id="708" name="Google Shape;708;p37"/>
          <p:cNvGrpSpPr/>
          <p:nvPr/>
        </p:nvGrpSpPr>
        <p:grpSpPr>
          <a:xfrm>
            <a:off x="-3251111" y="2861040"/>
            <a:ext cx="5882572" cy="5847556"/>
            <a:chOff x="-3251111" y="2861040"/>
            <a:chExt cx="5882572" cy="5847556"/>
          </a:xfrm>
        </p:grpSpPr>
        <p:sp>
          <p:nvSpPr>
            <p:cNvPr id="709" name="Google Shape;709;p37"/>
            <p:cNvSpPr/>
            <p:nvPr/>
          </p:nvSpPr>
          <p:spPr>
            <a:xfrm rot="8331014">
              <a:off x="-2480453" y="3798836"/>
              <a:ext cx="4341256" cy="3971963"/>
            </a:xfrm>
            <a:custGeom>
              <a:avLst/>
              <a:gdLst/>
              <a:ahLst/>
              <a:cxnLst/>
              <a:rect l="l" t="t" r="r" b="b"/>
              <a:pathLst>
                <a:path w="25107" h="22971" extrusionOk="0">
                  <a:moveTo>
                    <a:pt x="6029" y="1"/>
                  </a:moveTo>
                  <a:cubicBezTo>
                    <a:pt x="4338" y="1"/>
                    <a:pt x="2979" y="676"/>
                    <a:pt x="2106" y="1643"/>
                  </a:cubicBezTo>
                  <a:cubicBezTo>
                    <a:pt x="580" y="3337"/>
                    <a:pt x="1" y="6173"/>
                    <a:pt x="2576" y="10368"/>
                  </a:cubicBezTo>
                  <a:cubicBezTo>
                    <a:pt x="4339" y="13239"/>
                    <a:pt x="4269" y="14957"/>
                    <a:pt x="3934" y="17793"/>
                  </a:cubicBezTo>
                  <a:cubicBezTo>
                    <a:pt x="3597" y="20624"/>
                    <a:pt x="4165" y="21865"/>
                    <a:pt x="5284" y="22550"/>
                  </a:cubicBezTo>
                  <a:cubicBezTo>
                    <a:pt x="5735" y="22827"/>
                    <a:pt x="6253" y="22970"/>
                    <a:pt x="6788" y="22970"/>
                  </a:cubicBezTo>
                  <a:cubicBezTo>
                    <a:pt x="7978" y="22970"/>
                    <a:pt x="9255" y="22259"/>
                    <a:pt x="10087" y="20722"/>
                  </a:cubicBezTo>
                  <a:cubicBezTo>
                    <a:pt x="11061" y="18911"/>
                    <a:pt x="11691" y="17303"/>
                    <a:pt x="13839" y="17303"/>
                  </a:cubicBezTo>
                  <a:cubicBezTo>
                    <a:pt x="14341" y="17303"/>
                    <a:pt x="14925" y="17391"/>
                    <a:pt x="15616" y="17584"/>
                  </a:cubicBezTo>
                  <a:cubicBezTo>
                    <a:pt x="16571" y="17851"/>
                    <a:pt x="17477" y="17980"/>
                    <a:pt x="18320" y="17980"/>
                  </a:cubicBezTo>
                  <a:cubicBezTo>
                    <a:pt x="20695" y="17980"/>
                    <a:pt x="22564" y="16954"/>
                    <a:pt x="23591" y="15113"/>
                  </a:cubicBezTo>
                  <a:cubicBezTo>
                    <a:pt x="24984" y="12619"/>
                    <a:pt x="25106" y="8192"/>
                    <a:pt x="22164" y="6325"/>
                  </a:cubicBezTo>
                  <a:cubicBezTo>
                    <a:pt x="19224" y="4462"/>
                    <a:pt x="16596" y="6173"/>
                    <a:pt x="12118" y="2548"/>
                  </a:cubicBezTo>
                  <a:cubicBezTo>
                    <a:pt x="9850" y="712"/>
                    <a:pt x="7765" y="1"/>
                    <a:pt x="60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grpSp>
          <p:nvGrpSpPr>
            <p:cNvPr id="710" name="Google Shape;710;p37"/>
            <p:cNvGrpSpPr/>
            <p:nvPr/>
          </p:nvGrpSpPr>
          <p:grpSpPr>
            <a:xfrm rot="-6270687" flipH="1">
              <a:off x="430426" y="4206851"/>
              <a:ext cx="947999" cy="863416"/>
              <a:chOff x="8337075" y="299713"/>
              <a:chExt cx="947899" cy="863325"/>
            </a:xfrm>
          </p:grpSpPr>
          <p:sp>
            <p:nvSpPr>
              <p:cNvPr id="711" name="Google Shape;711;p37"/>
              <p:cNvSpPr/>
              <p:nvPr/>
            </p:nvSpPr>
            <p:spPr>
              <a:xfrm>
                <a:off x="8337075" y="372628"/>
                <a:ext cx="942062" cy="790409"/>
              </a:xfrm>
              <a:custGeom>
                <a:avLst/>
                <a:gdLst/>
                <a:ahLst/>
                <a:cxnLst/>
                <a:rect l="l" t="t" r="r" b="b"/>
                <a:pathLst>
                  <a:path w="1423" h="1196" extrusionOk="0">
                    <a:moveTo>
                      <a:pt x="715" y="109"/>
                    </a:moveTo>
                    <a:cubicBezTo>
                      <a:pt x="723" y="133"/>
                      <a:pt x="741" y="154"/>
                      <a:pt x="766" y="171"/>
                    </a:cubicBezTo>
                    <a:cubicBezTo>
                      <a:pt x="791" y="187"/>
                      <a:pt x="821" y="199"/>
                      <a:pt x="851" y="208"/>
                    </a:cubicBezTo>
                    <a:cubicBezTo>
                      <a:pt x="881" y="216"/>
                      <a:pt x="910" y="219"/>
                      <a:pt x="933" y="222"/>
                    </a:cubicBezTo>
                    <a:cubicBezTo>
                      <a:pt x="955" y="224"/>
                      <a:pt x="969" y="223"/>
                      <a:pt x="969" y="223"/>
                    </a:cubicBezTo>
                    <a:cubicBezTo>
                      <a:pt x="969" y="223"/>
                      <a:pt x="958" y="225"/>
                      <a:pt x="939" y="227"/>
                    </a:cubicBezTo>
                    <a:cubicBezTo>
                      <a:pt x="930" y="228"/>
                      <a:pt x="918" y="229"/>
                      <a:pt x="905" y="231"/>
                    </a:cubicBezTo>
                    <a:cubicBezTo>
                      <a:pt x="892" y="232"/>
                      <a:pt x="877" y="233"/>
                      <a:pt x="861" y="235"/>
                    </a:cubicBezTo>
                    <a:cubicBezTo>
                      <a:pt x="797" y="241"/>
                      <a:pt x="714" y="245"/>
                      <a:pt x="633" y="246"/>
                    </a:cubicBezTo>
                    <a:cubicBezTo>
                      <a:pt x="552" y="248"/>
                      <a:pt x="474" y="247"/>
                      <a:pt x="414" y="255"/>
                    </a:cubicBezTo>
                    <a:cubicBezTo>
                      <a:pt x="355" y="264"/>
                      <a:pt x="316" y="284"/>
                      <a:pt x="312" y="329"/>
                    </a:cubicBezTo>
                    <a:cubicBezTo>
                      <a:pt x="307" y="377"/>
                      <a:pt x="352" y="419"/>
                      <a:pt x="401" y="446"/>
                    </a:cubicBezTo>
                    <a:cubicBezTo>
                      <a:pt x="426" y="459"/>
                      <a:pt x="451" y="469"/>
                      <a:pt x="470" y="476"/>
                    </a:cubicBezTo>
                    <a:cubicBezTo>
                      <a:pt x="489" y="482"/>
                      <a:pt x="502" y="486"/>
                      <a:pt x="502" y="486"/>
                    </a:cubicBezTo>
                    <a:cubicBezTo>
                      <a:pt x="502" y="486"/>
                      <a:pt x="467" y="493"/>
                      <a:pt x="416" y="506"/>
                    </a:cubicBezTo>
                    <a:cubicBezTo>
                      <a:pt x="366" y="518"/>
                      <a:pt x="298" y="536"/>
                      <a:pt x="235" y="562"/>
                    </a:cubicBezTo>
                    <a:cubicBezTo>
                      <a:pt x="171" y="588"/>
                      <a:pt x="109" y="620"/>
                      <a:pt x="64" y="670"/>
                    </a:cubicBezTo>
                    <a:cubicBezTo>
                      <a:pt x="52" y="682"/>
                      <a:pt x="43" y="695"/>
                      <a:pt x="34" y="711"/>
                    </a:cubicBezTo>
                    <a:cubicBezTo>
                      <a:pt x="26" y="725"/>
                      <a:pt x="19" y="741"/>
                      <a:pt x="13" y="758"/>
                    </a:cubicBezTo>
                    <a:cubicBezTo>
                      <a:pt x="3" y="793"/>
                      <a:pt x="0" y="834"/>
                      <a:pt x="8" y="880"/>
                    </a:cubicBezTo>
                    <a:cubicBezTo>
                      <a:pt x="15" y="927"/>
                      <a:pt x="32" y="964"/>
                      <a:pt x="54" y="994"/>
                    </a:cubicBezTo>
                    <a:cubicBezTo>
                      <a:pt x="66" y="1008"/>
                      <a:pt x="79" y="1020"/>
                      <a:pt x="94" y="1031"/>
                    </a:cubicBezTo>
                    <a:cubicBezTo>
                      <a:pt x="110" y="1041"/>
                      <a:pt x="126" y="1049"/>
                      <a:pt x="143" y="1055"/>
                    </a:cubicBezTo>
                    <a:cubicBezTo>
                      <a:pt x="213" y="1082"/>
                      <a:pt x="302" y="1078"/>
                      <a:pt x="387" y="1058"/>
                    </a:cubicBezTo>
                    <a:cubicBezTo>
                      <a:pt x="472" y="1038"/>
                      <a:pt x="552" y="1001"/>
                      <a:pt x="610" y="969"/>
                    </a:cubicBezTo>
                    <a:cubicBezTo>
                      <a:pt x="667" y="936"/>
                      <a:pt x="702" y="909"/>
                      <a:pt x="702" y="909"/>
                    </a:cubicBezTo>
                    <a:cubicBezTo>
                      <a:pt x="702" y="909"/>
                      <a:pt x="694" y="922"/>
                      <a:pt x="682" y="943"/>
                    </a:cubicBezTo>
                    <a:cubicBezTo>
                      <a:pt x="671" y="964"/>
                      <a:pt x="655" y="992"/>
                      <a:pt x="642" y="1022"/>
                    </a:cubicBezTo>
                    <a:cubicBezTo>
                      <a:pt x="616" y="1081"/>
                      <a:pt x="597" y="1148"/>
                      <a:pt x="647" y="1173"/>
                    </a:cubicBezTo>
                    <a:cubicBezTo>
                      <a:pt x="691" y="1195"/>
                      <a:pt x="760" y="1169"/>
                      <a:pt x="836" y="1112"/>
                    </a:cubicBezTo>
                    <a:cubicBezTo>
                      <a:pt x="911" y="1055"/>
                      <a:pt x="988" y="968"/>
                      <a:pt x="1051" y="874"/>
                    </a:cubicBezTo>
                    <a:cubicBezTo>
                      <a:pt x="1114" y="782"/>
                      <a:pt x="1161" y="684"/>
                      <a:pt x="1190" y="611"/>
                    </a:cubicBezTo>
                    <a:cubicBezTo>
                      <a:pt x="1198" y="593"/>
                      <a:pt x="1203" y="575"/>
                      <a:pt x="1209" y="560"/>
                    </a:cubicBezTo>
                    <a:cubicBezTo>
                      <a:pt x="1214" y="545"/>
                      <a:pt x="1219" y="532"/>
                      <a:pt x="1222" y="521"/>
                    </a:cubicBezTo>
                    <a:cubicBezTo>
                      <a:pt x="1229" y="499"/>
                      <a:pt x="1232" y="487"/>
                      <a:pt x="1232" y="487"/>
                    </a:cubicBezTo>
                    <a:cubicBezTo>
                      <a:pt x="1232" y="487"/>
                      <a:pt x="1230" y="503"/>
                      <a:pt x="1227" y="529"/>
                    </a:cubicBezTo>
                    <a:cubicBezTo>
                      <a:pt x="1224" y="553"/>
                      <a:pt x="1221" y="588"/>
                      <a:pt x="1220" y="623"/>
                    </a:cubicBezTo>
                    <a:cubicBezTo>
                      <a:pt x="1219" y="658"/>
                      <a:pt x="1221" y="695"/>
                      <a:pt x="1229" y="726"/>
                    </a:cubicBezTo>
                    <a:cubicBezTo>
                      <a:pt x="1238" y="756"/>
                      <a:pt x="1253" y="780"/>
                      <a:pt x="1280" y="789"/>
                    </a:cubicBezTo>
                    <a:cubicBezTo>
                      <a:pt x="1308" y="797"/>
                      <a:pt x="1341" y="750"/>
                      <a:pt x="1368" y="673"/>
                    </a:cubicBezTo>
                    <a:cubicBezTo>
                      <a:pt x="1395" y="597"/>
                      <a:pt x="1414" y="492"/>
                      <a:pt x="1418" y="390"/>
                    </a:cubicBezTo>
                    <a:cubicBezTo>
                      <a:pt x="1422" y="287"/>
                      <a:pt x="1411" y="188"/>
                      <a:pt x="1398" y="116"/>
                    </a:cubicBezTo>
                    <a:cubicBezTo>
                      <a:pt x="1390" y="80"/>
                      <a:pt x="1383" y="51"/>
                      <a:pt x="1378" y="31"/>
                    </a:cubicBezTo>
                    <a:cubicBezTo>
                      <a:pt x="1372" y="11"/>
                      <a:pt x="1368" y="0"/>
                      <a:pt x="1368" y="0"/>
                    </a:cubicBezTo>
                    <a:cubicBezTo>
                      <a:pt x="1368" y="0"/>
                      <a:pt x="1357" y="4"/>
                      <a:pt x="1337" y="10"/>
                    </a:cubicBezTo>
                    <a:cubicBezTo>
                      <a:pt x="1318" y="15"/>
                      <a:pt x="1289" y="22"/>
                      <a:pt x="1256" y="30"/>
                    </a:cubicBezTo>
                    <a:cubicBezTo>
                      <a:pt x="1189" y="45"/>
                      <a:pt x="1101" y="60"/>
                      <a:pt x="1017" y="67"/>
                    </a:cubicBezTo>
                    <a:cubicBezTo>
                      <a:pt x="933" y="73"/>
                      <a:pt x="853" y="72"/>
                      <a:pt x="797" y="75"/>
                    </a:cubicBezTo>
                    <a:cubicBezTo>
                      <a:pt x="739" y="76"/>
                      <a:pt x="707" y="83"/>
                      <a:pt x="715" y="109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2" name="Google Shape;712;p37"/>
              <p:cNvSpPr/>
              <p:nvPr/>
            </p:nvSpPr>
            <p:spPr>
              <a:xfrm>
                <a:off x="8386657" y="299713"/>
                <a:ext cx="898317" cy="647493"/>
              </a:xfrm>
              <a:custGeom>
                <a:avLst/>
                <a:gdLst/>
                <a:ahLst/>
                <a:cxnLst/>
                <a:rect l="l" t="t" r="r" b="b"/>
                <a:pathLst>
                  <a:path w="1357" h="979" extrusionOk="0">
                    <a:moveTo>
                      <a:pt x="7" y="978"/>
                    </a:moveTo>
                    <a:cubicBezTo>
                      <a:pt x="3" y="978"/>
                      <a:pt x="0" y="975"/>
                      <a:pt x="0" y="971"/>
                    </a:cubicBezTo>
                    <a:cubicBezTo>
                      <a:pt x="0" y="967"/>
                      <a:pt x="2" y="964"/>
                      <a:pt x="7" y="964"/>
                    </a:cubicBezTo>
                    <a:cubicBezTo>
                      <a:pt x="9" y="964"/>
                      <a:pt x="243" y="935"/>
                      <a:pt x="523" y="803"/>
                    </a:cubicBezTo>
                    <a:cubicBezTo>
                      <a:pt x="781" y="682"/>
                      <a:pt x="1133" y="444"/>
                      <a:pt x="1342" y="4"/>
                    </a:cubicBezTo>
                    <a:cubicBezTo>
                      <a:pt x="1344" y="0"/>
                      <a:pt x="1347" y="0"/>
                      <a:pt x="1351" y="0"/>
                    </a:cubicBezTo>
                    <a:cubicBezTo>
                      <a:pt x="1355" y="2"/>
                      <a:pt x="1356" y="6"/>
                      <a:pt x="1355" y="10"/>
                    </a:cubicBezTo>
                    <a:cubicBezTo>
                      <a:pt x="1145" y="454"/>
                      <a:pt x="790" y="693"/>
                      <a:pt x="530" y="816"/>
                    </a:cubicBezTo>
                    <a:cubicBezTo>
                      <a:pt x="246" y="949"/>
                      <a:pt x="10" y="977"/>
                      <a:pt x="7" y="978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3" name="Google Shape;713;p37"/>
              <p:cNvSpPr/>
              <p:nvPr/>
            </p:nvSpPr>
            <p:spPr>
              <a:xfrm>
                <a:off x="8514988" y="818874"/>
                <a:ext cx="244996" cy="244998"/>
              </a:xfrm>
              <a:custGeom>
                <a:avLst/>
                <a:gdLst/>
                <a:ahLst/>
                <a:cxnLst/>
                <a:rect l="l" t="t" r="r" b="b"/>
                <a:pathLst>
                  <a:path w="371" h="371" extrusionOk="0">
                    <a:moveTo>
                      <a:pt x="8" y="370"/>
                    </a:moveTo>
                    <a:cubicBezTo>
                      <a:pt x="7" y="370"/>
                      <a:pt x="6" y="370"/>
                      <a:pt x="5" y="370"/>
                    </a:cubicBezTo>
                    <a:cubicBezTo>
                      <a:pt x="2" y="369"/>
                      <a:pt x="0" y="364"/>
                      <a:pt x="2" y="360"/>
                    </a:cubicBezTo>
                    <a:cubicBezTo>
                      <a:pt x="4" y="354"/>
                      <a:pt x="71" y="183"/>
                      <a:pt x="359" y="2"/>
                    </a:cubicBezTo>
                    <a:cubicBezTo>
                      <a:pt x="363" y="0"/>
                      <a:pt x="366" y="1"/>
                      <a:pt x="368" y="4"/>
                    </a:cubicBezTo>
                    <a:cubicBezTo>
                      <a:pt x="370" y="8"/>
                      <a:pt x="369" y="12"/>
                      <a:pt x="366" y="14"/>
                    </a:cubicBezTo>
                    <a:cubicBezTo>
                      <a:pt x="83" y="192"/>
                      <a:pt x="16" y="363"/>
                      <a:pt x="15" y="364"/>
                    </a:cubicBezTo>
                    <a:cubicBezTo>
                      <a:pt x="14" y="369"/>
                      <a:pt x="11" y="370"/>
                      <a:pt x="8" y="37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4" name="Google Shape;714;p37"/>
              <p:cNvSpPr/>
              <p:nvPr/>
            </p:nvSpPr>
            <p:spPr>
              <a:xfrm>
                <a:off x="8447906" y="795541"/>
                <a:ext cx="347076" cy="81666"/>
              </a:xfrm>
              <a:custGeom>
                <a:avLst/>
                <a:gdLst/>
                <a:ahLst/>
                <a:cxnLst/>
                <a:rect l="l" t="t" r="r" b="b"/>
                <a:pathLst>
                  <a:path w="526" h="124" extrusionOk="0">
                    <a:moveTo>
                      <a:pt x="263" y="74"/>
                    </a:moveTo>
                    <a:cubicBezTo>
                      <a:pt x="218" y="74"/>
                      <a:pt x="180" y="69"/>
                      <a:pt x="148" y="63"/>
                    </a:cubicBezTo>
                    <a:cubicBezTo>
                      <a:pt x="59" y="46"/>
                      <a:pt x="6" y="15"/>
                      <a:pt x="4" y="14"/>
                    </a:cubicBezTo>
                    <a:cubicBezTo>
                      <a:pt x="1" y="13"/>
                      <a:pt x="0" y="8"/>
                      <a:pt x="2" y="5"/>
                    </a:cubicBezTo>
                    <a:cubicBezTo>
                      <a:pt x="4" y="1"/>
                      <a:pt x="8" y="0"/>
                      <a:pt x="11" y="2"/>
                    </a:cubicBezTo>
                    <a:cubicBezTo>
                      <a:pt x="13" y="3"/>
                      <a:pt x="221" y="123"/>
                      <a:pt x="514" y="12"/>
                    </a:cubicBezTo>
                    <a:cubicBezTo>
                      <a:pt x="518" y="11"/>
                      <a:pt x="522" y="12"/>
                      <a:pt x="524" y="15"/>
                    </a:cubicBezTo>
                    <a:cubicBezTo>
                      <a:pt x="525" y="19"/>
                      <a:pt x="524" y="23"/>
                      <a:pt x="520" y="25"/>
                    </a:cubicBezTo>
                    <a:cubicBezTo>
                      <a:pt x="423" y="61"/>
                      <a:pt x="335" y="74"/>
                      <a:pt x="263" y="74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5" name="Google Shape;715;p37"/>
              <p:cNvSpPr/>
              <p:nvPr/>
            </p:nvSpPr>
            <p:spPr>
              <a:xfrm>
                <a:off x="8873732" y="617625"/>
                <a:ext cx="177913" cy="411243"/>
              </a:xfrm>
              <a:custGeom>
                <a:avLst/>
                <a:gdLst/>
                <a:ahLst/>
                <a:cxnLst/>
                <a:rect l="l" t="t" r="r" b="b"/>
                <a:pathLst>
                  <a:path w="269" h="621" extrusionOk="0">
                    <a:moveTo>
                      <a:pt x="7" y="620"/>
                    </a:moveTo>
                    <a:lnTo>
                      <a:pt x="7" y="620"/>
                    </a:lnTo>
                    <a:cubicBezTo>
                      <a:pt x="2" y="620"/>
                      <a:pt x="0" y="616"/>
                      <a:pt x="1" y="612"/>
                    </a:cubicBezTo>
                    <a:cubicBezTo>
                      <a:pt x="1" y="608"/>
                      <a:pt x="43" y="205"/>
                      <a:pt x="255" y="2"/>
                    </a:cubicBezTo>
                    <a:cubicBezTo>
                      <a:pt x="258" y="0"/>
                      <a:pt x="263" y="0"/>
                      <a:pt x="265" y="2"/>
                    </a:cubicBezTo>
                    <a:cubicBezTo>
                      <a:pt x="268" y="5"/>
                      <a:pt x="268" y="10"/>
                      <a:pt x="265" y="13"/>
                    </a:cubicBezTo>
                    <a:cubicBezTo>
                      <a:pt x="58" y="212"/>
                      <a:pt x="15" y="609"/>
                      <a:pt x="15" y="613"/>
                    </a:cubicBezTo>
                    <a:cubicBezTo>
                      <a:pt x="14" y="617"/>
                      <a:pt x="11" y="620"/>
                      <a:pt x="7" y="62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6" name="Google Shape;716;p37"/>
              <p:cNvSpPr/>
              <p:nvPr/>
            </p:nvSpPr>
            <p:spPr>
              <a:xfrm>
                <a:off x="9147894" y="439711"/>
                <a:ext cx="58332" cy="344162"/>
              </a:xfrm>
              <a:custGeom>
                <a:avLst/>
                <a:gdLst/>
                <a:ahLst/>
                <a:cxnLst/>
                <a:rect l="l" t="t" r="r" b="b"/>
                <a:pathLst>
                  <a:path w="90" h="522" extrusionOk="0">
                    <a:moveTo>
                      <a:pt x="81" y="521"/>
                    </a:moveTo>
                    <a:cubicBezTo>
                      <a:pt x="78" y="521"/>
                      <a:pt x="74" y="519"/>
                      <a:pt x="74" y="515"/>
                    </a:cubicBezTo>
                    <a:cubicBezTo>
                      <a:pt x="72" y="500"/>
                      <a:pt x="0" y="145"/>
                      <a:pt x="69" y="5"/>
                    </a:cubicBezTo>
                    <a:cubicBezTo>
                      <a:pt x="71" y="1"/>
                      <a:pt x="74" y="0"/>
                      <a:pt x="78" y="2"/>
                    </a:cubicBezTo>
                    <a:cubicBezTo>
                      <a:pt x="82" y="4"/>
                      <a:pt x="83" y="7"/>
                      <a:pt x="81" y="11"/>
                    </a:cubicBezTo>
                    <a:cubicBezTo>
                      <a:pt x="15" y="147"/>
                      <a:pt x="88" y="509"/>
                      <a:pt x="88" y="512"/>
                    </a:cubicBezTo>
                    <a:cubicBezTo>
                      <a:pt x="89" y="516"/>
                      <a:pt x="86" y="520"/>
                      <a:pt x="82" y="521"/>
                    </a:cubicBezTo>
                    <a:cubicBezTo>
                      <a:pt x="82" y="521"/>
                      <a:pt x="82" y="521"/>
                      <a:pt x="81" y="521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7" name="Google Shape;717;p37"/>
              <p:cNvSpPr/>
              <p:nvPr/>
            </p:nvSpPr>
            <p:spPr>
              <a:xfrm>
                <a:off x="8894147" y="422211"/>
                <a:ext cx="317909" cy="96248"/>
              </a:xfrm>
              <a:custGeom>
                <a:avLst/>
                <a:gdLst/>
                <a:ahLst/>
                <a:cxnLst/>
                <a:rect l="l" t="t" r="r" b="b"/>
                <a:pathLst>
                  <a:path w="482" h="144" extrusionOk="0">
                    <a:moveTo>
                      <a:pt x="177" y="96"/>
                    </a:moveTo>
                    <a:cubicBezTo>
                      <a:pt x="72" y="96"/>
                      <a:pt x="6" y="67"/>
                      <a:pt x="5" y="66"/>
                    </a:cubicBezTo>
                    <a:cubicBezTo>
                      <a:pt x="1" y="64"/>
                      <a:pt x="0" y="60"/>
                      <a:pt x="1" y="56"/>
                    </a:cubicBezTo>
                    <a:cubicBezTo>
                      <a:pt x="3" y="53"/>
                      <a:pt x="7" y="52"/>
                      <a:pt x="11" y="53"/>
                    </a:cubicBezTo>
                    <a:cubicBezTo>
                      <a:pt x="12" y="54"/>
                      <a:pt x="216" y="143"/>
                      <a:pt x="470" y="2"/>
                    </a:cubicBezTo>
                    <a:cubicBezTo>
                      <a:pt x="474" y="0"/>
                      <a:pt x="477" y="1"/>
                      <a:pt x="479" y="5"/>
                    </a:cubicBezTo>
                    <a:cubicBezTo>
                      <a:pt x="481" y="9"/>
                      <a:pt x="480" y="13"/>
                      <a:pt x="476" y="15"/>
                    </a:cubicBezTo>
                    <a:cubicBezTo>
                      <a:pt x="363" y="78"/>
                      <a:pt x="259" y="96"/>
                      <a:pt x="177" y="96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8" name="Google Shape;718;p37"/>
              <p:cNvSpPr/>
              <p:nvPr/>
            </p:nvSpPr>
            <p:spPr>
              <a:xfrm>
                <a:off x="8631652" y="608876"/>
                <a:ext cx="399575" cy="119581"/>
              </a:xfrm>
              <a:custGeom>
                <a:avLst/>
                <a:gdLst/>
                <a:ahLst/>
                <a:cxnLst/>
                <a:rect l="l" t="t" r="r" b="b"/>
                <a:pathLst>
                  <a:path w="605" h="179" extrusionOk="0">
                    <a:moveTo>
                      <a:pt x="393" y="110"/>
                    </a:moveTo>
                    <a:cubicBezTo>
                      <a:pt x="344" y="110"/>
                      <a:pt x="286" y="103"/>
                      <a:pt x="219" y="88"/>
                    </a:cubicBezTo>
                    <a:cubicBezTo>
                      <a:pt x="100" y="60"/>
                      <a:pt x="6" y="14"/>
                      <a:pt x="5" y="14"/>
                    </a:cubicBezTo>
                    <a:cubicBezTo>
                      <a:pt x="1" y="12"/>
                      <a:pt x="0" y="9"/>
                      <a:pt x="2" y="5"/>
                    </a:cubicBezTo>
                    <a:cubicBezTo>
                      <a:pt x="4" y="1"/>
                      <a:pt x="7" y="0"/>
                      <a:pt x="11" y="2"/>
                    </a:cubicBezTo>
                    <a:cubicBezTo>
                      <a:pt x="14" y="4"/>
                      <a:pt x="382" y="178"/>
                      <a:pt x="592" y="47"/>
                    </a:cubicBezTo>
                    <a:cubicBezTo>
                      <a:pt x="596" y="45"/>
                      <a:pt x="600" y="46"/>
                      <a:pt x="602" y="49"/>
                    </a:cubicBezTo>
                    <a:cubicBezTo>
                      <a:pt x="604" y="52"/>
                      <a:pt x="603" y="56"/>
                      <a:pt x="600" y="58"/>
                    </a:cubicBezTo>
                    <a:cubicBezTo>
                      <a:pt x="558" y="85"/>
                      <a:pt x="492" y="110"/>
                      <a:pt x="393" y="11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19" name="Google Shape;719;p37"/>
            <p:cNvGrpSpPr/>
            <p:nvPr/>
          </p:nvGrpSpPr>
          <p:grpSpPr>
            <a:xfrm rot="-236345">
              <a:off x="-234011" y="4338083"/>
              <a:ext cx="923137" cy="930607"/>
              <a:chOff x="8322831" y="2964236"/>
              <a:chExt cx="923079" cy="930548"/>
            </a:xfrm>
          </p:grpSpPr>
          <p:sp>
            <p:nvSpPr>
              <p:cNvPr id="720" name="Google Shape;720;p37"/>
              <p:cNvSpPr/>
              <p:nvPr/>
            </p:nvSpPr>
            <p:spPr>
              <a:xfrm rot="5976188">
                <a:off x="8382984" y="3026571"/>
                <a:ext cx="802774" cy="800374"/>
              </a:xfrm>
              <a:custGeom>
                <a:avLst/>
                <a:gdLst/>
                <a:ahLst/>
                <a:cxnLst/>
                <a:rect l="l" t="t" r="r" b="b"/>
                <a:pathLst>
                  <a:path w="1482" h="1476" extrusionOk="0">
                    <a:moveTo>
                      <a:pt x="0" y="1387"/>
                    </a:moveTo>
                    <a:cubicBezTo>
                      <a:pt x="0" y="1387"/>
                      <a:pt x="1285" y="1475"/>
                      <a:pt x="1481" y="1"/>
                    </a:cubicBezTo>
                    <a:cubicBezTo>
                      <a:pt x="1481" y="0"/>
                      <a:pt x="226" y="16"/>
                      <a:pt x="0" y="1387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1" name="Google Shape;721;p37"/>
              <p:cNvSpPr/>
              <p:nvPr/>
            </p:nvSpPr>
            <p:spPr>
              <a:xfrm rot="5976176">
                <a:off x="8474841" y="3136146"/>
                <a:ext cx="735872" cy="678526"/>
              </a:xfrm>
              <a:custGeom>
                <a:avLst/>
                <a:gdLst/>
                <a:ahLst/>
                <a:cxnLst/>
                <a:rect l="l" t="t" r="r" b="b"/>
                <a:pathLst>
                  <a:path w="1357" h="1254" extrusionOk="0">
                    <a:moveTo>
                      <a:pt x="7" y="1253"/>
                    </a:moveTo>
                    <a:cubicBezTo>
                      <a:pt x="5" y="1253"/>
                      <a:pt x="2" y="1252"/>
                      <a:pt x="1" y="1250"/>
                    </a:cubicBezTo>
                    <a:cubicBezTo>
                      <a:pt x="0" y="1247"/>
                      <a:pt x="1" y="1243"/>
                      <a:pt x="3" y="1241"/>
                    </a:cubicBezTo>
                    <a:cubicBezTo>
                      <a:pt x="11" y="1236"/>
                      <a:pt x="737" y="754"/>
                      <a:pt x="1342" y="3"/>
                    </a:cubicBezTo>
                    <a:cubicBezTo>
                      <a:pt x="1345" y="0"/>
                      <a:pt x="1348" y="0"/>
                      <a:pt x="1352" y="2"/>
                    </a:cubicBezTo>
                    <a:cubicBezTo>
                      <a:pt x="1355" y="5"/>
                      <a:pt x="1356" y="9"/>
                      <a:pt x="1353" y="13"/>
                    </a:cubicBezTo>
                    <a:cubicBezTo>
                      <a:pt x="747" y="764"/>
                      <a:pt x="20" y="1248"/>
                      <a:pt x="12" y="1253"/>
                    </a:cubicBezTo>
                    <a:cubicBezTo>
                      <a:pt x="10" y="1253"/>
                      <a:pt x="9" y="1253"/>
                      <a:pt x="7" y="125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2" name="Google Shape;722;p37"/>
              <p:cNvSpPr/>
              <p:nvPr/>
            </p:nvSpPr>
            <p:spPr>
              <a:xfrm rot="5976178">
                <a:off x="8588812" y="3154341"/>
                <a:ext cx="9557" cy="136182"/>
              </a:xfrm>
              <a:custGeom>
                <a:avLst/>
                <a:gdLst/>
                <a:ahLst/>
                <a:cxnLst/>
                <a:rect l="l" t="t" r="r" b="b"/>
                <a:pathLst>
                  <a:path w="18" h="253" extrusionOk="0">
                    <a:moveTo>
                      <a:pt x="9" y="252"/>
                    </a:moveTo>
                    <a:cubicBezTo>
                      <a:pt x="5" y="252"/>
                      <a:pt x="2" y="249"/>
                      <a:pt x="1" y="245"/>
                    </a:cubicBezTo>
                    <a:lnTo>
                      <a:pt x="0" y="8"/>
                    </a:lnTo>
                    <a:cubicBezTo>
                      <a:pt x="0" y="4"/>
                      <a:pt x="3" y="0"/>
                      <a:pt x="7" y="0"/>
                    </a:cubicBezTo>
                    <a:lnTo>
                      <a:pt x="7" y="0"/>
                    </a:lnTo>
                    <a:cubicBezTo>
                      <a:pt x="11" y="0"/>
                      <a:pt x="14" y="3"/>
                      <a:pt x="15" y="7"/>
                    </a:cubicBezTo>
                    <a:lnTo>
                      <a:pt x="16" y="244"/>
                    </a:lnTo>
                    <a:cubicBezTo>
                      <a:pt x="17" y="249"/>
                      <a:pt x="13" y="252"/>
                      <a:pt x="9" y="25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3" name="Google Shape;723;p37"/>
              <p:cNvSpPr/>
              <p:nvPr/>
            </p:nvSpPr>
            <p:spPr>
              <a:xfrm rot="5976182">
                <a:off x="8638510" y="3177161"/>
                <a:ext cx="157687" cy="59729"/>
              </a:xfrm>
              <a:custGeom>
                <a:avLst/>
                <a:gdLst/>
                <a:ahLst/>
                <a:cxnLst/>
                <a:rect l="l" t="t" r="r" b="b"/>
                <a:pathLst>
                  <a:path w="293" h="109" extrusionOk="0">
                    <a:moveTo>
                      <a:pt x="283" y="108"/>
                    </a:moveTo>
                    <a:lnTo>
                      <a:pt x="282" y="108"/>
                    </a:lnTo>
                    <a:lnTo>
                      <a:pt x="5" y="15"/>
                    </a:lnTo>
                    <a:cubicBezTo>
                      <a:pt x="1" y="14"/>
                      <a:pt x="0" y="8"/>
                      <a:pt x="1" y="5"/>
                    </a:cubicBezTo>
                    <a:cubicBezTo>
                      <a:pt x="1" y="1"/>
                      <a:pt x="6" y="0"/>
                      <a:pt x="10" y="1"/>
                    </a:cubicBezTo>
                    <a:lnTo>
                      <a:pt x="286" y="94"/>
                    </a:lnTo>
                    <a:cubicBezTo>
                      <a:pt x="290" y="95"/>
                      <a:pt x="292" y="100"/>
                      <a:pt x="291" y="104"/>
                    </a:cubicBezTo>
                    <a:cubicBezTo>
                      <a:pt x="289" y="106"/>
                      <a:pt x="286" y="108"/>
                      <a:pt x="283" y="10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4" name="Google Shape;724;p37"/>
              <p:cNvSpPr/>
              <p:nvPr/>
            </p:nvSpPr>
            <p:spPr>
              <a:xfrm rot="5976179">
                <a:off x="8633757" y="3294669"/>
                <a:ext cx="43006" cy="172021"/>
              </a:xfrm>
              <a:custGeom>
                <a:avLst/>
                <a:gdLst/>
                <a:ahLst/>
                <a:cxnLst/>
                <a:rect l="l" t="t" r="r" b="b"/>
                <a:pathLst>
                  <a:path w="80" h="317" extrusionOk="0">
                    <a:moveTo>
                      <a:pt x="70" y="316"/>
                    </a:moveTo>
                    <a:cubicBezTo>
                      <a:pt x="67" y="316"/>
                      <a:pt x="63" y="314"/>
                      <a:pt x="63" y="311"/>
                    </a:cubicBezTo>
                    <a:lnTo>
                      <a:pt x="1" y="9"/>
                    </a:lnTo>
                    <a:cubicBezTo>
                      <a:pt x="0" y="6"/>
                      <a:pt x="2" y="2"/>
                      <a:pt x="6" y="1"/>
                    </a:cubicBezTo>
                    <a:cubicBezTo>
                      <a:pt x="10" y="0"/>
                      <a:pt x="14" y="3"/>
                      <a:pt x="15" y="7"/>
                    </a:cubicBezTo>
                    <a:lnTo>
                      <a:pt x="78" y="308"/>
                    </a:lnTo>
                    <a:cubicBezTo>
                      <a:pt x="79" y="311"/>
                      <a:pt x="76" y="315"/>
                      <a:pt x="72" y="316"/>
                    </a:cubicBezTo>
                    <a:cubicBezTo>
                      <a:pt x="72" y="315"/>
                      <a:pt x="71" y="316"/>
                      <a:pt x="70" y="31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5" name="Google Shape;725;p37"/>
              <p:cNvSpPr/>
              <p:nvPr/>
            </p:nvSpPr>
            <p:spPr>
              <a:xfrm rot="5976182">
                <a:off x="8721220" y="3285444"/>
                <a:ext cx="195915" cy="86010"/>
              </a:xfrm>
              <a:custGeom>
                <a:avLst/>
                <a:gdLst/>
                <a:ahLst/>
                <a:cxnLst/>
                <a:rect l="l" t="t" r="r" b="b"/>
                <a:pathLst>
                  <a:path w="363" h="160" extrusionOk="0">
                    <a:moveTo>
                      <a:pt x="353" y="159"/>
                    </a:moveTo>
                    <a:cubicBezTo>
                      <a:pt x="352" y="159"/>
                      <a:pt x="351" y="159"/>
                      <a:pt x="350" y="158"/>
                    </a:cubicBezTo>
                    <a:lnTo>
                      <a:pt x="6" y="15"/>
                    </a:lnTo>
                    <a:cubicBezTo>
                      <a:pt x="2" y="13"/>
                      <a:pt x="0" y="9"/>
                      <a:pt x="2" y="6"/>
                    </a:cubicBezTo>
                    <a:cubicBezTo>
                      <a:pt x="4" y="2"/>
                      <a:pt x="7" y="0"/>
                      <a:pt x="11" y="2"/>
                    </a:cubicBezTo>
                    <a:lnTo>
                      <a:pt x="356" y="145"/>
                    </a:lnTo>
                    <a:cubicBezTo>
                      <a:pt x="360" y="147"/>
                      <a:pt x="362" y="150"/>
                      <a:pt x="360" y="154"/>
                    </a:cubicBezTo>
                    <a:cubicBezTo>
                      <a:pt x="359" y="157"/>
                      <a:pt x="356" y="159"/>
                      <a:pt x="353" y="15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6" name="Google Shape;726;p37"/>
              <p:cNvSpPr/>
              <p:nvPr/>
            </p:nvSpPr>
            <p:spPr>
              <a:xfrm rot="5976169">
                <a:off x="8711671" y="3436180"/>
                <a:ext cx="54951" cy="186355"/>
              </a:xfrm>
              <a:custGeom>
                <a:avLst/>
                <a:gdLst/>
                <a:ahLst/>
                <a:cxnLst/>
                <a:rect l="l" t="t" r="r" b="b"/>
                <a:pathLst>
                  <a:path w="103" h="343" extrusionOk="0">
                    <a:moveTo>
                      <a:pt x="94" y="342"/>
                    </a:moveTo>
                    <a:cubicBezTo>
                      <a:pt x="91" y="342"/>
                      <a:pt x="89" y="340"/>
                      <a:pt x="88" y="337"/>
                    </a:cubicBezTo>
                    <a:lnTo>
                      <a:pt x="1" y="10"/>
                    </a:lnTo>
                    <a:cubicBezTo>
                      <a:pt x="0" y="6"/>
                      <a:pt x="2" y="2"/>
                      <a:pt x="6" y="1"/>
                    </a:cubicBezTo>
                    <a:cubicBezTo>
                      <a:pt x="9" y="0"/>
                      <a:pt x="13" y="2"/>
                      <a:pt x="14" y="6"/>
                    </a:cubicBezTo>
                    <a:lnTo>
                      <a:pt x="101" y="333"/>
                    </a:lnTo>
                    <a:cubicBezTo>
                      <a:pt x="102" y="337"/>
                      <a:pt x="100" y="340"/>
                      <a:pt x="96" y="341"/>
                    </a:cubicBezTo>
                    <a:cubicBezTo>
                      <a:pt x="95" y="342"/>
                      <a:pt x="94" y="342"/>
                      <a:pt x="94" y="34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7" name="Google Shape;727;p37"/>
              <p:cNvSpPr/>
              <p:nvPr/>
            </p:nvSpPr>
            <p:spPr>
              <a:xfrm rot="5976183">
                <a:off x="8808578" y="3408341"/>
                <a:ext cx="212638" cy="97956"/>
              </a:xfrm>
              <a:custGeom>
                <a:avLst/>
                <a:gdLst/>
                <a:ahLst/>
                <a:cxnLst/>
                <a:rect l="l" t="t" r="r" b="b"/>
                <a:pathLst>
                  <a:path w="391" h="181" extrusionOk="0">
                    <a:moveTo>
                      <a:pt x="381" y="180"/>
                    </a:moveTo>
                    <a:cubicBezTo>
                      <a:pt x="380" y="180"/>
                      <a:pt x="379" y="180"/>
                      <a:pt x="379" y="179"/>
                    </a:cubicBezTo>
                    <a:lnTo>
                      <a:pt x="6" y="15"/>
                    </a:lnTo>
                    <a:cubicBezTo>
                      <a:pt x="2" y="13"/>
                      <a:pt x="0" y="10"/>
                      <a:pt x="2" y="6"/>
                    </a:cubicBezTo>
                    <a:cubicBezTo>
                      <a:pt x="4" y="2"/>
                      <a:pt x="8" y="0"/>
                      <a:pt x="12" y="2"/>
                    </a:cubicBezTo>
                    <a:lnTo>
                      <a:pt x="384" y="166"/>
                    </a:lnTo>
                    <a:cubicBezTo>
                      <a:pt x="388" y="168"/>
                      <a:pt x="390" y="172"/>
                      <a:pt x="388" y="175"/>
                    </a:cubicBezTo>
                    <a:cubicBezTo>
                      <a:pt x="387" y="178"/>
                      <a:pt x="384" y="180"/>
                      <a:pt x="381" y="18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8" name="Google Shape;728;p37"/>
              <p:cNvSpPr/>
              <p:nvPr/>
            </p:nvSpPr>
            <p:spPr>
              <a:xfrm rot="5976188">
                <a:off x="8822983" y="3576118"/>
                <a:ext cx="40616" cy="179189"/>
              </a:xfrm>
              <a:custGeom>
                <a:avLst/>
                <a:gdLst/>
                <a:ahLst/>
                <a:cxnLst/>
                <a:rect l="l" t="t" r="r" b="b"/>
                <a:pathLst>
                  <a:path w="74" h="330" extrusionOk="0">
                    <a:moveTo>
                      <a:pt x="64" y="329"/>
                    </a:moveTo>
                    <a:cubicBezTo>
                      <a:pt x="61" y="329"/>
                      <a:pt x="58" y="326"/>
                      <a:pt x="58" y="323"/>
                    </a:cubicBezTo>
                    <a:lnTo>
                      <a:pt x="1" y="9"/>
                    </a:lnTo>
                    <a:cubicBezTo>
                      <a:pt x="0" y="5"/>
                      <a:pt x="2" y="1"/>
                      <a:pt x="6" y="1"/>
                    </a:cubicBezTo>
                    <a:cubicBezTo>
                      <a:pt x="10" y="0"/>
                      <a:pt x="14" y="2"/>
                      <a:pt x="15" y="6"/>
                    </a:cubicBezTo>
                    <a:lnTo>
                      <a:pt x="72" y="321"/>
                    </a:lnTo>
                    <a:cubicBezTo>
                      <a:pt x="73" y="324"/>
                      <a:pt x="70" y="328"/>
                      <a:pt x="66" y="329"/>
                    </a:cubicBezTo>
                    <a:cubicBezTo>
                      <a:pt x="65" y="329"/>
                      <a:pt x="65" y="329"/>
                      <a:pt x="64" y="32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9" name="Google Shape;729;p37"/>
              <p:cNvSpPr/>
              <p:nvPr/>
            </p:nvSpPr>
            <p:spPr>
              <a:xfrm rot="5976182">
                <a:off x="8910610" y="3587516"/>
                <a:ext cx="195915" cy="64507"/>
              </a:xfrm>
              <a:custGeom>
                <a:avLst/>
                <a:gdLst/>
                <a:ahLst/>
                <a:cxnLst/>
                <a:rect l="l" t="t" r="r" b="b"/>
                <a:pathLst>
                  <a:path w="363" h="120" extrusionOk="0">
                    <a:moveTo>
                      <a:pt x="355" y="119"/>
                    </a:moveTo>
                    <a:cubicBezTo>
                      <a:pt x="354" y="119"/>
                      <a:pt x="354" y="119"/>
                      <a:pt x="353" y="119"/>
                    </a:cubicBezTo>
                    <a:lnTo>
                      <a:pt x="6" y="14"/>
                    </a:lnTo>
                    <a:cubicBezTo>
                      <a:pt x="2" y="13"/>
                      <a:pt x="0" y="9"/>
                      <a:pt x="1" y="5"/>
                    </a:cubicBezTo>
                    <a:cubicBezTo>
                      <a:pt x="2" y="1"/>
                      <a:pt x="6" y="0"/>
                      <a:pt x="10" y="0"/>
                    </a:cubicBezTo>
                    <a:lnTo>
                      <a:pt x="357" y="105"/>
                    </a:lnTo>
                    <a:cubicBezTo>
                      <a:pt x="360" y="106"/>
                      <a:pt x="362" y="110"/>
                      <a:pt x="361" y="114"/>
                    </a:cubicBezTo>
                    <a:cubicBezTo>
                      <a:pt x="360" y="116"/>
                      <a:pt x="357" y="119"/>
                      <a:pt x="355" y="11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8D384F2-DE09-A04F-4CF3-F6F3224ED2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55341" y="1279721"/>
            <a:ext cx="4839778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Developed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logistic regression-based prediction model.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Analyzed data from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918 patients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11 clinical features.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Achieved over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90% accuracy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predicting heart failure.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processes: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preprocessing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exploratory analysis, and training. 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38"/>
          <p:cNvSpPr txBox="1">
            <a:spLocks noGrp="1"/>
          </p:cNvSpPr>
          <p:nvPr>
            <p:ph type="subTitle" idx="4"/>
          </p:nvPr>
        </p:nvSpPr>
        <p:spPr>
          <a:xfrm>
            <a:off x="3927875" y="2309475"/>
            <a:ext cx="2666700" cy="40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Importance</a:t>
            </a:r>
            <a:endParaRPr/>
          </a:p>
        </p:txBody>
      </p:sp>
      <p:sp>
        <p:nvSpPr>
          <p:cNvPr id="735" name="Google Shape;735;p3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736" name="Google Shape;736;p38"/>
          <p:cNvSpPr txBox="1">
            <a:spLocks noGrp="1"/>
          </p:cNvSpPr>
          <p:nvPr>
            <p:ph type="subTitle" idx="1"/>
          </p:nvPr>
        </p:nvSpPr>
        <p:spPr>
          <a:xfrm>
            <a:off x="3927875" y="2650027"/>
            <a:ext cx="2666700" cy="174476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Our model which was trained on data from previous heart failure patients can predict weather a person will have heart failure or not by getting the clinical background of a person and checking some facts and based on the numbers our model can make the prediction.</a:t>
            </a:r>
            <a:endParaRPr dirty="0"/>
          </a:p>
        </p:txBody>
      </p:sp>
      <p:sp>
        <p:nvSpPr>
          <p:cNvPr id="737" name="Google Shape;737;p38"/>
          <p:cNvSpPr txBox="1">
            <a:spLocks noGrp="1"/>
          </p:cNvSpPr>
          <p:nvPr>
            <p:ph type="subTitle" idx="2"/>
          </p:nvPr>
        </p:nvSpPr>
        <p:spPr>
          <a:xfrm>
            <a:off x="720000" y="2650027"/>
            <a:ext cx="2666700" cy="135324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Heart Failure is a major problem suffered by millions of people world wide. It depends a lot on the patients clinical background weather the person will suffer with heart failure or not and we can predict this by using these parameters.</a:t>
            </a:r>
            <a:endParaRPr dirty="0"/>
          </a:p>
        </p:txBody>
      </p:sp>
      <p:sp>
        <p:nvSpPr>
          <p:cNvPr id="738" name="Google Shape;738;p38"/>
          <p:cNvSpPr txBox="1">
            <a:spLocks noGrp="1"/>
          </p:cNvSpPr>
          <p:nvPr>
            <p:ph type="subTitle" idx="3"/>
          </p:nvPr>
        </p:nvSpPr>
        <p:spPr>
          <a:xfrm>
            <a:off x="720000" y="2309500"/>
            <a:ext cx="2666700" cy="40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</a:t>
            </a:r>
            <a:endParaRPr/>
          </a:p>
        </p:txBody>
      </p:sp>
      <p:cxnSp>
        <p:nvCxnSpPr>
          <p:cNvPr id="739" name="Google Shape;739;p38"/>
          <p:cNvCxnSpPr/>
          <p:nvPr/>
        </p:nvCxnSpPr>
        <p:spPr>
          <a:xfrm>
            <a:off x="815800" y="2037550"/>
            <a:ext cx="25173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40" name="Google Shape;740;p38"/>
          <p:cNvCxnSpPr/>
          <p:nvPr/>
        </p:nvCxnSpPr>
        <p:spPr>
          <a:xfrm>
            <a:off x="4002575" y="2037550"/>
            <a:ext cx="25173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41" name="Google Shape;741;p38"/>
          <p:cNvGrpSpPr/>
          <p:nvPr/>
        </p:nvGrpSpPr>
        <p:grpSpPr>
          <a:xfrm>
            <a:off x="7537010" y="-1083242"/>
            <a:ext cx="4653064" cy="4954060"/>
            <a:chOff x="7537010" y="-1083242"/>
            <a:chExt cx="4653064" cy="4954060"/>
          </a:xfrm>
        </p:grpSpPr>
        <p:sp>
          <p:nvSpPr>
            <p:cNvPr id="742" name="Google Shape;742;p38"/>
            <p:cNvSpPr/>
            <p:nvPr/>
          </p:nvSpPr>
          <p:spPr>
            <a:xfrm rot="5988193">
              <a:off x="7692951" y="-592166"/>
              <a:ext cx="4341182" cy="3971909"/>
            </a:xfrm>
            <a:custGeom>
              <a:avLst/>
              <a:gdLst/>
              <a:ahLst/>
              <a:cxnLst/>
              <a:rect l="l" t="t" r="r" b="b"/>
              <a:pathLst>
                <a:path w="25107" h="22971" extrusionOk="0">
                  <a:moveTo>
                    <a:pt x="6029" y="1"/>
                  </a:moveTo>
                  <a:cubicBezTo>
                    <a:pt x="4338" y="1"/>
                    <a:pt x="2979" y="676"/>
                    <a:pt x="2106" y="1643"/>
                  </a:cubicBezTo>
                  <a:cubicBezTo>
                    <a:pt x="580" y="3337"/>
                    <a:pt x="1" y="6173"/>
                    <a:pt x="2576" y="10368"/>
                  </a:cubicBezTo>
                  <a:cubicBezTo>
                    <a:pt x="4339" y="13239"/>
                    <a:pt x="4269" y="14957"/>
                    <a:pt x="3934" y="17793"/>
                  </a:cubicBezTo>
                  <a:cubicBezTo>
                    <a:pt x="3597" y="20624"/>
                    <a:pt x="4165" y="21865"/>
                    <a:pt x="5284" y="22550"/>
                  </a:cubicBezTo>
                  <a:cubicBezTo>
                    <a:pt x="5735" y="22827"/>
                    <a:pt x="6253" y="22970"/>
                    <a:pt x="6788" y="22970"/>
                  </a:cubicBezTo>
                  <a:cubicBezTo>
                    <a:pt x="7978" y="22970"/>
                    <a:pt x="9255" y="22259"/>
                    <a:pt x="10087" y="20722"/>
                  </a:cubicBezTo>
                  <a:cubicBezTo>
                    <a:pt x="11061" y="18911"/>
                    <a:pt x="11691" y="17303"/>
                    <a:pt x="13839" y="17303"/>
                  </a:cubicBezTo>
                  <a:cubicBezTo>
                    <a:pt x="14341" y="17303"/>
                    <a:pt x="14925" y="17391"/>
                    <a:pt x="15616" y="17584"/>
                  </a:cubicBezTo>
                  <a:cubicBezTo>
                    <a:pt x="16571" y="17851"/>
                    <a:pt x="17477" y="17980"/>
                    <a:pt x="18320" y="17980"/>
                  </a:cubicBezTo>
                  <a:cubicBezTo>
                    <a:pt x="20695" y="17980"/>
                    <a:pt x="22564" y="16954"/>
                    <a:pt x="23591" y="15113"/>
                  </a:cubicBezTo>
                  <a:cubicBezTo>
                    <a:pt x="24984" y="12619"/>
                    <a:pt x="25106" y="8192"/>
                    <a:pt x="22164" y="6325"/>
                  </a:cubicBezTo>
                  <a:cubicBezTo>
                    <a:pt x="19224" y="4462"/>
                    <a:pt x="16596" y="6173"/>
                    <a:pt x="12118" y="2548"/>
                  </a:cubicBezTo>
                  <a:cubicBezTo>
                    <a:pt x="9850" y="712"/>
                    <a:pt x="7765" y="1"/>
                    <a:pt x="60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grpSp>
          <p:nvGrpSpPr>
            <p:cNvPr id="743" name="Google Shape;743;p38"/>
            <p:cNvGrpSpPr/>
            <p:nvPr/>
          </p:nvGrpSpPr>
          <p:grpSpPr>
            <a:xfrm rot="8100000" flipH="1">
              <a:off x="7924057" y="-104355"/>
              <a:ext cx="1009690" cy="896364"/>
              <a:chOff x="8017245" y="4305760"/>
              <a:chExt cx="943640" cy="837728"/>
            </a:xfrm>
          </p:grpSpPr>
          <p:sp>
            <p:nvSpPr>
              <p:cNvPr id="744" name="Google Shape;744;p38"/>
              <p:cNvSpPr/>
              <p:nvPr/>
            </p:nvSpPr>
            <p:spPr>
              <a:xfrm rot="-2826888">
                <a:off x="8112182" y="4536514"/>
                <a:ext cx="145076" cy="322392"/>
              </a:xfrm>
              <a:custGeom>
                <a:avLst/>
                <a:gdLst/>
                <a:ahLst/>
                <a:cxnLst/>
                <a:rect l="l" t="t" r="r" b="b"/>
                <a:pathLst>
                  <a:path w="277" h="619" extrusionOk="0">
                    <a:moveTo>
                      <a:pt x="172" y="618"/>
                    </a:moveTo>
                    <a:cubicBezTo>
                      <a:pt x="172" y="618"/>
                      <a:pt x="173" y="617"/>
                      <a:pt x="174" y="616"/>
                    </a:cubicBezTo>
                    <a:cubicBezTo>
                      <a:pt x="175" y="615"/>
                      <a:pt x="177" y="613"/>
                      <a:pt x="179" y="610"/>
                    </a:cubicBezTo>
                    <a:cubicBezTo>
                      <a:pt x="181" y="607"/>
                      <a:pt x="183" y="604"/>
                      <a:pt x="186" y="601"/>
                    </a:cubicBezTo>
                    <a:cubicBezTo>
                      <a:pt x="188" y="597"/>
                      <a:pt x="192" y="593"/>
                      <a:pt x="196" y="588"/>
                    </a:cubicBezTo>
                    <a:cubicBezTo>
                      <a:pt x="209" y="569"/>
                      <a:pt x="226" y="543"/>
                      <a:pt x="239" y="513"/>
                    </a:cubicBezTo>
                    <a:cubicBezTo>
                      <a:pt x="252" y="483"/>
                      <a:pt x="263" y="446"/>
                      <a:pt x="269" y="409"/>
                    </a:cubicBezTo>
                    <a:cubicBezTo>
                      <a:pt x="275" y="372"/>
                      <a:pt x="276" y="333"/>
                      <a:pt x="271" y="294"/>
                    </a:cubicBezTo>
                    <a:cubicBezTo>
                      <a:pt x="266" y="255"/>
                      <a:pt x="258" y="217"/>
                      <a:pt x="244" y="182"/>
                    </a:cubicBezTo>
                    <a:cubicBezTo>
                      <a:pt x="229" y="146"/>
                      <a:pt x="211" y="116"/>
                      <a:pt x="191" y="88"/>
                    </a:cubicBezTo>
                    <a:cubicBezTo>
                      <a:pt x="182" y="75"/>
                      <a:pt x="170" y="62"/>
                      <a:pt x="161" y="52"/>
                    </a:cubicBezTo>
                    <a:cubicBezTo>
                      <a:pt x="150" y="41"/>
                      <a:pt x="141" y="32"/>
                      <a:pt x="132" y="24"/>
                    </a:cubicBezTo>
                    <a:cubicBezTo>
                      <a:pt x="128" y="21"/>
                      <a:pt x="124" y="17"/>
                      <a:pt x="121" y="14"/>
                    </a:cubicBezTo>
                    <a:cubicBezTo>
                      <a:pt x="117" y="11"/>
                      <a:pt x="114" y="8"/>
                      <a:pt x="111" y="6"/>
                    </a:cubicBezTo>
                    <a:cubicBezTo>
                      <a:pt x="108" y="4"/>
                      <a:pt x="106" y="1"/>
                      <a:pt x="105" y="1"/>
                    </a:cubicBezTo>
                    <a:cubicBezTo>
                      <a:pt x="103" y="0"/>
                      <a:pt x="103" y="0"/>
                      <a:pt x="103" y="0"/>
                    </a:cubicBezTo>
                    <a:cubicBezTo>
                      <a:pt x="103" y="0"/>
                      <a:pt x="102" y="1"/>
                      <a:pt x="101" y="1"/>
                    </a:cubicBezTo>
                    <a:cubicBezTo>
                      <a:pt x="100" y="2"/>
                      <a:pt x="98" y="4"/>
                      <a:pt x="96" y="7"/>
                    </a:cubicBezTo>
                    <a:cubicBezTo>
                      <a:pt x="94" y="10"/>
                      <a:pt x="91" y="13"/>
                      <a:pt x="88" y="17"/>
                    </a:cubicBezTo>
                    <a:cubicBezTo>
                      <a:pt x="85" y="21"/>
                      <a:pt x="83" y="24"/>
                      <a:pt x="79" y="29"/>
                    </a:cubicBezTo>
                    <a:cubicBezTo>
                      <a:pt x="72" y="39"/>
                      <a:pt x="65" y="50"/>
                      <a:pt x="58" y="62"/>
                    </a:cubicBezTo>
                    <a:cubicBezTo>
                      <a:pt x="50" y="75"/>
                      <a:pt x="43" y="89"/>
                      <a:pt x="37" y="105"/>
                    </a:cubicBezTo>
                    <a:cubicBezTo>
                      <a:pt x="24" y="136"/>
                      <a:pt x="13" y="172"/>
                      <a:pt x="6" y="209"/>
                    </a:cubicBezTo>
                    <a:cubicBezTo>
                      <a:pt x="1" y="246"/>
                      <a:pt x="0" y="285"/>
                      <a:pt x="5" y="324"/>
                    </a:cubicBezTo>
                    <a:cubicBezTo>
                      <a:pt x="9" y="363"/>
                      <a:pt x="19" y="401"/>
                      <a:pt x="33" y="436"/>
                    </a:cubicBezTo>
                    <a:cubicBezTo>
                      <a:pt x="47" y="471"/>
                      <a:pt x="65" y="503"/>
                      <a:pt x="85" y="530"/>
                    </a:cubicBezTo>
                    <a:cubicBezTo>
                      <a:pt x="106" y="557"/>
                      <a:pt x="126" y="579"/>
                      <a:pt x="144" y="594"/>
                    </a:cubicBezTo>
                    <a:cubicBezTo>
                      <a:pt x="147" y="598"/>
                      <a:pt x="152" y="602"/>
                      <a:pt x="155" y="604"/>
                    </a:cubicBezTo>
                    <a:cubicBezTo>
                      <a:pt x="159" y="607"/>
                      <a:pt x="162" y="610"/>
                      <a:pt x="165" y="612"/>
                    </a:cubicBezTo>
                    <a:cubicBezTo>
                      <a:pt x="167" y="614"/>
                      <a:pt x="169" y="616"/>
                      <a:pt x="171" y="617"/>
                    </a:cubicBezTo>
                    <a:cubicBezTo>
                      <a:pt x="171" y="618"/>
                      <a:pt x="172" y="618"/>
                      <a:pt x="172" y="618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5" name="Google Shape;745;p38"/>
              <p:cNvSpPr/>
              <p:nvPr/>
            </p:nvSpPr>
            <p:spPr>
              <a:xfrm rot="-2826872">
                <a:off x="8093848" y="4826636"/>
                <a:ext cx="271731" cy="193434"/>
              </a:xfrm>
              <a:custGeom>
                <a:avLst/>
                <a:gdLst/>
                <a:ahLst/>
                <a:cxnLst/>
                <a:rect l="l" t="t" r="r" b="b"/>
                <a:pathLst>
                  <a:path w="519" h="370" extrusionOk="0">
                    <a:moveTo>
                      <a:pt x="518" y="355"/>
                    </a:moveTo>
                    <a:cubicBezTo>
                      <a:pt x="518" y="355"/>
                      <a:pt x="518" y="354"/>
                      <a:pt x="518" y="352"/>
                    </a:cubicBezTo>
                    <a:cubicBezTo>
                      <a:pt x="518" y="350"/>
                      <a:pt x="517" y="347"/>
                      <a:pt x="517" y="344"/>
                    </a:cubicBezTo>
                    <a:cubicBezTo>
                      <a:pt x="516" y="342"/>
                      <a:pt x="516" y="337"/>
                      <a:pt x="515" y="333"/>
                    </a:cubicBezTo>
                    <a:cubicBezTo>
                      <a:pt x="514" y="328"/>
                      <a:pt x="513" y="324"/>
                      <a:pt x="511" y="318"/>
                    </a:cubicBezTo>
                    <a:cubicBezTo>
                      <a:pt x="505" y="296"/>
                      <a:pt x="496" y="266"/>
                      <a:pt x="481" y="237"/>
                    </a:cubicBezTo>
                    <a:cubicBezTo>
                      <a:pt x="465" y="206"/>
                      <a:pt x="445" y="176"/>
                      <a:pt x="421" y="147"/>
                    </a:cubicBezTo>
                    <a:cubicBezTo>
                      <a:pt x="396" y="119"/>
                      <a:pt x="366" y="93"/>
                      <a:pt x="334" y="71"/>
                    </a:cubicBezTo>
                    <a:cubicBezTo>
                      <a:pt x="301" y="49"/>
                      <a:pt x="266" y="32"/>
                      <a:pt x="230" y="21"/>
                    </a:cubicBezTo>
                    <a:cubicBezTo>
                      <a:pt x="194" y="9"/>
                      <a:pt x="158" y="2"/>
                      <a:pt x="124" y="1"/>
                    </a:cubicBezTo>
                    <a:cubicBezTo>
                      <a:pt x="107" y="0"/>
                      <a:pt x="91" y="0"/>
                      <a:pt x="77" y="1"/>
                    </a:cubicBezTo>
                    <a:cubicBezTo>
                      <a:pt x="62" y="2"/>
                      <a:pt x="49" y="2"/>
                      <a:pt x="38" y="4"/>
                    </a:cubicBezTo>
                    <a:cubicBezTo>
                      <a:pt x="32" y="5"/>
                      <a:pt x="27" y="6"/>
                      <a:pt x="22" y="7"/>
                    </a:cubicBezTo>
                    <a:cubicBezTo>
                      <a:pt x="18" y="8"/>
                      <a:pt x="14" y="9"/>
                      <a:pt x="11" y="10"/>
                    </a:cubicBezTo>
                    <a:cubicBezTo>
                      <a:pt x="8" y="11"/>
                      <a:pt x="5" y="12"/>
                      <a:pt x="3" y="12"/>
                    </a:cubicBezTo>
                    <a:cubicBezTo>
                      <a:pt x="1" y="12"/>
                      <a:pt x="0" y="13"/>
                      <a:pt x="0" y="13"/>
                    </a:cubicBezTo>
                    <a:cubicBezTo>
                      <a:pt x="0" y="13"/>
                      <a:pt x="0" y="14"/>
                      <a:pt x="0" y="16"/>
                    </a:cubicBezTo>
                    <a:cubicBezTo>
                      <a:pt x="0" y="18"/>
                      <a:pt x="1" y="21"/>
                      <a:pt x="1" y="23"/>
                    </a:cubicBezTo>
                    <a:cubicBezTo>
                      <a:pt x="2" y="26"/>
                      <a:pt x="2" y="31"/>
                      <a:pt x="3" y="35"/>
                    </a:cubicBezTo>
                    <a:cubicBezTo>
                      <a:pt x="4" y="40"/>
                      <a:pt x="5" y="44"/>
                      <a:pt x="7" y="50"/>
                    </a:cubicBezTo>
                    <a:cubicBezTo>
                      <a:pt x="10" y="62"/>
                      <a:pt x="14" y="74"/>
                      <a:pt x="19" y="88"/>
                    </a:cubicBezTo>
                    <a:cubicBezTo>
                      <a:pt x="23" y="102"/>
                      <a:pt x="30" y="117"/>
                      <a:pt x="38" y="132"/>
                    </a:cubicBezTo>
                    <a:cubicBezTo>
                      <a:pt x="53" y="163"/>
                      <a:pt x="73" y="193"/>
                      <a:pt x="98" y="222"/>
                    </a:cubicBezTo>
                    <a:cubicBezTo>
                      <a:pt x="122" y="250"/>
                      <a:pt x="152" y="276"/>
                      <a:pt x="184" y="297"/>
                    </a:cubicBezTo>
                    <a:cubicBezTo>
                      <a:pt x="217" y="318"/>
                      <a:pt x="252" y="336"/>
                      <a:pt x="288" y="347"/>
                    </a:cubicBezTo>
                    <a:cubicBezTo>
                      <a:pt x="324" y="359"/>
                      <a:pt x="361" y="365"/>
                      <a:pt x="394" y="367"/>
                    </a:cubicBezTo>
                    <a:cubicBezTo>
                      <a:pt x="427" y="369"/>
                      <a:pt x="458" y="367"/>
                      <a:pt x="481" y="364"/>
                    </a:cubicBezTo>
                    <a:cubicBezTo>
                      <a:pt x="486" y="363"/>
                      <a:pt x="491" y="362"/>
                      <a:pt x="496" y="361"/>
                    </a:cubicBezTo>
                    <a:cubicBezTo>
                      <a:pt x="501" y="360"/>
                      <a:pt x="504" y="359"/>
                      <a:pt x="507" y="358"/>
                    </a:cubicBezTo>
                    <a:cubicBezTo>
                      <a:pt x="510" y="357"/>
                      <a:pt x="513" y="356"/>
                      <a:pt x="515" y="356"/>
                    </a:cubicBezTo>
                    <a:cubicBezTo>
                      <a:pt x="517" y="356"/>
                      <a:pt x="518" y="355"/>
                      <a:pt x="518" y="355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6" name="Google Shape;746;p38"/>
              <p:cNvSpPr/>
              <p:nvPr/>
            </p:nvSpPr>
            <p:spPr>
              <a:xfrm rot="-2826883">
                <a:off x="8314007" y="4568602"/>
                <a:ext cx="126653" cy="232581"/>
              </a:xfrm>
              <a:custGeom>
                <a:avLst/>
                <a:gdLst/>
                <a:ahLst/>
                <a:cxnLst/>
                <a:rect l="l" t="t" r="r" b="b"/>
                <a:pathLst>
                  <a:path w="241" h="445" extrusionOk="0">
                    <a:moveTo>
                      <a:pt x="33" y="444"/>
                    </a:moveTo>
                    <a:cubicBezTo>
                      <a:pt x="33" y="444"/>
                      <a:pt x="34" y="444"/>
                      <a:pt x="35" y="444"/>
                    </a:cubicBezTo>
                    <a:cubicBezTo>
                      <a:pt x="36" y="443"/>
                      <a:pt x="38" y="443"/>
                      <a:pt x="40" y="442"/>
                    </a:cubicBezTo>
                    <a:cubicBezTo>
                      <a:pt x="42" y="441"/>
                      <a:pt x="46" y="440"/>
                      <a:pt x="49" y="438"/>
                    </a:cubicBezTo>
                    <a:cubicBezTo>
                      <a:pt x="52" y="436"/>
                      <a:pt x="56" y="435"/>
                      <a:pt x="59" y="433"/>
                    </a:cubicBezTo>
                    <a:cubicBezTo>
                      <a:pt x="75" y="425"/>
                      <a:pt x="95" y="413"/>
                      <a:pt x="116" y="397"/>
                    </a:cubicBezTo>
                    <a:cubicBezTo>
                      <a:pt x="136" y="381"/>
                      <a:pt x="156" y="361"/>
                      <a:pt x="173" y="337"/>
                    </a:cubicBezTo>
                    <a:cubicBezTo>
                      <a:pt x="190" y="314"/>
                      <a:pt x="204" y="287"/>
                      <a:pt x="216" y="260"/>
                    </a:cubicBezTo>
                    <a:cubicBezTo>
                      <a:pt x="226" y="232"/>
                      <a:pt x="234" y="202"/>
                      <a:pt x="237" y="174"/>
                    </a:cubicBezTo>
                    <a:cubicBezTo>
                      <a:pt x="240" y="145"/>
                      <a:pt x="239" y="117"/>
                      <a:pt x="235" y="91"/>
                    </a:cubicBezTo>
                    <a:cubicBezTo>
                      <a:pt x="233" y="79"/>
                      <a:pt x="230" y="66"/>
                      <a:pt x="227" y="56"/>
                    </a:cubicBezTo>
                    <a:cubicBezTo>
                      <a:pt x="224" y="45"/>
                      <a:pt x="220" y="35"/>
                      <a:pt x="218" y="27"/>
                    </a:cubicBezTo>
                    <a:cubicBezTo>
                      <a:pt x="216" y="23"/>
                      <a:pt x="215" y="20"/>
                      <a:pt x="213" y="16"/>
                    </a:cubicBezTo>
                    <a:cubicBezTo>
                      <a:pt x="212" y="13"/>
                      <a:pt x="210" y="10"/>
                      <a:pt x="209" y="7"/>
                    </a:cubicBezTo>
                    <a:lnTo>
                      <a:pt x="206" y="1"/>
                    </a:lnTo>
                    <a:cubicBezTo>
                      <a:pt x="205" y="1"/>
                      <a:pt x="205" y="0"/>
                      <a:pt x="205" y="0"/>
                    </a:cubicBezTo>
                    <a:cubicBezTo>
                      <a:pt x="205" y="0"/>
                      <a:pt x="204" y="0"/>
                      <a:pt x="203" y="1"/>
                    </a:cubicBezTo>
                    <a:cubicBezTo>
                      <a:pt x="202" y="1"/>
                      <a:pt x="200" y="1"/>
                      <a:pt x="198" y="2"/>
                    </a:cubicBezTo>
                    <a:cubicBezTo>
                      <a:pt x="195" y="3"/>
                      <a:pt x="192" y="4"/>
                      <a:pt x="189" y="6"/>
                    </a:cubicBezTo>
                    <a:cubicBezTo>
                      <a:pt x="186" y="8"/>
                      <a:pt x="182" y="9"/>
                      <a:pt x="179" y="11"/>
                    </a:cubicBezTo>
                    <a:cubicBezTo>
                      <a:pt x="171" y="15"/>
                      <a:pt x="161" y="20"/>
                      <a:pt x="152" y="26"/>
                    </a:cubicBezTo>
                    <a:cubicBezTo>
                      <a:pt x="142" y="32"/>
                      <a:pt x="132" y="40"/>
                      <a:pt x="122" y="47"/>
                    </a:cubicBezTo>
                    <a:cubicBezTo>
                      <a:pt x="102" y="63"/>
                      <a:pt x="82" y="83"/>
                      <a:pt x="65" y="107"/>
                    </a:cubicBezTo>
                    <a:cubicBezTo>
                      <a:pt x="48" y="130"/>
                      <a:pt x="33" y="156"/>
                      <a:pt x="23" y="184"/>
                    </a:cubicBezTo>
                    <a:cubicBezTo>
                      <a:pt x="12" y="211"/>
                      <a:pt x="5" y="242"/>
                      <a:pt x="3" y="270"/>
                    </a:cubicBezTo>
                    <a:cubicBezTo>
                      <a:pt x="0" y="299"/>
                      <a:pt x="1" y="327"/>
                      <a:pt x="6" y="353"/>
                    </a:cubicBezTo>
                    <a:cubicBezTo>
                      <a:pt x="10" y="379"/>
                      <a:pt x="17" y="401"/>
                      <a:pt x="23" y="418"/>
                    </a:cubicBezTo>
                    <a:cubicBezTo>
                      <a:pt x="25" y="422"/>
                      <a:pt x="26" y="425"/>
                      <a:pt x="28" y="429"/>
                    </a:cubicBezTo>
                    <a:cubicBezTo>
                      <a:pt x="29" y="432"/>
                      <a:pt x="31" y="435"/>
                      <a:pt x="32" y="438"/>
                    </a:cubicBezTo>
                    <a:lnTo>
                      <a:pt x="35" y="444"/>
                    </a:lnTo>
                    <a:cubicBezTo>
                      <a:pt x="32" y="444"/>
                      <a:pt x="33" y="444"/>
                      <a:pt x="33" y="444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7" name="Google Shape;747;p38"/>
              <p:cNvSpPr/>
              <p:nvPr/>
            </p:nvSpPr>
            <p:spPr>
              <a:xfrm rot="-2826886">
                <a:off x="8476913" y="4622864"/>
                <a:ext cx="101324" cy="230280"/>
              </a:xfrm>
              <a:custGeom>
                <a:avLst/>
                <a:gdLst/>
                <a:ahLst/>
                <a:cxnLst/>
                <a:rect l="l" t="t" r="r" b="b"/>
                <a:pathLst>
                  <a:path w="192" h="440" extrusionOk="0">
                    <a:moveTo>
                      <a:pt x="94" y="439"/>
                    </a:moveTo>
                    <a:cubicBezTo>
                      <a:pt x="94" y="439"/>
                      <a:pt x="95" y="439"/>
                      <a:pt x="96" y="438"/>
                    </a:cubicBezTo>
                    <a:cubicBezTo>
                      <a:pt x="97" y="437"/>
                      <a:pt x="99" y="436"/>
                      <a:pt x="100" y="434"/>
                    </a:cubicBezTo>
                    <a:cubicBezTo>
                      <a:pt x="102" y="432"/>
                      <a:pt x="104" y="430"/>
                      <a:pt x="106" y="428"/>
                    </a:cubicBezTo>
                    <a:cubicBezTo>
                      <a:pt x="108" y="426"/>
                      <a:pt x="111" y="424"/>
                      <a:pt x="114" y="421"/>
                    </a:cubicBezTo>
                    <a:cubicBezTo>
                      <a:pt x="124" y="408"/>
                      <a:pt x="137" y="391"/>
                      <a:pt x="150" y="371"/>
                    </a:cubicBezTo>
                    <a:cubicBezTo>
                      <a:pt x="162" y="350"/>
                      <a:pt x="173" y="326"/>
                      <a:pt x="179" y="301"/>
                    </a:cubicBezTo>
                    <a:cubicBezTo>
                      <a:pt x="187" y="275"/>
                      <a:pt x="190" y="247"/>
                      <a:pt x="191" y="220"/>
                    </a:cubicBezTo>
                    <a:cubicBezTo>
                      <a:pt x="191" y="192"/>
                      <a:pt x="186" y="165"/>
                      <a:pt x="180" y="139"/>
                    </a:cubicBezTo>
                    <a:cubicBezTo>
                      <a:pt x="173" y="113"/>
                      <a:pt x="163" y="89"/>
                      <a:pt x="151" y="68"/>
                    </a:cubicBezTo>
                    <a:cubicBezTo>
                      <a:pt x="145" y="58"/>
                      <a:pt x="138" y="48"/>
                      <a:pt x="133" y="40"/>
                    </a:cubicBezTo>
                    <a:cubicBezTo>
                      <a:pt x="126" y="31"/>
                      <a:pt x="120" y="24"/>
                      <a:pt x="114" y="18"/>
                    </a:cubicBezTo>
                    <a:cubicBezTo>
                      <a:pt x="112" y="15"/>
                      <a:pt x="110" y="12"/>
                      <a:pt x="107" y="10"/>
                    </a:cubicBezTo>
                    <a:cubicBezTo>
                      <a:pt x="105" y="8"/>
                      <a:pt x="102" y="5"/>
                      <a:pt x="101" y="4"/>
                    </a:cubicBezTo>
                    <a:cubicBezTo>
                      <a:pt x="99" y="2"/>
                      <a:pt x="98" y="2"/>
                      <a:pt x="97" y="1"/>
                    </a:cubicBezTo>
                    <a:cubicBezTo>
                      <a:pt x="96" y="0"/>
                      <a:pt x="95" y="0"/>
                      <a:pt x="95" y="0"/>
                    </a:cubicBezTo>
                    <a:cubicBezTo>
                      <a:pt x="95" y="0"/>
                      <a:pt x="94" y="0"/>
                      <a:pt x="94" y="1"/>
                    </a:cubicBezTo>
                    <a:cubicBezTo>
                      <a:pt x="93" y="2"/>
                      <a:pt x="91" y="3"/>
                      <a:pt x="90" y="4"/>
                    </a:cubicBezTo>
                    <a:cubicBezTo>
                      <a:pt x="88" y="6"/>
                      <a:pt x="86" y="8"/>
                      <a:pt x="84" y="10"/>
                    </a:cubicBezTo>
                    <a:cubicBezTo>
                      <a:pt x="82" y="12"/>
                      <a:pt x="79" y="15"/>
                      <a:pt x="76" y="18"/>
                    </a:cubicBezTo>
                    <a:cubicBezTo>
                      <a:pt x="71" y="24"/>
                      <a:pt x="65" y="31"/>
                      <a:pt x="58" y="40"/>
                    </a:cubicBezTo>
                    <a:cubicBezTo>
                      <a:pt x="53" y="48"/>
                      <a:pt x="46" y="58"/>
                      <a:pt x="40" y="68"/>
                    </a:cubicBezTo>
                    <a:cubicBezTo>
                      <a:pt x="28" y="89"/>
                      <a:pt x="17" y="113"/>
                      <a:pt x="11" y="139"/>
                    </a:cubicBezTo>
                    <a:cubicBezTo>
                      <a:pt x="3" y="165"/>
                      <a:pt x="0" y="192"/>
                      <a:pt x="0" y="220"/>
                    </a:cubicBezTo>
                    <a:cubicBezTo>
                      <a:pt x="0" y="247"/>
                      <a:pt x="4" y="275"/>
                      <a:pt x="11" y="301"/>
                    </a:cubicBezTo>
                    <a:cubicBezTo>
                      <a:pt x="17" y="326"/>
                      <a:pt x="28" y="350"/>
                      <a:pt x="40" y="371"/>
                    </a:cubicBezTo>
                    <a:cubicBezTo>
                      <a:pt x="52" y="392"/>
                      <a:pt x="65" y="409"/>
                      <a:pt x="76" y="421"/>
                    </a:cubicBezTo>
                    <a:cubicBezTo>
                      <a:pt x="79" y="424"/>
                      <a:pt x="81" y="426"/>
                      <a:pt x="84" y="428"/>
                    </a:cubicBezTo>
                    <a:cubicBezTo>
                      <a:pt x="86" y="430"/>
                      <a:pt x="89" y="433"/>
                      <a:pt x="90" y="434"/>
                    </a:cubicBezTo>
                    <a:cubicBezTo>
                      <a:pt x="92" y="436"/>
                      <a:pt x="93" y="437"/>
                      <a:pt x="94" y="438"/>
                    </a:cubicBezTo>
                    <a:cubicBezTo>
                      <a:pt x="94" y="439"/>
                      <a:pt x="94" y="439"/>
                      <a:pt x="94" y="439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8" name="Google Shape;748;p38"/>
              <p:cNvSpPr/>
              <p:nvPr/>
            </p:nvSpPr>
            <p:spPr>
              <a:xfrm rot="-2826885">
                <a:off x="8288151" y="4376905"/>
                <a:ext cx="497407" cy="695439"/>
              </a:xfrm>
              <a:custGeom>
                <a:avLst/>
                <a:gdLst/>
                <a:ahLst/>
                <a:cxnLst/>
                <a:rect l="l" t="t" r="r" b="b"/>
                <a:pathLst>
                  <a:path w="951" h="1332" extrusionOk="0">
                    <a:moveTo>
                      <a:pt x="944" y="1331"/>
                    </a:moveTo>
                    <a:cubicBezTo>
                      <a:pt x="396" y="1091"/>
                      <a:pt x="179" y="742"/>
                      <a:pt x="93" y="492"/>
                    </a:cubicBezTo>
                    <a:cubicBezTo>
                      <a:pt x="0" y="220"/>
                      <a:pt x="38" y="3"/>
                      <a:pt x="39" y="0"/>
                    </a:cubicBezTo>
                    <a:lnTo>
                      <a:pt x="53" y="3"/>
                    </a:lnTo>
                    <a:cubicBezTo>
                      <a:pt x="53" y="5"/>
                      <a:pt x="16" y="220"/>
                      <a:pt x="107" y="488"/>
                    </a:cubicBezTo>
                    <a:cubicBezTo>
                      <a:pt x="192" y="735"/>
                      <a:pt x="407" y="1079"/>
                      <a:pt x="950" y="1317"/>
                    </a:cubicBezTo>
                    <a:lnTo>
                      <a:pt x="944" y="1331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9" name="Google Shape;749;p38"/>
              <p:cNvSpPr/>
              <p:nvPr/>
            </p:nvSpPr>
            <p:spPr>
              <a:xfrm rot="-2826880">
                <a:off x="8370864" y="4640889"/>
                <a:ext cx="92113" cy="246397"/>
              </a:xfrm>
              <a:custGeom>
                <a:avLst/>
                <a:gdLst/>
                <a:ahLst/>
                <a:cxnLst/>
                <a:rect l="l" t="t" r="r" b="b"/>
                <a:pathLst>
                  <a:path w="175" h="474" extrusionOk="0">
                    <a:moveTo>
                      <a:pt x="70" y="473"/>
                    </a:moveTo>
                    <a:cubicBezTo>
                      <a:pt x="0" y="244"/>
                      <a:pt x="161" y="3"/>
                      <a:pt x="163" y="0"/>
                    </a:cubicBezTo>
                    <a:lnTo>
                      <a:pt x="174" y="8"/>
                    </a:lnTo>
                    <a:cubicBezTo>
                      <a:pt x="172" y="10"/>
                      <a:pt x="15" y="246"/>
                      <a:pt x="84" y="468"/>
                    </a:cubicBezTo>
                    <a:lnTo>
                      <a:pt x="70" y="473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0" name="Google Shape;750;p38"/>
              <p:cNvSpPr/>
              <p:nvPr/>
            </p:nvSpPr>
            <p:spPr>
              <a:xfrm rot="-2826889">
                <a:off x="8229459" y="4814264"/>
                <a:ext cx="225675" cy="138167"/>
              </a:xfrm>
              <a:custGeom>
                <a:avLst/>
                <a:gdLst/>
                <a:ahLst/>
                <a:cxnLst/>
                <a:rect l="l" t="t" r="r" b="b"/>
                <a:pathLst>
                  <a:path w="432" h="266" extrusionOk="0">
                    <a:moveTo>
                      <a:pt x="425" y="265"/>
                    </a:moveTo>
                    <a:cubicBezTo>
                      <a:pt x="135" y="145"/>
                      <a:pt x="1" y="11"/>
                      <a:pt x="0" y="9"/>
                    </a:cubicBezTo>
                    <a:lnTo>
                      <a:pt x="11" y="0"/>
                    </a:lnTo>
                    <a:cubicBezTo>
                      <a:pt x="12" y="1"/>
                      <a:pt x="143" y="134"/>
                      <a:pt x="431" y="252"/>
                    </a:cubicBezTo>
                    <a:lnTo>
                      <a:pt x="425" y="265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1" name="Google Shape;751;p38"/>
              <p:cNvSpPr/>
              <p:nvPr/>
            </p:nvSpPr>
            <p:spPr>
              <a:xfrm rot="-2826884">
                <a:off x="8553235" y="4667884"/>
                <a:ext cx="89808" cy="255609"/>
              </a:xfrm>
              <a:custGeom>
                <a:avLst/>
                <a:gdLst/>
                <a:ahLst/>
                <a:cxnLst/>
                <a:rect l="l" t="t" r="r" b="b"/>
                <a:pathLst>
                  <a:path w="174" h="490" extrusionOk="0">
                    <a:moveTo>
                      <a:pt x="162" y="489"/>
                    </a:moveTo>
                    <a:cubicBezTo>
                      <a:pt x="0" y="277"/>
                      <a:pt x="63" y="3"/>
                      <a:pt x="64" y="0"/>
                    </a:cubicBezTo>
                    <a:lnTo>
                      <a:pt x="78" y="4"/>
                    </a:lnTo>
                    <a:cubicBezTo>
                      <a:pt x="77" y="7"/>
                      <a:pt x="16" y="275"/>
                      <a:pt x="173" y="480"/>
                    </a:cubicBezTo>
                    <a:lnTo>
                      <a:pt x="162" y="489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52" name="Google Shape;752;p38"/>
            <p:cNvGrpSpPr/>
            <p:nvPr/>
          </p:nvGrpSpPr>
          <p:grpSpPr>
            <a:xfrm rot="1300233">
              <a:off x="8450712" y="721066"/>
              <a:ext cx="947978" cy="863397"/>
              <a:chOff x="8337075" y="299713"/>
              <a:chExt cx="947899" cy="863325"/>
            </a:xfrm>
          </p:grpSpPr>
          <p:sp>
            <p:nvSpPr>
              <p:cNvPr id="753" name="Google Shape;753;p38"/>
              <p:cNvSpPr/>
              <p:nvPr/>
            </p:nvSpPr>
            <p:spPr>
              <a:xfrm>
                <a:off x="8337075" y="372628"/>
                <a:ext cx="942062" cy="790409"/>
              </a:xfrm>
              <a:custGeom>
                <a:avLst/>
                <a:gdLst/>
                <a:ahLst/>
                <a:cxnLst/>
                <a:rect l="l" t="t" r="r" b="b"/>
                <a:pathLst>
                  <a:path w="1423" h="1196" extrusionOk="0">
                    <a:moveTo>
                      <a:pt x="715" y="109"/>
                    </a:moveTo>
                    <a:cubicBezTo>
                      <a:pt x="723" y="133"/>
                      <a:pt x="741" y="154"/>
                      <a:pt x="766" y="171"/>
                    </a:cubicBezTo>
                    <a:cubicBezTo>
                      <a:pt x="791" y="187"/>
                      <a:pt x="821" y="199"/>
                      <a:pt x="851" y="208"/>
                    </a:cubicBezTo>
                    <a:cubicBezTo>
                      <a:pt x="881" y="216"/>
                      <a:pt x="910" y="219"/>
                      <a:pt x="933" y="222"/>
                    </a:cubicBezTo>
                    <a:cubicBezTo>
                      <a:pt x="955" y="224"/>
                      <a:pt x="969" y="223"/>
                      <a:pt x="969" y="223"/>
                    </a:cubicBezTo>
                    <a:cubicBezTo>
                      <a:pt x="969" y="223"/>
                      <a:pt x="958" y="225"/>
                      <a:pt x="939" y="227"/>
                    </a:cubicBezTo>
                    <a:cubicBezTo>
                      <a:pt x="930" y="228"/>
                      <a:pt x="918" y="229"/>
                      <a:pt x="905" y="231"/>
                    </a:cubicBezTo>
                    <a:cubicBezTo>
                      <a:pt x="892" y="232"/>
                      <a:pt x="877" y="233"/>
                      <a:pt x="861" y="235"/>
                    </a:cubicBezTo>
                    <a:cubicBezTo>
                      <a:pt x="797" y="241"/>
                      <a:pt x="714" y="245"/>
                      <a:pt x="633" y="246"/>
                    </a:cubicBezTo>
                    <a:cubicBezTo>
                      <a:pt x="552" y="248"/>
                      <a:pt x="474" y="247"/>
                      <a:pt x="414" y="255"/>
                    </a:cubicBezTo>
                    <a:cubicBezTo>
                      <a:pt x="355" y="264"/>
                      <a:pt x="316" y="284"/>
                      <a:pt x="312" y="329"/>
                    </a:cubicBezTo>
                    <a:cubicBezTo>
                      <a:pt x="307" y="377"/>
                      <a:pt x="352" y="419"/>
                      <a:pt x="401" y="446"/>
                    </a:cubicBezTo>
                    <a:cubicBezTo>
                      <a:pt x="426" y="459"/>
                      <a:pt x="451" y="469"/>
                      <a:pt x="470" y="476"/>
                    </a:cubicBezTo>
                    <a:cubicBezTo>
                      <a:pt x="489" y="482"/>
                      <a:pt x="502" y="486"/>
                      <a:pt x="502" y="486"/>
                    </a:cubicBezTo>
                    <a:cubicBezTo>
                      <a:pt x="502" y="486"/>
                      <a:pt x="467" y="493"/>
                      <a:pt x="416" y="506"/>
                    </a:cubicBezTo>
                    <a:cubicBezTo>
                      <a:pt x="366" y="518"/>
                      <a:pt x="298" y="536"/>
                      <a:pt x="235" y="562"/>
                    </a:cubicBezTo>
                    <a:cubicBezTo>
                      <a:pt x="171" y="588"/>
                      <a:pt x="109" y="620"/>
                      <a:pt x="64" y="670"/>
                    </a:cubicBezTo>
                    <a:cubicBezTo>
                      <a:pt x="52" y="682"/>
                      <a:pt x="43" y="695"/>
                      <a:pt x="34" y="711"/>
                    </a:cubicBezTo>
                    <a:cubicBezTo>
                      <a:pt x="26" y="725"/>
                      <a:pt x="19" y="741"/>
                      <a:pt x="13" y="758"/>
                    </a:cubicBezTo>
                    <a:cubicBezTo>
                      <a:pt x="3" y="793"/>
                      <a:pt x="0" y="834"/>
                      <a:pt x="8" y="880"/>
                    </a:cubicBezTo>
                    <a:cubicBezTo>
                      <a:pt x="15" y="927"/>
                      <a:pt x="32" y="964"/>
                      <a:pt x="54" y="994"/>
                    </a:cubicBezTo>
                    <a:cubicBezTo>
                      <a:pt x="66" y="1008"/>
                      <a:pt x="79" y="1020"/>
                      <a:pt x="94" y="1031"/>
                    </a:cubicBezTo>
                    <a:cubicBezTo>
                      <a:pt x="110" y="1041"/>
                      <a:pt x="126" y="1049"/>
                      <a:pt x="143" y="1055"/>
                    </a:cubicBezTo>
                    <a:cubicBezTo>
                      <a:pt x="213" y="1082"/>
                      <a:pt x="302" y="1078"/>
                      <a:pt x="387" y="1058"/>
                    </a:cubicBezTo>
                    <a:cubicBezTo>
                      <a:pt x="472" y="1038"/>
                      <a:pt x="552" y="1001"/>
                      <a:pt x="610" y="969"/>
                    </a:cubicBezTo>
                    <a:cubicBezTo>
                      <a:pt x="667" y="936"/>
                      <a:pt x="702" y="909"/>
                      <a:pt x="702" y="909"/>
                    </a:cubicBezTo>
                    <a:cubicBezTo>
                      <a:pt x="702" y="909"/>
                      <a:pt x="694" y="922"/>
                      <a:pt x="682" y="943"/>
                    </a:cubicBezTo>
                    <a:cubicBezTo>
                      <a:pt x="671" y="964"/>
                      <a:pt x="655" y="992"/>
                      <a:pt x="642" y="1022"/>
                    </a:cubicBezTo>
                    <a:cubicBezTo>
                      <a:pt x="616" y="1081"/>
                      <a:pt x="597" y="1148"/>
                      <a:pt x="647" y="1173"/>
                    </a:cubicBezTo>
                    <a:cubicBezTo>
                      <a:pt x="691" y="1195"/>
                      <a:pt x="760" y="1169"/>
                      <a:pt x="836" y="1112"/>
                    </a:cubicBezTo>
                    <a:cubicBezTo>
                      <a:pt x="911" y="1055"/>
                      <a:pt x="988" y="968"/>
                      <a:pt x="1051" y="874"/>
                    </a:cubicBezTo>
                    <a:cubicBezTo>
                      <a:pt x="1114" y="782"/>
                      <a:pt x="1161" y="684"/>
                      <a:pt x="1190" y="611"/>
                    </a:cubicBezTo>
                    <a:cubicBezTo>
                      <a:pt x="1198" y="593"/>
                      <a:pt x="1203" y="575"/>
                      <a:pt x="1209" y="560"/>
                    </a:cubicBezTo>
                    <a:cubicBezTo>
                      <a:pt x="1214" y="545"/>
                      <a:pt x="1219" y="532"/>
                      <a:pt x="1222" y="521"/>
                    </a:cubicBezTo>
                    <a:cubicBezTo>
                      <a:pt x="1229" y="499"/>
                      <a:pt x="1232" y="487"/>
                      <a:pt x="1232" y="487"/>
                    </a:cubicBezTo>
                    <a:cubicBezTo>
                      <a:pt x="1232" y="487"/>
                      <a:pt x="1230" y="503"/>
                      <a:pt x="1227" y="529"/>
                    </a:cubicBezTo>
                    <a:cubicBezTo>
                      <a:pt x="1224" y="553"/>
                      <a:pt x="1221" y="588"/>
                      <a:pt x="1220" y="623"/>
                    </a:cubicBezTo>
                    <a:cubicBezTo>
                      <a:pt x="1219" y="658"/>
                      <a:pt x="1221" y="695"/>
                      <a:pt x="1229" y="726"/>
                    </a:cubicBezTo>
                    <a:cubicBezTo>
                      <a:pt x="1238" y="756"/>
                      <a:pt x="1253" y="780"/>
                      <a:pt x="1280" y="789"/>
                    </a:cubicBezTo>
                    <a:cubicBezTo>
                      <a:pt x="1308" y="797"/>
                      <a:pt x="1341" y="750"/>
                      <a:pt x="1368" y="673"/>
                    </a:cubicBezTo>
                    <a:cubicBezTo>
                      <a:pt x="1395" y="597"/>
                      <a:pt x="1414" y="492"/>
                      <a:pt x="1418" y="390"/>
                    </a:cubicBezTo>
                    <a:cubicBezTo>
                      <a:pt x="1422" y="287"/>
                      <a:pt x="1411" y="188"/>
                      <a:pt x="1398" y="116"/>
                    </a:cubicBezTo>
                    <a:cubicBezTo>
                      <a:pt x="1390" y="80"/>
                      <a:pt x="1383" y="51"/>
                      <a:pt x="1378" y="31"/>
                    </a:cubicBezTo>
                    <a:cubicBezTo>
                      <a:pt x="1372" y="11"/>
                      <a:pt x="1368" y="0"/>
                      <a:pt x="1368" y="0"/>
                    </a:cubicBezTo>
                    <a:cubicBezTo>
                      <a:pt x="1368" y="0"/>
                      <a:pt x="1357" y="4"/>
                      <a:pt x="1337" y="10"/>
                    </a:cubicBezTo>
                    <a:cubicBezTo>
                      <a:pt x="1318" y="15"/>
                      <a:pt x="1289" y="22"/>
                      <a:pt x="1256" y="30"/>
                    </a:cubicBezTo>
                    <a:cubicBezTo>
                      <a:pt x="1189" y="45"/>
                      <a:pt x="1101" y="60"/>
                      <a:pt x="1017" y="67"/>
                    </a:cubicBezTo>
                    <a:cubicBezTo>
                      <a:pt x="933" y="73"/>
                      <a:pt x="853" y="72"/>
                      <a:pt x="797" y="75"/>
                    </a:cubicBezTo>
                    <a:cubicBezTo>
                      <a:pt x="739" y="76"/>
                      <a:pt x="707" y="83"/>
                      <a:pt x="715" y="109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4" name="Google Shape;754;p38"/>
              <p:cNvSpPr/>
              <p:nvPr/>
            </p:nvSpPr>
            <p:spPr>
              <a:xfrm>
                <a:off x="8386657" y="299713"/>
                <a:ext cx="898317" cy="647493"/>
              </a:xfrm>
              <a:custGeom>
                <a:avLst/>
                <a:gdLst/>
                <a:ahLst/>
                <a:cxnLst/>
                <a:rect l="l" t="t" r="r" b="b"/>
                <a:pathLst>
                  <a:path w="1357" h="979" extrusionOk="0">
                    <a:moveTo>
                      <a:pt x="7" y="978"/>
                    </a:moveTo>
                    <a:cubicBezTo>
                      <a:pt x="3" y="978"/>
                      <a:pt x="0" y="975"/>
                      <a:pt x="0" y="971"/>
                    </a:cubicBezTo>
                    <a:cubicBezTo>
                      <a:pt x="0" y="967"/>
                      <a:pt x="2" y="964"/>
                      <a:pt x="7" y="964"/>
                    </a:cubicBezTo>
                    <a:cubicBezTo>
                      <a:pt x="9" y="964"/>
                      <a:pt x="243" y="935"/>
                      <a:pt x="523" y="803"/>
                    </a:cubicBezTo>
                    <a:cubicBezTo>
                      <a:pt x="781" y="682"/>
                      <a:pt x="1133" y="444"/>
                      <a:pt x="1342" y="4"/>
                    </a:cubicBezTo>
                    <a:cubicBezTo>
                      <a:pt x="1344" y="0"/>
                      <a:pt x="1347" y="0"/>
                      <a:pt x="1351" y="0"/>
                    </a:cubicBezTo>
                    <a:cubicBezTo>
                      <a:pt x="1355" y="2"/>
                      <a:pt x="1356" y="6"/>
                      <a:pt x="1355" y="10"/>
                    </a:cubicBezTo>
                    <a:cubicBezTo>
                      <a:pt x="1145" y="454"/>
                      <a:pt x="790" y="693"/>
                      <a:pt x="530" y="816"/>
                    </a:cubicBezTo>
                    <a:cubicBezTo>
                      <a:pt x="246" y="949"/>
                      <a:pt x="10" y="977"/>
                      <a:pt x="7" y="978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5" name="Google Shape;755;p38"/>
              <p:cNvSpPr/>
              <p:nvPr/>
            </p:nvSpPr>
            <p:spPr>
              <a:xfrm>
                <a:off x="8514988" y="818874"/>
                <a:ext cx="244996" cy="244998"/>
              </a:xfrm>
              <a:custGeom>
                <a:avLst/>
                <a:gdLst/>
                <a:ahLst/>
                <a:cxnLst/>
                <a:rect l="l" t="t" r="r" b="b"/>
                <a:pathLst>
                  <a:path w="371" h="371" extrusionOk="0">
                    <a:moveTo>
                      <a:pt x="8" y="370"/>
                    </a:moveTo>
                    <a:cubicBezTo>
                      <a:pt x="7" y="370"/>
                      <a:pt x="6" y="370"/>
                      <a:pt x="5" y="370"/>
                    </a:cubicBezTo>
                    <a:cubicBezTo>
                      <a:pt x="2" y="369"/>
                      <a:pt x="0" y="364"/>
                      <a:pt x="2" y="360"/>
                    </a:cubicBezTo>
                    <a:cubicBezTo>
                      <a:pt x="4" y="354"/>
                      <a:pt x="71" y="183"/>
                      <a:pt x="359" y="2"/>
                    </a:cubicBezTo>
                    <a:cubicBezTo>
                      <a:pt x="363" y="0"/>
                      <a:pt x="366" y="1"/>
                      <a:pt x="368" y="4"/>
                    </a:cubicBezTo>
                    <a:cubicBezTo>
                      <a:pt x="370" y="8"/>
                      <a:pt x="369" y="12"/>
                      <a:pt x="366" y="14"/>
                    </a:cubicBezTo>
                    <a:cubicBezTo>
                      <a:pt x="83" y="192"/>
                      <a:pt x="16" y="363"/>
                      <a:pt x="15" y="364"/>
                    </a:cubicBezTo>
                    <a:cubicBezTo>
                      <a:pt x="14" y="369"/>
                      <a:pt x="11" y="370"/>
                      <a:pt x="8" y="37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6" name="Google Shape;756;p38"/>
              <p:cNvSpPr/>
              <p:nvPr/>
            </p:nvSpPr>
            <p:spPr>
              <a:xfrm>
                <a:off x="8447906" y="795541"/>
                <a:ext cx="347076" cy="81666"/>
              </a:xfrm>
              <a:custGeom>
                <a:avLst/>
                <a:gdLst/>
                <a:ahLst/>
                <a:cxnLst/>
                <a:rect l="l" t="t" r="r" b="b"/>
                <a:pathLst>
                  <a:path w="526" h="124" extrusionOk="0">
                    <a:moveTo>
                      <a:pt x="263" y="74"/>
                    </a:moveTo>
                    <a:cubicBezTo>
                      <a:pt x="218" y="74"/>
                      <a:pt x="180" y="69"/>
                      <a:pt x="148" y="63"/>
                    </a:cubicBezTo>
                    <a:cubicBezTo>
                      <a:pt x="59" y="46"/>
                      <a:pt x="6" y="15"/>
                      <a:pt x="4" y="14"/>
                    </a:cubicBezTo>
                    <a:cubicBezTo>
                      <a:pt x="1" y="13"/>
                      <a:pt x="0" y="8"/>
                      <a:pt x="2" y="5"/>
                    </a:cubicBezTo>
                    <a:cubicBezTo>
                      <a:pt x="4" y="1"/>
                      <a:pt x="8" y="0"/>
                      <a:pt x="11" y="2"/>
                    </a:cubicBezTo>
                    <a:cubicBezTo>
                      <a:pt x="13" y="3"/>
                      <a:pt x="221" y="123"/>
                      <a:pt x="514" y="12"/>
                    </a:cubicBezTo>
                    <a:cubicBezTo>
                      <a:pt x="518" y="11"/>
                      <a:pt x="522" y="12"/>
                      <a:pt x="524" y="15"/>
                    </a:cubicBezTo>
                    <a:cubicBezTo>
                      <a:pt x="525" y="19"/>
                      <a:pt x="524" y="23"/>
                      <a:pt x="520" y="25"/>
                    </a:cubicBezTo>
                    <a:cubicBezTo>
                      <a:pt x="423" y="61"/>
                      <a:pt x="335" y="74"/>
                      <a:pt x="263" y="74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7" name="Google Shape;757;p38"/>
              <p:cNvSpPr/>
              <p:nvPr/>
            </p:nvSpPr>
            <p:spPr>
              <a:xfrm>
                <a:off x="8873732" y="617625"/>
                <a:ext cx="177913" cy="411243"/>
              </a:xfrm>
              <a:custGeom>
                <a:avLst/>
                <a:gdLst/>
                <a:ahLst/>
                <a:cxnLst/>
                <a:rect l="l" t="t" r="r" b="b"/>
                <a:pathLst>
                  <a:path w="269" h="621" extrusionOk="0">
                    <a:moveTo>
                      <a:pt x="7" y="620"/>
                    </a:moveTo>
                    <a:lnTo>
                      <a:pt x="7" y="620"/>
                    </a:lnTo>
                    <a:cubicBezTo>
                      <a:pt x="2" y="620"/>
                      <a:pt x="0" y="616"/>
                      <a:pt x="1" y="612"/>
                    </a:cubicBezTo>
                    <a:cubicBezTo>
                      <a:pt x="1" y="608"/>
                      <a:pt x="43" y="205"/>
                      <a:pt x="255" y="2"/>
                    </a:cubicBezTo>
                    <a:cubicBezTo>
                      <a:pt x="258" y="0"/>
                      <a:pt x="263" y="0"/>
                      <a:pt x="265" y="2"/>
                    </a:cubicBezTo>
                    <a:cubicBezTo>
                      <a:pt x="268" y="5"/>
                      <a:pt x="268" y="10"/>
                      <a:pt x="265" y="13"/>
                    </a:cubicBezTo>
                    <a:cubicBezTo>
                      <a:pt x="58" y="212"/>
                      <a:pt x="15" y="609"/>
                      <a:pt x="15" y="613"/>
                    </a:cubicBezTo>
                    <a:cubicBezTo>
                      <a:pt x="14" y="617"/>
                      <a:pt x="11" y="620"/>
                      <a:pt x="7" y="62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8" name="Google Shape;758;p38"/>
              <p:cNvSpPr/>
              <p:nvPr/>
            </p:nvSpPr>
            <p:spPr>
              <a:xfrm>
                <a:off x="9147894" y="439711"/>
                <a:ext cx="58332" cy="344162"/>
              </a:xfrm>
              <a:custGeom>
                <a:avLst/>
                <a:gdLst/>
                <a:ahLst/>
                <a:cxnLst/>
                <a:rect l="l" t="t" r="r" b="b"/>
                <a:pathLst>
                  <a:path w="90" h="522" extrusionOk="0">
                    <a:moveTo>
                      <a:pt x="81" y="521"/>
                    </a:moveTo>
                    <a:cubicBezTo>
                      <a:pt x="78" y="521"/>
                      <a:pt x="74" y="519"/>
                      <a:pt x="74" y="515"/>
                    </a:cubicBezTo>
                    <a:cubicBezTo>
                      <a:pt x="72" y="500"/>
                      <a:pt x="0" y="145"/>
                      <a:pt x="69" y="5"/>
                    </a:cubicBezTo>
                    <a:cubicBezTo>
                      <a:pt x="71" y="1"/>
                      <a:pt x="74" y="0"/>
                      <a:pt x="78" y="2"/>
                    </a:cubicBezTo>
                    <a:cubicBezTo>
                      <a:pt x="82" y="4"/>
                      <a:pt x="83" y="7"/>
                      <a:pt x="81" y="11"/>
                    </a:cubicBezTo>
                    <a:cubicBezTo>
                      <a:pt x="15" y="147"/>
                      <a:pt x="88" y="509"/>
                      <a:pt x="88" y="512"/>
                    </a:cubicBezTo>
                    <a:cubicBezTo>
                      <a:pt x="89" y="516"/>
                      <a:pt x="86" y="520"/>
                      <a:pt x="82" y="521"/>
                    </a:cubicBezTo>
                    <a:cubicBezTo>
                      <a:pt x="82" y="521"/>
                      <a:pt x="82" y="521"/>
                      <a:pt x="81" y="521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9" name="Google Shape;759;p38"/>
              <p:cNvSpPr/>
              <p:nvPr/>
            </p:nvSpPr>
            <p:spPr>
              <a:xfrm>
                <a:off x="8894147" y="422211"/>
                <a:ext cx="317909" cy="96248"/>
              </a:xfrm>
              <a:custGeom>
                <a:avLst/>
                <a:gdLst/>
                <a:ahLst/>
                <a:cxnLst/>
                <a:rect l="l" t="t" r="r" b="b"/>
                <a:pathLst>
                  <a:path w="482" h="144" extrusionOk="0">
                    <a:moveTo>
                      <a:pt x="177" y="96"/>
                    </a:moveTo>
                    <a:cubicBezTo>
                      <a:pt x="72" y="96"/>
                      <a:pt x="6" y="67"/>
                      <a:pt x="5" y="66"/>
                    </a:cubicBezTo>
                    <a:cubicBezTo>
                      <a:pt x="1" y="64"/>
                      <a:pt x="0" y="60"/>
                      <a:pt x="1" y="56"/>
                    </a:cubicBezTo>
                    <a:cubicBezTo>
                      <a:pt x="3" y="53"/>
                      <a:pt x="7" y="52"/>
                      <a:pt x="11" y="53"/>
                    </a:cubicBezTo>
                    <a:cubicBezTo>
                      <a:pt x="12" y="54"/>
                      <a:pt x="216" y="143"/>
                      <a:pt x="470" y="2"/>
                    </a:cubicBezTo>
                    <a:cubicBezTo>
                      <a:pt x="474" y="0"/>
                      <a:pt x="477" y="1"/>
                      <a:pt x="479" y="5"/>
                    </a:cubicBezTo>
                    <a:cubicBezTo>
                      <a:pt x="481" y="9"/>
                      <a:pt x="480" y="13"/>
                      <a:pt x="476" y="15"/>
                    </a:cubicBezTo>
                    <a:cubicBezTo>
                      <a:pt x="363" y="78"/>
                      <a:pt x="259" y="96"/>
                      <a:pt x="177" y="96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0" name="Google Shape;760;p38"/>
              <p:cNvSpPr/>
              <p:nvPr/>
            </p:nvSpPr>
            <p:spPr>
              <a:xfrm>
                <a:off x="8631652" y="608876"/>
                <a:ext cx="399575" cy="119581"/>
              </a:xfrm>
              <a:custGeom>
                <a:avLst/>
                <a:gdLst/>
                <a:ahLst/>
                <a:cxnLst/>
                <a:rect l="l" t="t" r="r" b="b"/>
                <a:pathLst>
                  <a:path w="605" h="179" extrusionOk="0">
                    <a:moveTo>
                      <a:pt x="393" y="110"/>
                    </a:moveTo>
                    <a:cubicBezTo>
                      <a:pt x="344" y="110"/>
                      <a:pt x="286" y="103"/>
                      <a:pt x="219" y="88"/>
                    </a:cubicBezTo>
                    <a:cubicBezTo>
                      <a:pt x="100" y="60"/>
                      <a:pt x="6" y="14"/>
                      <a:pt x="5" y="14"/>
                    </a:cubicBezTo>
                    <a:cubicBezTo>
                      <a:pt x="1" y="12"/>
                      <a:pt x="0" y="9"/>
                      <a:pt x="2" y="5"/>
                    </a:cubicBezTo>
                    <a:cubicBezTo>
                      <a:pt x="4" y="1"/>
                      <a:pt x="7" y="0"/>
                      <a:pt x="11" y="2"/>
                    </a:cubicBezTo>
                    <a:cubicBezTo>
                      <a:pt x="14" y="4"/>
                      <a:pt x="382" y="178"/>
                      <a:pt x="592" y="47"/>
                    </a:cubicBezTo>
                    <a:cubicBezTo>
                      <a:pt x="596" y="45"/>
                      <a:pt x="600" y="46"/>
                      <a:pt x="602" y="49"/>
                    </a:cubicBezTo>
                    <a:cubicBezTo>
                      <a:pt x="604" y="52"/>
                      <a:pt x="603" y="56"/>
                      <a:pt x="600" y="58"/>
                    </a:cubicBezTo>
                    <a:cubicBezTo>
                      <a:pt x="558" y="85"/>
                      <a:pt x="492" y="110"/>
                      <a:pt x="393" y="11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61" name="Google Shape;761;p38"/>
            <p:cNvGrpSpPr/>
            <p:nvPr/>
          </p:nvGrpSpPr>
          <p:grpSpPr>
            <a:xfrm rot="-5400000">
              <a:off x="8634700" y="-121501"/>
              <a:ext cx="923171" cy="930641"/>
              <a:chOff x="8322831" y="2964236"/>
              <a:chExt cx="923079" cy="930548"/>
            </a:xfrm>
          </p:grpSpPr>
          <p:sp>
            <p:nvSpPr>
              <p:cNvPr id="762" name="Google Shape;762;p38"/>
              <p:cNvSpPr/>
              <p:nvPr/>
            </p:nvSpPr>
            <p:spPr>
              <a:xfrm rot="5976188">
                <a:off x="8382984" y="3026571"/>
                <a:ext cx="802774" cy="800374"/>
              </a:xfrm>
              <a:custGeom>
                <a:avLst/>
                <a:gdLst/>
                <a:ahLst/>
                <a:cxnLst/>
                <a:rect l="l" t="t" r="r" b="b"/>
                <a:pathLst>
                  <a:path w="1482" h="1476" extrusionOk="0">
                    <a:moveTo>
                      <a:pt x="0" y="1387"/>
                    </a:moveTo>
                    <a:cubicBezTo>
                      <a:pt x="0" y="1387"/>
                      <a:pt x="1285" y="1475"/>
                      <a:pt x="1481" y="1"/>
                    </a:cubicBezTo>
                    <a:cubicBezTo>
                      <a:pt x="1481" y="0"/>
                      <a:pt x="226" y="16"/>
                      <a:pt x="0" y="1387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3" name="Google Shape;763;p38"/>
              <p:cNvSpPr/>
              <p:nvPr/>
            </p:nvSpPr>
            <p:spPr>
              <a:xfrm rot="5976176">
                <a:off x="8474841" y="3136146"/>
                <a:ext cx="735872" cy="678526"/>
              </a:xfrm>
              <a:custGeom>
                <a:avLst/>
                <a:gdLst/>
                <a:ahLst/>
                <a:cxnLst/>
                <a:rect l="l" t="t" r="r" b="b"/>
                <a:pathLst>
                  <a:path w="1357" h="1254" extrusionOk="0">
                    <a:moveTo>
                      <a:pt x="7" y="1253"/>
                    </a:moveTo>
                    <a:cubicBezTo>
                      <a:pt x="5" y="1253"/>
                      <a:pt x="2" y="1252"/>
                      <a:pt x="1" y="1250"/>
                    </a:cubicBezTo>
                    <a:cubicBezTo>
                      <a:pt x="0" y="1247"/>
                      <a:pt x="1" y="1243"/>
                      <a:pt x="3" y="1241"/>
                    </a:cubicBezTo>
                    <a:cubicBezTo>
                      <a:pt x="11" y="1236"/>
                      <a:pt x="737" y="754"/>
                      <a:pt x="1342" y="3"/>
                    </a:cubicBezTo>
                    <a:cubicBezTo>
                      <a:pt x="1345" y="0"/>
                      <a:pt x="1348" y="0"/>
                      <a:pt x="1352" y="2"/>
                    </a:cubicBezTo>
                    <a:cubicBezTo>
                      <a:pt x="1355" y="5"/>
                      <a:pt x="1356" y="9"/>
                      <a:pt x="1353" y="13"/>
                    </a:cubicBezTo>
                    <a:cubicBezTo>
                      <a:pt x="747" y="764"/>
                      <a:pt x="20" y="1248"/>
                      <a:pt x="12" y="1253"/>
                    </a:cubicBezTo>
                    <a:cubicBezTo>
                      <a:pt x="10" y="1253"/>
                      <a:pt x="9" y="1253"/>
                      <a:pt x="7" y="125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4" name="Google Shape;764;p38"/>
              <p:cNvSpPr/>
              <p:nvPr/>
            </p:nvSpPr>
            <p:spPr>
              <a:xfrm rot="5976178">
                <a:off x="8588812" y="3154341"/>
                <a:ext cx="9557" cy="136182"/>
              </a:xfrm>
              <a:custGeom>
                <a:avLst/>
                <a:gdLst/>
                <a:ahLst/>
                <a:cxnLst/>
                <a:rect l="l" t="t" r="r" b="b"/>
                <a:pathLst>
                  <a:path w="18" h="253" extrusionOk="0">
                    <a:moveTo>
                      <a:pt x="9" y="252"/>
                    </a:moveTo>
                    <a:cubicBezTo>
                      <a:pt x="5" y="252"/>
                      <a:pt x="2" y="249"/>
                      <a:pt x="1" y="245"/>
                    </a:cubicBezTo>
                    <a:lnTo>
                      <a:pt x="0" y="8"/>
                    </a:lnTo>
                    <a:cubicBezTo>
                      <a:pt x="0" y="4"/>
                      <a:pt x="3" y="0"/>
                      <a:pt x="7" y="0"/>
                    </a:cubicBezTo>
                    <a:lnTo>
                      <a:pt x="7" y="0"/>
                    </a:lnTo>
                    <a:cubicBezTo>
                      <a:pt x="11" y="0"/>
                      <a:pt x="14" y="3"/>
                      <a:pt x="15" y="7"/>
                    </a:cubicBezTo>
                    <a:lnTo>
                      <a:pt x="16" y="244"/>
                    </a:lnTo>
                    <a:cubicBezTo>
                      <a:pt x="17" y="249"/>
                      <a:pt x="13" y="252"/>
                      <a:pt x="9" y="25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5" name="Google Shape;765;p38"/>
              <p:cNvSpPr/>
              <p:nvPr/>
            </p:nvSpPr>
            <p:spPr>
              <a:xfrm rot="5976182">
                <a:off x="8638510" y="3177161"/>
                <a:ext cx="157687" cy="59729"/>
              </a:xfrm>
              <a:custGeom>
                <a:avLst/>
                <a:gdLst/>
                <a:ahLst/>
                <a:cxnLst/>
                <a:rect l="l" t="t" r="r" b="b"/>
                <a:pathLst>
                  <a:path w="293" h="109" extrusionOk="0">
                    <a:moveTo>
                      <a:pt x="283" y="108"/>
                    </a:moveTo>
                    <a:lnTo>
                      <a:pt x="282" y="108"/>
                    </a:lnTo>
                    <a:lnTo>
                      <a:pt x="5" y="15"/>
                    </a:lnTo>
                    <a:cubicBezTo>
                      <a:pt x="1" y="14"/>
                      <a:pt x="0" y="8"/>
                      <a:pt x="1" y="5"/>
                    </a:cubicBezTo>
                    <a:cubicBezTo>
                      <a:pt x="1" y="1"/>
                      <a:pt x="6" y="0"/>
                      <a:pt x="10" y="1"/>
                    </a:cubicBezTo>
                    <a:lnTo>
                      <a:pt x="286" y="94"/>
                    </a:lnTo>
                    <a:cubicBezTo>
                      <a:pt x="290" y="95"/>
                      <a:pt x="292" y="100"/>
                      <a:pt x="291" y="104"/>
                    </a:cubicBezTo>
                    <a:cubicBezTo>
                      <a:pt x="289" y="106"/>
                      <a:pt x="286" y="108"/>
                      <a:pt x="283" y="10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6" name="Google Shape;766;p38"/>
              <p:cNvSpPr/>
              <p:nvPr/>
            </p:nvSpPr>
            <p:spPr>
              <a:xfrm rot="5976179">
                <a:off x="8633757" y="3294669"/>
                <a:ext cx="43006" cy="172021"/>
              </a:xfrm>
              <a:custGeom>
                <a:avLst/>
                <a:gdLst/>
                <a:ahLst/>
                <a:cxnLst/>
                <a:rect l="l" t="t" r="r" b="b"/>
                <a:pathLst>
                  <a:path w="80" h="317" extrusionOk="0">
                    <a:moveTo>
                      <a:pt x="70" y="316"/>
                    </a:moveTo>
                    <a:cubicBezTo>
                      <a:pt x="67" y="316"/>
                      <a:pt x="63" y="314"/>
                      <a:pt x="63" y="311"/>
                    </a:cubicBezTo>
                    <a:lnTo>
                      <a:pt x="1" y="9"/>
                    </a:lnTo>
                    <a:cubicBezTo>
                      <a:pt x="0" y="6"/>
                      <a:pt x="2" y="2"/>
                      <a:pt x="6" y="1"/>
                    </a:cubicBezTo>
                    <a:cubicBezTo>
                      <a:pt x="10" y="0"/>
                      <a:pt x="14" y="3"/>
                      <a:pt x="15" y="7"/>
                    </a:cubicBezTo>
                    <a:lnTo>
                      <a:pt x="78" y="308"/>
                    </a:lnTo>
                    <a:cubicBezTo>
                      <a:pt x="79" y="311"/>
                      <a:pt x="76" y="315"/>
                      <a:pt x="72" y="316"/>
                    </a:cubicBezTo>
                    <a:cubicBezTo>
                      <a:pt x="72" y="315"/>
                      <a:pt x="71" y="316"/>
                      <a:pt x="70" y="31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7" name="Google Shape;767;p38"/>
              <p:cNvSpPr/>
              <p:nvPr/>
            </p:nvSpPr>
            <p:spPr>
              <a:xfrm rot="5976182">
                <a:off x="8721220" y="3285444"/>
                <a:ext cx="195915" cy="86010"/>
              </a:xfrm>
              <a:custGeom>
                <a:avLst/>
                <a:gdLst/>
                <a:ahLst/>
                <a:cxnLst/>
                <a:rect l="l" t="t" r="r" b="b"/>
                <a:pathLst>
                  <a:path w="363" h="160" extrusionOk="0">
                    <a:moveTo>
                      <a:pt x="353" y="159"/>
                    </a:moveTo>
                    <a:cubicBezTo>
                      <a:pt x="352" y="159"/>
                      <a:pt x="351" y="159"/>
                      <a:pt x="350" y="158"/>
                    </a:cubicBezTo>
                    <a:lnTo>
                      <a:pt x="6" y="15"/>
                    </a:lnTo>
                    <a:cubicBezTo>
                      <a:pt x="2" y="13"/>
                      <a:pt x="0" y="9"/>
                      <a:pt x="2" y="6"/>
                    </a:cubicBezTo>
                    <a:cubicBezTo>
                      <a:pt x="4" y="2"/>
                      <a:pt x="7" y="0"/>
                      <a:pt x="11" y="2"/>
                    </a:cubicBezTo>
                    <a:lnTo>
                      <a:pt x="356" y="145"/>
                    </a:lnTo>
                    <a:cubicBezTo>
                      <a:pt x="360" y="147"/>
                      <a:pt x="362" y="150"/>
                      <a:pt x="360" y="154"/>
                    </a:cubicBezTo>
                    <a:cubicBezTo>
                      <a:pt x="359" y="157"/>
                      <a:pt x="356" y="159"/>
                      <a:pt x="353" y="15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8" name="Google Shape;768;p38"/>
              <p:cNvSpPr/>
              <p:nvPr/>
            </p:nvSpPr>
            <p:spPr>
              <a:xfrm rot="5976169">
                <a:off x="8711671" y="3436180"/>
                <a:ext cx="54951" cy="186355"/>
              </a:xfrm>
              <a:custGeom>
                <a:avLst/>
                <a:gdLst/>
                <a:ahLst/>
                <a:cxnLst/>
                <a:rect l="l" t="t" r="r" b="b"/>
                <a:pathLst>
                  <a:path w="103" h="343" extrusionOk="0">
                    <a:moveTo>
                      <a:pt x="94" y="342"/>
                    </a:moveTo>
                    <a:cubicBezTo>
                      <a:pt x="91" y="342"/>
                      <a:pt x="89" y="340"/>
                      <a:pt x="88" y="337"/>
                    </a:cubicBezTo>
                    <a:lnTo>
                      <a:pt x="1" y="10"/>
                    </a:lnTo>
                    <a:cubicBezTo>
                      <a:pt x="0" y="6"/>
                      <a:pt x="2" y="2"/>
                      <a:pt x="6" y="1"/>
                    </a:cubicBezTo>
                    <a:cubicBezTo>
                      <a:pt x="9" y="0"/>
                      <a:pt x="13" y="2"/>
                      <a:pt x="14" y="6"/>
                    </a:cubicBezTo>
                    <a:lnTo>
                      <a:pt x="101" y="333"/>
                    </a:lnTo>
                    <a:cubicBezTo>
                      <a:pt x="102" y="337"/>
                      <a:pt x="100" y="340"/>
                      <a:pt x="96" y="341"/>
                    </a:cubicBezTo>
                    <a:cubicBezTo>
                      <a:pt x="95" y="342"/>
                      <a:pt x="94" y="342"/>
                      <a:pt x="94" y="34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9" name="Google Shape;769;p38"/>
              <p:cNvSpPr/>
              <p:nvPr/>
            </p:nvSpPr>
            <p:spPr>
              <a:xfrm rot="5976183">
                <a:off x="8808578" y="3408341"/>
                <a:ext cx="212638" cy="97956"/>
              </a:xfrm>
              <a:custGeom>
                <a:avLst/>
                <a:gdLst/>
                <a:ahLst/>
                <a:cxnLst/>
                <a:rect l="l" t="t" r="r" b="b"/>
                <a:pathLst>
                  <a:path w="391" h="181" extrusionOk="0">
                    <a:moveTo>
                      <a:pt x="381" y="180"/>
                    </a:moveTo>
                    <a:cubicBezTo>
                      <a:pt x="380" y="180"/>
                      <a:pt x="379" y="180"/>
                      <a:pt x="379" y="179"/>
                    </a:cubicBezTo>
                    <a:lnTo>
                      <a:pt x="6" y="15"/>
                    </a:lnTo>
                    <a:cubicBezTo>
                      <a:pt x="2" y="13"/>
                      <a:pt x="0" y="10"/>
                      <a:pt x="2" y="6"/>
                    </a:cubicBezTo>
                    <a:cubicBezTo>
                      <a:pt x="4" y="2"/>
                      <a:pt x="8" y="0"/>
                      <a:pt x="12" y="2"/>
                    </a:cubicBezTo>
                    <a:lnTo>
                      <a:pt x="384" y="166"/>
                    </a:lnTo>
                    <a:cubicBezTo>
                      <a:pt x="388" y="168"/>
                      <a:pt x="390" y="172"/>
                      <a:pt x="388" y="175"/>
                    </a:cubicBezTo>
                    <a:cubicBezTo>
                      <a:pt x="387" y="178"/>
                      <a:pt x="384" y="180"/>
                      <a:pt x="381" y="18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0" name="Google Shape;770;p38"/>
              <p:cNvSpPr/>
              <p:nvPr/>
            </p:nvSpPr>
            <p:spPr>
              <a:xfrm rot="5976188">
                <a:off x="8822983" y="3576118"/>
                <a:ext cx="40616" cy="179189"/>
              </a:xfrm>
              <a:custGeom>
                <a:avLst/>
                <a:gdLst/>
                <a:ahLst/>
                <a:cxnLst/>
                <a:rect l="l" t="t" r="r" b="b"/>
                <a:pathLst>
                  <a:path w="74" h="330" extrusionOk="0">
                    <a:moveTo>
                      <a:pt x="64" y="329"/>
                    </a:moveTo>
                    <a:cubicBezTo>
                      <a:pt x="61" y="329"/>
                      <a:pt x="58" y="326"/>
                      <a:pt x="58" y="323"/>
                    </a:cubicBezTo>
                    <a:lnTo>
                      <a:pt x="1" y="9"/>
                    </a:lnTo>
                    <a:cubicBezTo>
                      <a:pt x="0" y="5"/>
                      <a:pt x="2" y="1"/>
                      <a:pt x="6" y="1"/>
                    </a:cubicBezTo>
                    <a:cubicBezTo>
                      <a:pt x="10" y="0"/>
                      <a:pt x="14" y="2"/>
                      <a:pt x="15" y="6"/>
                    </a:cubicBezTo>
                    <a:lnTo>
                      <a:pt x="72" y="321"/>
                    </a:lnTo>
                    <a:cubicBezTo>
                      <a:pt x="73" y="324"/>
                      <a:pt x="70" y="328"/>
                      <a:pt x="66" y="329"/>
                    </a:cubicBezTo>
                    <a:cubicBezTo>
                      <a:pt x="65" y="329"/>
                      <a:pt x="65" y="329"/>
                      <a:pt x="64" y="32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1" name="Google Shape;771;p38"/>
              <p:cNvSpPr/>
              <p:nvPr/>
            </p:nvSpPr>
            <p:spPr>
              <a:xfrm rot="5976182">
                <a:off x="8910610" y="3587516"/>
                <a:ext cx="195915" cy="64507"/>
              </a:xfrm>
              <a:custGeom>
                <a:avLst/>
                <a:gdLst/>
                <a:ahLst/>
                <a:cxnLst/>
                <a:rect l="l" t="t" r="r" b="b"/>
                <a:pathLst>
                  <a:path w="363" h="120" extrusionOk="0">
                    <a:moveTo>
                      <a:pt x="355" y="119"/>
                    </a:moveTo>
                    <a:cubicBezTo>
                      <a:pt x="354" y="119"/>
                      <a:pt x="354" y="119"/>
                      <a:pt x="353" y="119"/>
                    </a:cubicBezTo>
                    <a:lnTo>
                      <a:pt x="6" y="14"/>
                    </a:lnTo>
                    <a:cubicBezTo>
                      <a:pt x="2" y="13"/>
                      <a:pt x="0" y="9"/>
                      <a:pt x="1" y="5"/>
                    </a:cubicBezTo>
                    <a:cubicBezTo>
                      <a:pt x="2" y="1"/>
                      <a:pt x="6" y="0"/>
                      <a:pt x="10" y="0"/>
                    </a:cubicBezTo>
                    <a:lnTo>
                      <a:pt x="357" y="105"/>
                    </a:lnTo>
                    <a:cubicBezTo>
                      <a:pt x="360" y="106"/>
                      <a:pt x="362" y="110"/>
                      <a:pt x="361" y="114"/>
                    </a:cubicBezTo>
                    <a:cubicBezTo>
                      <a:pt x="360" y="116"/>
                      <a:pt x="357" y="119"/>
                      <a:pt x="355" y="11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p4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Sample Medical Hostory</a:t>
            </a:r>
            <a:endParaRPr dirty="0"/>
          </a:p>
        </p:txBody>
      </p:sp>
      <p:graphicFrame>
        <p:nvGraphicFramePr>
          <p:cNvPr id="1131" name="Google Shape;1131;p48"/>
          <p:cNvGraphicFramePr/>
          <p:nvPr>
            <p:extLst>
              <p:ext uri="{D42A27DB-BD31-4B8C-83A1-F6EECF244321}">
                <p14:modId xmlns:p14="http://schemas.microsoft.com/office/powerpoint/2010/main" val="2572315191"/>
              </p:ext>
            </p:extLst>
          </p:nvPr>
        </p:nvGraphicFramePr>
        <p:xfrm>
          <a:off x="715026" y="1125442"/>
          <a:ext cx="3711950" cy="2028884"/>
        </p:xfrm>
        <a:graphic>
          <a:graphicData uri="http://schemas.openxmlformats.org/drawingml/2006/table">
            <a:tbl>
              <a:tblPr>
                <a:noFill/>
                <a:tableStyleId>{065A2F94-248A-4189-9142-040B6C955138}</a:tableStyleId>
              </a:tblPr>
              <a:tblGrid>
                <a:gridCol w="139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0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7199"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dk1"/>
                          </a:solidFill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About the patient</a:t>
                      </a:r>
                      <a:endParaRPr b="1">
                        <a:solidFill>
                          <a:schemeClr val="dk1"/>
                        </a:solidFill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L="45700" marR="45700" marT="45700" marB="4570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73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Hind Siliguri"/>
                          <a:ea typeface="Hind Siliguri"/>
                          <a:cs typeface="Hind Siliguri"/>
                          <a:sym typeface="Hind Siliguri"/>
                        </a:rPr>
                        <a:t>Patient’s age</a:t>
                      </a:r>
                      <a:endParaRPr sz="1200" b="1">
                        <a:solidFill>
                          <a:schemeClr val="dk1"/>
                        </a:solidFill>
                        <a:latin typeface="Hind Siliguri"/>
                        <a:ea typeface="Hind Siliguri"/>
                        <a:cs typeface="Hind Siliguri"/>
                        <a:sym typeface="Hind Siliguri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Hind Siliguri"/>
                          <a:ea typeface="Hind Siliguri"/>
                          <a:cs typeface="Hind Siliguri"/>
                          <a:sym typeface="Hind Siliguri"/>
                        </a:rPr>
                        <a:t>42 years old</a:t>
                      </a:r>
                      <a:endParaRPr sz="1200">
                        <a:solidFill>
                          <a:schemeClr val="dk1"/>
                        </a:solidFill>
                        <a:latin typeface="Hind Siliguri"/>
                        <a:ea typeface="Hind Siliguri"/>
                        <a:cs typeface="Hind Siliguri"/>
                        <a:sym typeface="Hind Siliguri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365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Hind Siliguri"/>
                          <a:ea typeface="Hind Siliguri"/>
                          <a:cs typeface="Hind Siliguri"/>
                          <a:sym typeface="Hind Siliguri"/>
                        </a:rPr>
                        <a:t>Gender</a:t>
                      </a:r>
                      <a:endParaRPr sz="1200" b="1">
                        <a:solidFill>
                          <a:schemeClr val="dk1"/>
                        </a:solidFill>
                        <a:latin typeface="Hind Siliguri"/>
                        <a:ea typeface="Hind Siliguri"/>
                        <a:cs typeface="Hind Siliguri"/>
                        <a:sym typeface="Hind Siliguri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Hind Siliguri"/>
                          <a:ea typeface="Hind Siliguri"/>
                          <a:cs typeface="Hind Siliguri"/>
                          <a:sym typeface="Hind Siliguri"/>
                        </a:rPr>
                        <a:t>Female</a:t>
                      </a:r>
                      <a:endParaRPr sz="1200">
                        <a:solidFill>
                          <a:schemeClr val="dk1"/>
                        </a:solidFill>
                        <a:latin typeface="Hind Siliguri"/>
                        <a:ea typeface="Hind Siliguri"/>
                        <a:cs typeface="Hind Siliguri"/>
                        <a:sym typeface="Hind Siliguri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266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dirty="0">
                          <a:solidFill>
                            <a:schemeClr val="dk1"/>
                          </a:solidFill>
                          <a:latin typeface="Hind Siliguri"/>
                          <a:ea typeface="Hind Siliguri"/>
                          <a:cs typeface="Hind Siliguri"/>
                          <a:sym typeface="Hind Siliguri"/>
                        </a:rPr>
                        <a:t>Chest pain type</a:t>
                      </a:r>
                      <a:endParaRPr sz="1200" b="1" dirty="0">
                        <a:solidFill>
                          <a:schemeClr val="dk1"/>
                        </a:solidFill>
                        <a:latin typeface="Hind Siliguri"/>
                        <a:ea typeface="Hind Siliguri"/>
                        <a:cs typeface="Hind Siliguri"/>
                        <a:sym typeface="Hind Siliguri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dk1"/>
                          </a:solidFill>
                          <a:latin typeface="Hind Siliguri"/>
                          <a:ea typeface="Hind Siliguri"/>
                          <a:cs typeface="Hind Siliguri"/>
                          <a:sym typeface="Hind Siliguri"/>
                        </a:rPr>
                        <a:t>Typical Angina</a:t>
                      </a:r>
                      <a:endParaRPr sz="1200" dirty="0">
                        <a:solidFill>
                          <a:schemeClr val="dk1"/>
                        </a:solidFill>
                        <a:latin typeface="Hind Siliguri"/>
                        <a:ea typeface="Hind Siliguri"/>
                        <a:cs typeface="Hind Siliguri"/>
                        <a:sym typeface="Hind Siliguri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766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dirty="0">
                          <a:solidFill>
                            <a:schemeClr val="dk1"/>
                          </a:solidFill>
                          <a:latin typeface="Hind Siliguri"/>
                          <a:ea typeface="Hind Siliguri"/>
                          <a:cs typeface="Hind Siliguri"/>
                          <a:sym typeface="Hind Siliguri"/>
                        </a:rPr>
                        <a:t>Resting BP</a:t>
                      </a:r>
                      <a:endParaRPr sz="1200" b="1" dirty="0">
                        <a:solidFill>
                          <a:schemeClr val="dk1"/>
                        </a:solidFill>
                        <a:latin typeface="Hind Siliguri"/>
                        <a:ea typeface="Hind Siliguri"/>
                        <a:cs typeface="Hind Siliguri"/>
                        <a:sym typeface="Hind Siliguri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dk1"/>
                          </a:solidFill>
                          <a:latin typeface="Hind Siliguri"/>
                          <a:ea typeface="Hind Siliguri"/>
                          <a:cs typeface="Hind Siliguri"/>
                          <a:sym typeface="Hind Siliguri"/>
                        </a:rPr>
                        <a:t>140 mmHg</a:t>
                      </a:r>
                      <a:endParaRPr sz="1200" dirty="0">
                        <a:solidFill>
                          <a:schemeClr val="dk1"/>
                        </a:solidFill>
                        <a:latin typeface="Hind Siliguri"/>
                        <a:ea typeface="Hind Siliguri"/>
                        <a:cs typeface="Hind Siliguri"/>
                        <a:sym typeface="Hind Siliguri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765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dirty="0">
                          <a:solidFill>
                            <a:schemeClr val="dk1"/>
                          </a:solidFill>
                          <a:latin typeface="Hind Siliguri"/>
                          <a:ea typeface="Hind Siliguri"/>
                          <a:cs typeface="Hind Siliguri"/>
                          <a:sym typeface="Hind Siliguri"/>
                        </a:rPr>
                        <a:t>Cholestrol</a:t>
                      </a:r>
                      <a:endParaRPr sz="1200" b="1" dirty="0">
                        <a:solidFill>
                          <a:schemeClr val="dk1"/>
                        </a:solidFill>
                        <a:latin typeface="Hind Siliguri"/>
                        <a:ea typeface="Hind Siliguri"/>
                        <a:cs typeface="Hind Siliguri"/>
                        <a:sym typeface="Hind Siliguri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dk1"/>
                          </a:solidFill>
                          <a:latin typeface="Hind Siliguri"/>
                          <a:ea typeface="Hind Siliguri"/>
                          <a:cs typeface="Hind Siliguri"/>
                          <a:sym typeface="Hind Siliguri"/>
                        </a:rPr>
                        <a:t>289 mm/dl</a:t>
                      </a:r>
                      <a:endParaRPr sz="1200" dirty="0">
                        <a:solidFill>
                          <a:schemeClr val="dk1"/>
                        </a:solidFill>
                        <a:latin typeface="Hind Siliguri"/>
                        <a:ea typeface="Hind Siliguri"/>
                        <a:cs typeface="Hind Siliguri"/>
                        <a:sym typeface="Hind Siliguri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32" name="Google Shape;1132;p48"/>
          <p:cNvSpPr txBox="1">
            <a:spLocks noGrp="1"/>
          </p:cNvSpPr>
          <p:nvPr>
            <p:ph type="subTitle" idx="4294967295"/>
          </p:nvPr>
        </p:nvSpPr>
        <p:spPr>
          <a:xfrm>
            <a:off x="4717025" y="1183650"/>
            <a:ext cx="3581100" cy="32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latin typeface="Epilogue"/>
                <a:ea typeface="Epilogue"/>
                <a:cs typeface="Epilogue"/>
                <a:sym typeface="Epilogue"/>
              </a:rPr>
              <a:t>Key findings</a:t>
            </a:r>
            <a:endParaRPr sz="1800" b="1"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1133" name="Google Shape;1133;p48"/>
          <p:cNvSpPr txBox="1">
            <a:spLocks noGrp="1"/>
          </p:cNvSpPr>
          <p:nvPr>
            <p:ph type="subTitle" idx="4294967295"/>
          </p:nvPr>
        </p:nvSpPr>
        <p:spPr>
          <a:xfrm>
            <a:off x="4717025" y="1504473"/>
            <a:ext cx="3581100" cy="26279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dirty="0"/>
              <a:t>In most cases males have higher rate of heart failure than females</a:t>
            </a:r>
          </a:p>
          <a:p>
            <a:pPr marL="3429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dirty="0"/>
              <a:t>Higher age increases the risk of heart failure</a:t>
            </a:r>
          </a:p>
          <a:p>
            <a:pPr marL="3429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dirty="0"/>
              <a:t>High cholesterol level increases risk of heart failure</a:t>
            </a:r>
          </a:p>
          <a:p>
            <a:pPr marL="3429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dirty="0"/>
              <a:t>High BP results in higher risk of heart failure</a:t>
            </a:r>
          </a:p>
          <a:p>
            <a:pPr marL="3429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dirty="0"/>
              <a:t>High Fasting BS also results in higher risk of Heart failure</a:t>
            </a:r>
          </a:p>
          <a:p>
            <a:pPr marL="3429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endParaRPr dirty="0"/>
          </a:p>
        </p:txBody>
      </p:sp>
      <p:sp>
        <p:nvSpPr>
          <p:cNvPr id="1137" name="Google Shape;1137;p48"/>
          <p:cNvSpPr/>
          <p:nvPr/>
        </p:nvSpPr>
        <p:spPr>
          <a:xfrm>
            <a:off x="4717031" y="3446650"/>
            <a:ext cx="349500" cy="3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1138" name="Google Shape;1138;p48"/>
          <p:cNvSpPr/>
          <p:nvPr/>
        </p:nvSpPr>
        <p:spPr>
          <a:xfrm>
            <a:off x="4717031" y="4132449"/>
            <a:ext cx="349500" cy="3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C9DCEE4-52A2-C425-85B7-4C4BE1C1DE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4983458"/>
              </p:ext>
            </p:extLst>
          </p:nvPr>
        </p:nvGraphicFramePr>
        <p:xfrm>
          <a:off x="715026" y="3154326"/>
          <a:ext cx="3711944" cy="1702036"/>
        </p:xfrm>
        <a:graphic>
          <a:graphicData uri="http://schemas.openxmlformats.org/drawingml/2006/table">
            <a:tbl>
              <a:tblPr firstRow="1" bandRow="1">
                <a:tableStyleId>{065A2F94-248A-4189-9142-040B6C955138}</a:tableStyleId>
              </a:tblPr>
              <a:tblGrid>
                <a:gridCol w="1394190">
                  <a:extLst>
                    <a:ext uri="{9D8B030D-6E8A-4147-A177-3AD203B41FA5}">
                      <a16:colId xmlns:a16="http://schemas.microsoft.com/office/drawing/2014/main" val="689589212"/>
                    </a:ext>
                  </a:extLst>
                </a:gridCol>
                <a:gridCol w="2317754">
                  <a:extLst>
                    <a:ext uri="{9D8B030D-6E8A-4147-A177-3AD203B41FA5}">
                      <a16:colId xmlns:a16="http://schemas.microsoft.com/office/drawing/2014/main" val="828197733"/>
                    </a:ext>
                  </a:extLst>
                </a:gridCol>
              </a:tblGrid>
              <a:tr h="232356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Hind Siliguri" panose="02000000000000000000" pitchFamily="2" charset="0"/>
                          <a:cs typeface="Hind Siliguri" panose="02000000000000000000" pitchFamily="2" charset="0"/>
                        </a:rPr>
                        <a:t>Fasting 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sz="1200" b="0" dirty="0">
                          <a:solidFill>
                            <a:schemeClr val="dk1"/>
                          </a:solidFill>
                          <a:latin typeface="Hind Siliguri"/>
                          <a:cs typeface="Hind Siliguri"/>
                          <a:sym typeface="Hind Siliguri"/>
                        </a:rPr>
                        <a:t>120 mg/dl</a:t>
                      </a:r>
                      <a:endParaRPr 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003669"/>
                  </a:ext>
                </a:extLst>
              </a:tr>
              <a:tr h="244820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Hind Siliguri" panose="02000000000000000000" pitchFamily="2" charset="0"/>
                          <a:cs typeface="Hind Siliguri" panose="02000000000000000000" pitchFamily="2" charset="0"/>
                        </a:rPr>
                        <a:t>Resting ECG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sz="1200" dirty="0">
                          <a:solidFill>
                            <a:schemeClr val="dk1"/>
                          </a:solidFill>
                          <a:latin typeface="Hind Siliguri"/>
                          <a:cs typeface="Hind Siliguri"/>
                          <a:sym typeface="Hind Siliguri"/>
                        </a:rPr>
                        <a:t>Normal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2313970"/>
                  </a:ext>
                </a:extLst>
              </a:tr>
              <a:tr h="226532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Hind Siliguri" panose="02000000000000000000" pitchFamily="2" charset="0"/>
                          <a:cs typeface="Hind Siliguri" panose="02000000000000000000" pitchFamily="2" charset="0"/>
                        </a:rPr>
                        <a:t>Max HR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sz="1200" dirty="0">
                          <a:solidFill>
                            <a:schemeClr val="dk1"/>
                          </a:solidFill>
                          <a:latin typeface="Hind Siliguri"/>
                          <a:cs typeface="Hind Siliguri"/>
                          <a:sym typeface="Hind Siliguri"/>
                        </a:rPr>
                        <a:t>108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7877718"/>
                  </a:ext>
                </a:extLst>
              </a:tr>
              <a:tr h="302378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Hind Siliguri" panose="02000000000000000000" pitchFamily="2" charset="0"/>
                          <a:cs typeface="Hind Siliguri" panose="02000000000000000000" pitchFamily="2" charset="0"/>
                        </a:rPr>
                        <a:t>Exercise Angina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sz="1200" dirty="0">
                          <a:solidFill>
                            <a:schemeClr val="dk1"/>
                          </a:solidFill>
                          <a:latin typeface="Hind Siliguri"/>
                          <a:cs typeface="Hind Siliguri"/>
                          <a:sym typeface="Hind Siliguri"/>
                        </a:rPr>
                        <a:t>Yes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833853"/>
                  </a:ext>
                </a:extLst>
              </a:tr>
              <a:tr h="302378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Hind Siliguri" panose="02000000000000000000" pitchFamily="2" charset="0"/>
                          <a:cs typeface="Hind Siliguri" panose="02000000000000000000" pitchFamily="2" charset="0"/>
                        </a:rPr>
                        <a:t>Old Peak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sz="1200" dirty="0">
                          <a:solidFill>
                            <a:schemeClr val="dk1"/>
                          </a:solidFill>
                          <a:latin typeface="Hind Siliguri"/>
                          <a:cs typeface="Hind Siliguri"/>
                          <a:sym typeface="Hind Siliguri"/>
                        </a:rPr>
                        <a:t>1.5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258541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Hind Siliguri" panose="02000000000000000000" pitchFamily="2" charset="0"/>
                          <a:cs typeface="Hind Siliguri" panose="02000000000000000000" pitchFamily="2" charset="0"/>
                        </a:rPr>
                        <a:t>ST Slope</a:t>
                      </a:r>
                      <a:endParaRPr 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sz="1200" dirty="0">
                          <a:solidFill>
                            <a:schemeClr val="dk1"/>
                          </a:solidFill>
                          <a:latin typeface="Hind Siliguri"/>
                          <a:cs typeface="Hind Siliguri"/>
                          <a:sym typeface="Hind Siliguri"/>
                        </a:rPr>
                        <a:t>Up sloaping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2753374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p46"/>
          <p:cNvSpPr txBox="1">
            <a:spLocks noGrp="1"/>
          </p:cNvSpPr>
          <p:nvPr>
            <p:ph type="title"/>
          </p:nvPr>
        </p:nvSpPr>
        <p:spPr>
          <a:xfrm>
            <a:off x="152400" y="57913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Dataset used for training:</a:t>
            </a:r>
            <a:endParaRPr dirty="0"/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CFDCA960-459C-989F-BBB6-6C02EA7540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50417"/>
            <a:ext cx="9144000" cy="323447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p45"/>
          <p:cNvSpPr txBox="1">
            <a:spLocks noGrp="1"/>
          </p:cNvSpPr>
          <p:nvPr>
            <p:ph type="title"/>
          </p:nvPr>
        </p:nvSpPr>
        <p:spPr>
          <a:xfrm>
            <a:off x="354240" y="798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Pi Graphs for comparision:</a:t>
            </a:r>
            <a:endParaRPr lang="en-US" dirty="0"/>
          </a:p>
        </p:txBody>
      </p:sp>
      <p:sp>
        <p:nvSpPr>
          <p:cNvPr id="1080" name="Google Shape;1080;p45"/>
          <p:cNvSpPr txBox="1"/>
          <p:nvPr/>
        </p:nvSpPr>
        <p:spPr>
          <a:xfrm>
            <a:off x="0" y="4556190"/>
            <a:ext cx="4497600" cy="4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 b="1" u="sng" dirty="0">
              <a:solidFill>
                <a:schemeClr val="dk1"/>
              </a:solidFill>
              <a:latin typeface="Hind Siliguri"/>
              <a:ea typeface="Hind Siliguri"/>
              <a:cs typeface="Hind Siliguri"/>
              <a:sym typeface="Hind Siligu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6A072F-A80A-1BC7-379A-BF9ABE585C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6016" y="833820"/>
            <a:ext cx="3795259" cy="32641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E32020E-90FD-012D-FA69-99EEEE2CF6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240" y="833820"/>
            <a:ext cx="3937536" cy="39271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8">
          <a:extLst>
            <a:ext uri="{FF2B5EF4-FFF2-40B4-BE49-F238E27FC236}">
              <a16:creationId xmlns:a16="http://schemas.microsoft.com/office/drawing/2014/main" id="{347A33D0-8FFA-C1EB-C4DC-10243D716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p45">
            <a:extLst>
              <a:ext uri="{FF2B5EF4-FFF2-40B4-BE49-F238E27FC236}">
                <a16:creationId xmlns:a16="http://schemas.microsoft.com/office/drawing/2014/main" id="{5A7C80B7-6002-72E7-586B-F671F140E2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4240" y="798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Histograms for remaining features:</a:t>
            </a:r>
          </a:p>
        </p:txBody>
      </p:sp>
      <p:sp>
        <p:nvSpPr>
          <p:cNvPr id="1080" name="Google Shape;1080;p45">
            <a:extLst>
              <a:ext uri="{FF2B5EF4-FFF2-40B4-BE49-F238E27FC236}">
                <a16:creationId xmlns:a16="http://schemas.microsoft.com/office/drawing/2014/main" id="{FF5971A9-EAF3-D6BF-3A33-6B47E0545921}"/>
              </a:ext>
            </a:extLst>
          </p:cNvPr>
          <p:cNvSpPr txBox="1"/>
          <p:nvPr/>
        </p:nvSpPr>
        <p:spPr>
          <a:xfrm>
            <a:off x="0" y="4556190"/>
            <a:ext cx="4497600" cy="4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 b="1" u="sng" dirty="0">
              <a:solidFill>
                <a:schemeClr val="dk1"/>
              </a:solidFill>
              <a:latin typeface="Hind Siliguri"/>
              <a:ea typeface="Hind Siliguri"/>
              <a:cs typeface="Hind Siliguri"/>
              <a:sym typeface="Hind Siligu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51FCD1-BE0D-0DC4-D447-14AEDF0A2F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507" y="754380"/>
            <a:ext cx="6234633" cy="4317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2665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8">
          <a:extLst>
            <a:ext uri="{FF2B5EF4-FFF2-40B4-BE49-F238E27FC236}">
              <a16:creationId xmlns:a16="http://schemas.microsoft.com/office/drawing/2014/main" id="{72AA1B5C-5639-B2F0-75F9-F5C1370BD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p45">
            <a:extLst>
              <a:ext uri="{FF2B5EF4-FFF2-40B4-BE49-F238E27FC236}">
                <a16:creationId xmlns:a16="http://schemas.microsoft.com/office/drawing/2014/main" id="{24B50262-98B0-1E25-03BC-1BC5D0AAC3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4240" y="798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Co-Relation Map:</a:t>
            </a:r>
          </a:p>
        </p:txBody>
      </p:sp>
      <p:sp>
        <p:nvSpPr>
          <p:cNvPr id="1080" name="Google Shape;1080;p45">
            <a:extLst>
              <a:ext uri="{FF2B5EF4-FFF2-40B4-BE49-F238E27FC236}">
                <a16:creationId xmlns:a16="http://schemas.microsoft.com/office/drawing/2014/main" id="{ECBACF4C-6FF3-1786-26CF-DF64A46BC587}"/>
              </a:ext>
            </a:extLst>
          </p:cNvPr>
          <p:cNvSpPr txBox="1"/>
          <p:nvPr/>
        </p:nvSpPr>
        <p:spPr>
          <a:xfrm>
            <a:off x="0" y="4556190"/>
            <a:ext cx="4497600" cy="4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 b="1" u="sng" dirty="0">
              <a:solidFill>
                <a:schemeClr val="dk1"/>
              </a:solidFill>
              <a:latin typeface="Hind Siliguri"/>
              <a:ea typeface="Hind Siliguri"/>
              <a:cs typeface="Hind Siliguri"/>
              <a:sym typeface="Hind Siligu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E0929E-C834-D225-D6E6-A054D78D55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759" y="652500"/>
            <a:ext cx="6207311" cy="44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8793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3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Logistic Regression:</a:t>
            </a:r>
            <a:endParaRPr dirty="0"/>
          </a:p>
        </p:txBody>
      </p:sp>
      <p:sp>
        <p:nvSpPr>
          <p:cNvPr id="777" name="Google Shape;777;p39"/>
          <p:cNvSpPr txBox="1">
            <a:spLocks noGrp="1"/>
          </p:cNvSpPr>
          <p:nvPr>
            <p:ph type="subTitle" idx="4"/>
          </p:nvPr>
        </p:nvSpPr>
        <p:spPr>
          <a:xfrm>
            <a:off x="720000" y="2309500"/>
            <a:ext cx="2352600" cy="41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Working </a:t>
            </a:r>
            <a:endParaRPr dirty="0"/>
          </a:p>
        </p:txBody>
      </p:sp>
      <p:sp>
        <p:nvSpPr>
          <p:cNvPr id="778" name="Google Shape;778;p39"/>
          <p:cNvSpPr txBox="1">
            <a:spLocks noGrp="1"/>
          </p:cNvSpPr>
          <p:nvPr>
            <p:ph type="subTitle" idx="5"/>
          </p:nvPr>
        </p:nvSpPr>
        <p:spPr>
          <a:xfrm>
            <a:off x="3266725" y="2309500"/>
            <a:ext cx="2352600" cy="41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Used for</a:t>
            </a:r>
            <a:endParaRPr dirty="0"/>
          </a:p>
        </p:txBody>
      </p:sp>
      <p:sp>
        <p:nvSpPr>
          <p:cNvPr id="779" name="Google Shape;779;p39"/>
          <p:cNvSpPr txBox="1">
            <a:spLocks noGrp="1"/>
          </p:cNvSpPr>
          <p:nvPr>
            <p:ph type="subTitle" idx="1"/>
          </p:nvPr>
        </p:nvSpPr>
        <p:spPr>
          <a:xfrm>
            <a:off x="720000" y="2650025"/>
            <a:ext cx="2352600" cy="144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Logistic regression predicts the probability of a binary outcome by applying a sigmoid function to a linear combination of input features. It estimates coefficients using maximum likelihood estimation, mapping probabilities to classes with a decision boundary, typically at 0.5.</a:t>
            </a:r>
            <a:endParaRPr dirty="0"/>
          </a:p>
        </p:txBody>
      </p:sp>
      <p:sp>
        <p:nvSpPr>
          <p:cNvPr id="780" name="Google Shape;780;p39"/>
          <p:cNvSpPr txBox="1">
            <a:spLocks noGrp="1"/>
          </p:cNvSpPr>
          <p:nvPr>
            <p:ph type="subTitle" idx="2"/>
          </p:nvPr>
        </p:nvSpPr>
        <p:spPr>
          <a:xfrm>
            <a:off x="3266725" y="2650025"/>
            <a:ext cx="2352600" cy="144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Logistic regression is used for classification tasks to predict the probability of an outcome, particularly in binary cases (e.g., yes/no), and for its simplicity, efficiency, and interpretability in decision-making and risk assessment.</a:t>
            </a:r>
          </a:p>
        </p:txBody>
      </p:sp>
      <p:sp>
        <p:nvSpPr>
          <p:cNvPr id="781" name="Google Shape;781;p39"/>
          <p:cNvSpPr txBox="1">
            <a:spLocks noGrp="1"/>
          </p:cNvSpPr>
          <p:nvPr>
            <p:ph type="subTitle" idx="3"/>
          </p:nvPr>
        </p:nvSpPr>
        <p:spPr>
          <a:xfrm>
            <a:off x="5813449" y="2650024"/>
            <a:ext cx="3278807" cy="24934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+mj-lt"/>
              <a:buAutoNum type="arabicPeriod"/>
            </a:pPr>
            <a:r>
              <a:rPr lang="en-US" b="1" dirty="0"/>
              <a:t>Healthcare</a:t>
            </a:r>
            <a:r>
              <a:rPr lang="en-US" dirty="0"/>
              <a:t>: Predicting disease presence (e.g., cancer detection).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Finance</a:t>
            </a:r>
            <a:r>
              <a:rPr lang="en-US" dirty="0"/>
              <a:t>: Assessing credit risk or loan default probability.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Marketing</a:t>
            </a:r>
            <a:r>
              <a:rPr lang="en-US" dirty="0"/>
              <a:t>: Predicting customer behavior (e.g., click-through rates).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Social Media</a:t>
            </a:r>
            <a:r>
              <a:rPr lang="en-US" dirty="0"/>
              <a:t>: Sentiment analysis (positive/negative).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Spam Detection</a:t>
            </a:r>
            <a:r>
              <a:rPr lang="en-US" dirty="0"/>
              <a:t>: Identifying spam emails.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Cybersecurity</a:t>
            </a:r>
            <a:r>
              <a:rPr lang="en-US" dirty="0"/>
              <a:t>: Detecting fraud or cyber-attacks</a:t>
            </a:r>
          </a:p>
        </p:txBody>
      </p:sp>
      <p:sp>
        <p:nvSpPr>
          <p:cNvPr id="782" name="Google Shape;782;p39"/>
          <p:cNvSpPr txBox="1">
            <a:spLocks noGrp="1"/>
          </p:cNvSpPr>
          <p:nvPr>
            <p:ph type="subTitle" idx="6"/>
          </p:nvPr>
        </p:nvSpPr>
        <p:spPr>
          <a:xfrm>
            <a:off x="5813450" y="2309500"/>
            <a:ext cx="2352600" cy="41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Applications</a:t>
            </a:r>
            <a:endParaRPr dirty="0"/>
          </a:p>
        </p:txBody>
      </p:sp>
      <p:cxnSp>
        <p:nvCxnSpPr>
          <p:cNvPr id="783" name="Google Shape;783;p39"/>
          <p:cNvCxnSpPr/>
          <p:nvPr/>
        </p:nvCxnSpPr>
        <p:spPr>
          <a:xfrm>
            <a:off x="815800" y="2037550"/>
            <a:ext cx="21198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84" name="Google Shape;784;p39"/>
          <p:cNvCxnSpPr/>
          <p:nvPr/>
        </p:nvCxnSpPr>
        <p:spPr>
          <a:xfrm>
            <a:off x="3353725" y="2037550"/>
            <a:ext cx="21198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85" name="Google Shape;785;p39"/>
          <p:cNvCxnSpPr/>
          <p:nvPr/>
        </p:nvCxnSpPr>
        <p:spPr>
          <a:xfrm>
            <a:off x="5891650" y="2037550"/>
            <a:ext cx="21198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86" name="Google Shape;786;p39"/>
          <p:cNvGrpSpPr/>
          <p:nvPr/>
        </p:nvGrpSpPr>
        <p:grpSpPr>
          <a:xfrm>
            <a:off x="6484602" y="-2820533"/>
            <a:ext cx="5839606" cy="5752659"/>
            <a:chOff x="6484602" y="-2820533"/>
            <a:chExt cx="5839606" cy="5752659"/>
          </a:xfrm>
        </p:grpSpPr>
        <p:sp>
          <p:nvSpPr>
            <p:cNvPr id="787" name="Google Shape;787;p39"/>
            <p:cNvSpPr/>
            <p:nvPr/>
          </p:nvSpPr>
          <p:spPr>
            <a:xfrm rot="-2124674">
              <a:off x="7233804" y="-1930163"/>
              <a:ext cx="4341202" cy="3971917"/>
            </a:xfrm>
            <a:custGeom>
              <a:avLst/>
              <a:gdLst/>
              <a:ahLst/>
              <a:cxnLst/>
              <a:rect l="l" t="t" r="r" b="b"/>
              <a:pathLst>
                <a:path w="25107" h="22971" extrusionOk="0">
                  <a:moveTo>
                    <a:pt x="6029" y="1"/>
                  </a:moveTo>
                  <a:cubicBezTo>
                    <a:pt x="4338" y="1"/>
                    <a:pt x="2979" y="676"/>
                    <a:pt x="2106" y="1643"/>
                  </a:cubicBezTo>
                  <a:cubicBezTo>
                    <a:pt x="580" y="3337"/>
                    <a:pt x="1" y="6173"/>
                    <a:pt x="2576" y="10368"/>
                  </a:cubicBezTo>
                  <a:cubicBezTo>
                    <a:pt x="4339" y="13239"/>
                    <a:pt x="4269" y="14957"/>
                    <a:pt x="3934" y="17793"/>
                  </a:cubicBezTo>
                  <a:cubicBezTo>
                    <a:pt x="3597" y="20624"/>
                    <a:pt x="4165" y="21865"/>
                    <a:pt x="5284" y="22550"/>
                  </a:cubicBezTo>
                  <a:cubicBezTo>
                    <a:pt x="5735" y="22827"/>
                    <a:pt x="6253" y="22970"/>
                    <a:pt x="6788" y="22970"/>
                  </a:cubicBezTo>
                  <a:cubicBezTo>
                    <a:pt x="7978" y="22970"/>
                    <a:pt x="9255" y="22259"/>
                    <a:pt x="10087" y="20722"/>
                  </a:cubicBezTo>
                  <a:cubicBezTo>
                    <a:pt x="11061" y="18911"/>
                    <a:pt x="11691" y="17303"/>
                    <a:pt x="13839" y="17303"/>
                  </a:cubicBezTo>
                  <a:cubicBezTo>
                    <a:pt x="14341" y="17303"/>
                    <a:pt x="14925" y="17391"/>
                    <a:pt x="15616" y="17584"/>
                  </a:cubicBezTo>
                  <a:cubicBezTo>
                    <a:pt x="16571" y="17851"/>
                    <a:pt x="17477" y="17980"/>
                    <a:pt x="18320" y="17980"/>
                  </a:cubicBezTo>
                  <a:cubicBezTo>
                    <a:pt x="20695" y="17980"/>
                    <a:pt x="22564" y="16954"/>
                    <a:pt x="23591" y="15113"/>
                  </a:cubicBezTo>
                  <a:cubicBezTo>
                    <a:pt x="24984" y="12619"/>
                    <a:pt x="25106" y="8192"/>
                    <a:pt x="22164" y="6325"/>
                  </a:cubicBezTo>
                  <a:cubicBezTo>
                    <a:pt x="19224" y="4462"/>
                    <a:pt x="16596" y="6173"/>
                    <a:pt x="12118" y="2548"/>
                  </a:cubicBezTo>
                  <a:cubicBezTo>
                    <a:pt x="9850" y="712"/>
                    <a:pt x="7765" y="1"/>
                    <a:pt x="60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grpSp>
          <p:nvGrpSpPr>
            <p:cNvPr id="788" name="Google Shape;788;p39"/>
            <p:cNvGrpSpPr/>
            <p:nvPr/>
          </p:nvGrpSpPr>
          <p:grpSpPr>
            <a:xfrm rot="9688315" flipH="1">
              <a:off x="8278879" y="37445"/>
              <a:ext cx="1009656" cy="896334"/>
              <a:chOff x="8017245" y="4305760"/>
              <a:chExt cx="943640" cy="837728"/>
            </a:xfrm>
          </p:grpSpPr>
          <p:sp>
            <p:nvSpPr>
              <p:cNvPr id="789" name="Google Shape;789;p39"/>
              <p:cNvSpPr/>
              <p:nvPr/>
            </p:nvSpPr>
            <p:spPr>
              <a:xfrm rot="-2826888">
                <a:off x="8112182" y="4536514"/>
                <a:ext cx="145076" cy="322392"/>
              </a:xfrm>
              <a:custGeom>
                <a:avLst/>
                <a:gdLst/>
                <a:ahLst/>
                <a:cxnLst/>
                <a:rect l="l" t="t" r="r" b="b"/>
                <a:pathLst>
                  <a:path w="277" h="619" extrusionOk="0">
                    <a:moveTo>
                      <a:pt x="172" y="618"/>
                    </a:moveTo>
                    <a:cubicBezTo>
                      <a:pt x="172" y="618"/>
                      <a:pt x="173" y="617"/>
                      <a:pt x="174" y="616"/>
                    </a:cubicBezTo>
                    <a:cubicBezTo>
                      <a:pt x="175" y="615"/>
                      <a:pt x="177" y="613"/>
                      <a:pt x="179" y="610"/>
                    </a:cubicBezTo>
                    <a:cubicBezTo>
                      <a:pt x="181" y="607"/>
                      <a:pt x="183" y="604"/>
                      <a:pt x="186" y="601"/>
                    </a:cubicBezTo>
                    <a:cubicBezTo>
                      <a:pt x="188" y="597"/>
                      <a:pt x="192" y="593"/>
                      <a:pt x="196" y="588"/>
                    </a:cubicBezTo>
                    <a:cubicBezTo>
                      <a:pt x="209" y="569"/>
                      <a:pt x="226" y="543"/>
                      <a:pt x="239" y="513"/>
                    </a:cubicBezTo>
                    <a:cubicBezTo>
                      <a:pt x="252" y="483"/>
                      <a:pt x="263" y="446"/>
                      <a:pt x="269" y="409"/>
                    </a:cubicBezTo>
                    <a:cubicBezTo>
                      <a:pt x="275" y="372"/>
                      <a:pt x="276" y="333"/>
                      <a:pt x="271" y="294"/>
                    </a:cubicBezTo>
                    <a:cubicBezTo>
                      <a:pt x="266" y="255"/>
                      <a:pt x="258" y="217"/>
                      <a:pt x="244" y="182"/>
                    </a:cubicBezTo>
                    <a:cubicBezTo>
                      <a:pt x="229" y="146"/>
                      <a:pt x="211" y="116"/>
                      <a:pt x="191" y="88"/>
                    </a:cubicBezTo>
                    <a:cubicBezTo>
                      <a:pt x="182" y="75"/>
                      <a:pt x="170" y="62"/>
                      <a:pt x="161" y="52"/>
                    </a:cubicBezTo>
                    <a:cubicBezTo>
                      <a:pt x="150" y="41"/>
                      <a:pt x="141" y="32"/>
                      <a:pt x="132" y="24"/>
                    </a:cubicBezTo>
                    <a:cubicBezTo>
                      <a:pt x="128" y="21"/>
                      <a:pt x="124" y="17"/>
                      <a:pt x="121" y="14"/>
                    </a:cubicBezTo>
                    <a:cubicBezTo>
                      <a:pt x="117" y="11"/>
                      <a:pt x="114" y="8"/>
                      <a:pt x="111" y="6"/>
                    </a:cubicBezTo>
                    <a:cubicBezTo>
                      <a:pt x="108" y="4"/>
                      <a:pt x="106" y="1"/>
                      <a:pt x="105" y="1"/>
                    </a:cubicBezTo>
                    <a:cubicBezTo>
                      <a:pt x="103" y="0"/>
                      <a:pt x="103" y="0"/>
                      <a:pt x="103" y="0"/>
                    </a:cubicBezTo>
                    <a:cubicBezTo>
                      <a:pt x="103" y="0"/>
                      <a:pt x="102" y="1"/>
                      <a:pt x="101" y="1"/>
                    </a:cubicBezTo>
                    <a:cubicBezTo>
                      <a:pt x="100" y="2"/>
                      <a:pt x="98" y="4"/>
                      <a:pt x="96" y="7"/>
                    </a:cubicBezTo>
                    <a:cubicBezTo>
                      <a:pt x="94" y="10"/>
                      <a:pt x="91" y="13"/>
                      <a:pt x="88" y="17"/>
                    </a:cubicBezTo>
                    <a:cubicBezTo>
                      <a:pt x="85" y="21"/>
                      <a:pt x="83" y="24"/>
                      <a:pt x="79" y="29"/>
                    </a:cubicBezTo>
                    <a:cubicBezTo>
                      <a:pt x="72" y="39"/>
                      <a:pt x="65" y="50"/>
                      <a:pt x="58" y="62"/>
                    </a:cubicBezTo>
                    <a:cubicBezTo>
                      <a:pt x="50" y="75"/>
                      <a:pt x="43" y="89"/>
                      <a:pt x="37" y="105"/>
                    </a:cubicBezTo>
                    <a:cubicBezTo>
                      <a:pt x="24" y="136"/>
                      <a:pt x="13" y="172"/>
                      <a:pt x="6" y="209"/>
                    </a:cubicBezTo>
                    <a:cubicBezTo>
                      <a:pt x="1" y="246"/>
                      <a:pt x="0" y="285"/>
                      <a:pt x="5" y="324"/>
                    </a:cubicBezTo>
                    <a:cubicBezTo>
                      <a:pt x="9" y="363"/>
                      <a:pt x="19" y="401"/>
                      <a:pt x="33" y="436"/>
                    </a:cubicBezTo>
                    <a:cubicBezTo>
                      <a:pt x="47" y="471"/>
                      <a:pt x="65" y="503"/>
                      <a:pt x="85" y="530"/>
                    </a:cubicBezTo>
                    <a:cubicBezTo>
                      <a:pt x="106" y="557"/>
                      <a:pt x="126" y="579"/>
                      <a:pt x="144" y="594"/>
                    </a:cubicBezTo>
                    <a:cubicBezTo>
                      <a:pt x="147" y="598"/>
                      <a:pt x="152" y="602"/>
                      <a:pt x="155" y="604"/>
                    </a:cubicBezTo>
                    <a:cubicBezTo>
                      <a:pt x="159" y="607"/>
                      <a:pt x="162" y="610"/>
                      <a:pt x="165" y="612"/>
                    </a:cubicBezTo>
                    <a:cubicBezTo>
                      <a:pt x="167" y="614"/>
                      <a:pt x="169" y="616"/>
                      <a:pt x="171" y="617"/>
                    </a:cubicBezTo>
                    <a:cubicBezTo>
                      <a:pt x="171" y="618"/>
                      <a:pt x="172" y="618"/>
                      <a:pt x="172" y="618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0" name="Google Shape;790;p39"/>
              <p:cNvSpPr/>
              <p:nvPr/>
            </p:nvSpPr>
            <p:spPr>
              <a:xfrm rot="-2826872">
                <a:off x="8093848" y="4826636"/>
                <a:ext cx="271731" cy="193434"/>
              </a:xfrm>
              <a:custGeom>
                <a:avLst/>
                <a:gdLst/>
                <a:ahLst/>
                <a:cxnLst/>
                <a:rect l="l" t="t" r="r" b="b"/>
                <a:pathLst>
                  <a:path w="519" h="370" extrusionOk="0">
                    <a:moveTo>
                      <a:pt x="518" y="355"/>
                    </a:moveTo>
                    <a:cubicBezTo>
                      <a:pt x="518" y="355"/>
                      <a:pt x="518" y="354"/>
                      <a:pt x="518" y="352"/>
                    </a:cubicBezTo>
                    <a:cubicBezTo>
                      <a:pt x="518" y="350"/>
                      <a:pt x="517" y="347"/>
                      <a:pt x="517" y="344"/>
                    </a:cubicBezTo>
                    <a:cubicBezTo>
                      <a:pt x="516" y="342"/>
                      <a:pt x="516" y="337"/>
                      <a:pt x="515" y="333"/>
                    </a:cubicBezTo>
                    <a:cubicBezTo>
                      <a:pt x="514" y="328"/>
                      <a:pt x="513" y="324"/>
                      <a:pt x="511" y="318"/>
                    </a:cubicBezTo>
                    <a:cubicBezTo>
                      <a:pt x="505" y="296"/>
                      <a:pt x="496" y="266"/>
                      <a:pt x="481" y="237"/>
                    </a:cubicBezTo>
                    <a:cubicBezTo>
                      <a:pt x="465" y="206"/>
                      <a:pt x="445" y="176"/>
                      <a:pt x="421" y="147"/>
                    </a:cubicBezTo>
                    <a:cubicBezTo>
                      <a:pt x="396" y="119"/>
                      <a:pt x="366" y="93"/>
                      <a:pt x="334" y="71"/>
                    </a:cubicBezTo>
                    <a:cubicBezTo>
                      <a:pt x="301" y="49"/>
                      <a:pt x="266" y="32"/>
                      <a:pt x="230" y="21"/>
                    </a:cubicBezTo>
                    <a:cubicBezTo>
                      <a:pt x="194" y="9"/>
                      <a:pt x="158" y="2"/>
                      <a:pt x="124" y="1"/>
                    </a:cubicBezTo>
                    <a:cubicBezTo>
                      <a:pt x="107" y="0"/>
                      <a:pt x="91" y="0"/>
                      <a:pt x="77" y="1"/>
                    </a:cubicBezTo>
                    <a:cubicBezTo>
                      <a:pt x="62" y="2"/>
                      <a:pt x="49" y="2"/>
                      <a:pt x="38" y="4"/>
                    </a:cubicBezTo>
                    <a:cubicBezTo>
                      <a:pt x="32" y="5"/>
                      <a:pt x="27" y="6"/>
                      <a:pt x="22" y="7"/>
                    </a:cubicBezTo>
                    <a:cubicBezTo>
                      <a:pt x="18" y="8"/>
                      <a:pt x="14" y="9"/>
                      <a:pt x="11" y="10"/>
                    </a:cubicBezTo>
                    <a:cubicBezTo>
                      <a:pt x="8" y="11"/>
                      <a:pt x="5" y="12"/>
                      <a:pt x="3" y="12"/>
                    </a:cubicBezTo>
                    <a:cubicBezTo>
                      <a:pt x="1" y="12"/>
                      <a:pt x="0" y="13"/>
                      <a:pt x="0" y="13"/>
                    </a:cubicBezTo>
                    <a:cubicBezTo>
                      <a:pt x="0" y="13"/>
                      <a:pt x="0" y="14"/>
                      <a:pt x="0" y="16"/>
                    </a:cubicBezTo>
                    <a:cubicBezTo>
                      <a:pt x="0" y="18"/>
                      <a:pt x="1" y="21"/>
                      <a:pt x="1" y="23"/>
                    </a:cubicBezTo>
                    <a:cubicBezTo>
                      <a:pt x="2" y="26"/>
                      <a:pt x="2" y="31"/>
                      <a:pt x="3" y="35"/>
                    </a:cubicBezTo>
                    <a:cubicBezTo>
                      <a:pt x="4" y="40"/>
                      <a:pt x="5" y="44"/>
                      <a:pt x="7" y="50"/>
                    </a:cubicBezTo>
                    <a:cubicBezTo>
                      <a:pt x="10" y="62"/>
                      <a:pt x="14" y="74"/>
                      <a:pt x="19" y="88"/>
                    </a:cubicBezTo>
                    <a:cubicBezTo>
                      <a:pt x="23" y="102"/>
                      <a:pt x="30" y="117"/>
                      <a:pt x="38" y="132"/>
                    </a:cubicBezTo>
                    <a:cubicBezTo>
                      <a:pt x="53" y="163"/>
                      <a:pt x="73" y="193"/>
                      <a:pt x="98" y="222"/>
                    </a:cubicBezTo>
                    <a:cubicBezTo>
                      <a:pt x="122" y="250"/>
                      <a:pt x="152" y="276"/>
                      <a:pt x="184" y="297"/>
                    </a:cubicBezTo>
                    <a:cubicBezTo>
                      <a:pt x="217" y="318"/>
                      <a:pt x="252" y="336"/>
                      <a:pt x="288" y="347"/>
                    </a:cubicBezTo>
                    <a:cubicBezTo>
                      <a:pt x="324" y="359"/>
                      <a:pt x="361" y="365"/>
                      <a:pt x="394" y="367"/>
                    </a:cubicBezTo>
                    <a:cubicBezTo>
                      <a:pt x="427" y="369"/>
                      <a:pt x="458" y="367"/>
                      <a:pt x="481" y="364"/>
                    </a:cubicBezTo>
                    <a:cubicBezTo>
                      <a:pt x="486" y="363"/>
                      <a:pt x="491" y="362"/>
                      <a:pt x="496" y="361"/>
                    </a:cubicBezTo>
                    <a:cubicBezTo>
                      <a:pt x="501" y="360"/>
                      <a:pt x="504" y="359"/>
                      <a:pt x="507" y="358"/>
                    </a:cubicBezTo>
                    <a:cubicBezTo>
                      <a:pt x="510" y="357"/>
                      <a:pt x="513" y="356"/>
                      <a:pt x="515" y="356"/>
                    </a:cubicBezTo>
                    <a:cubicBezTo>
                      <a:pt x="517" y="356"/>
                      <a:pt x="518" y="355"/>
                      <a:pt x="518" y="355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1" name="Google Shape;791;p39"/>
              <p:cNvSpPr/>
              <p:nvPr/>
            </p:nvSpPr>
            <p:spPr>
              <a:xfrm rot="-2826883">
                <a:off x="8314007" y="4568602"/>
                <a:ext cx="126653" cy="232581"/>
              </a:xfrm>
              <a:custGeom>
                <a:avLst/>
                <a:gdLst/>
                <a:ahLst/>
                <a:cxnLst/>
                <a:rect l="l" t="t" r="r" b="b"/>
                <a:pathLst>
                  <a:path w="241" h="445" extrusionOk="0">
                    <a:moveTo>
                      <a:pt x="33" y="444"/>
                    </a:moveTo>
                    <a:cubicBezTo>
                      <a:pt x="33" y="444"/>
                      <a:pt x="34" y="444"/>
                      <a:pt x="35" y="444"/>
                    </a:cubicBezTo>
                    <a:cubicBezTo>
                      <a:pt x="36" y="443"/>
                      <a:pt x="38" y="443"/>
                      <a:pt x="40" y="442"/>
                    </a:cubicBezTo>
                    <a:cubicBezTo>
                      <a:pt x="42" y="441"/>
                      <a:pt x="46" y="440"/>
                      <a:pt x="49" y="438"/>
                    </a:cubicBezTo>
                    <a:cubicBezTo>
                      <a:pt x="52" y="436"/>
                      <a:pt x="56" y="435"/>
                      <a:pt x="59" y="433"/>
                    </a:cubicBezTo>
                    <a:cubicBezTo>
                      <a:pt x="75" y="425"/>
                      <a:pt x="95" y="413"/>
                      <a:pt x="116" y="397"/>
                    </a:cubicBezTo>
                    <a:cubicBezTo>
                      <a:pt x="136" y="381"/>
                      <a:pt x="156" y="361"/>
                      <a:pt x="173" y="337"/>
                    </a:cubicBezTo>
                    <a:cubicBezTo>
                      <a:pt x="190" y="314"/>
                      <a:pt x="204" y="287"/>
                      <a:pt x="216" y="260"/>
                    </a:cubicBezTo>
                    <a:cubicBezTo>
                      <a:pt x="226" y="232"/>
                      <a:pt x="234" y="202"/>
                      <a:pt x="237" y="174"/>
                    </a:cubicBezTo>
                    <a:cubicBezTo>
                      <a:pt x="240" y="145"/>
                      <a:pt x="239" y="117"/>
                      <a:pt x="235" y="91"/>
                    </a:cubicBezTo>
                    <a:cubicBezTo>
                      <a:pt x="233" y="79"/>
                      <a:pt x="230" y="66"/>
                      <a:pt x="227" y="56"/>
                    </a:cubicBezTo>
                    <a:cubicBezTo>
                      <a:pt x="224" y="45"/>
                      <a:pt x="220" y="35"/>
                      <a:pt x="218" y="27"/>
                    </a:cubicBezTo>
                    <a:cubicBezTo>
                      <a:pt x="216" y="23"/>
                      <a:pt x="215" y="20"/>
                      <a:pt x="213" y="16"/>
                    </a:cubicBezTo>
                    <a:cubicBezTo>
                      <a:pt x="212" y="13"/>
                      <a:pt x="210" y="10"/>
                      <a:pt x="209" y="7"/>
                    </a:cubicBezTo>
                    <a:lnTo>
                      <a:pt x="206" y="1"/>
                    </a:lnTo>
                    <a:cubicBezTo>
                      <a:pt x="205" y="1"/>
                      <a:pt x="205" y="0"/>
                      <a:pt x="205" y="0"/>
                    </a:cubicBezTo>
                    <a:cubicBezTo>
                      <a:pt x="205" y="0"/>
                      <a:pt x="204" y="0"/>
                      <a:pt x="203" y="1"/>
                    </a:cubicBezTo>
                    <a:cubicBezTo>
                      <a:pt x="202" y="1"/>
                      <a:pt x="200" y="1"/>
                      <a:pt x="198" y="2"/>
                    </a:cubicBezTo>
                    <a:cubicBezTo>
                      <a:pt x="195" y="3"/>
                      <a:pt x="192" y="4"/>
                      <a:pt x="189" y="6"/>
                    </a:cubicBezTo>
                    <a:cubicBezTo>
                      <a:pt x="186" y="8"/>
                      <a:pt x="182" y="9"/>
                      <a:pt x="179" y="11"/>
                    </a:cubicBezTo>
                    <a:cubicBezTo>
                      <a:pt x="171" y="15"/>
                      <a:pt x="161" y="20"/>
                      <a:pt x="152" y="26"/>
                    </a:cubicBezTo>
                    <a:cubicBezTo>
                      <a:pt x="142" y="32"/>
                      <a:pt x="132" y="40"/>
                      <a:pt x="122" y="47"/>
                    </a:cubicBezTo>
                    <a:cubicBezTo>
                      <a:pt x="102" y="63"/>
                      <a:pt x="82" y="83"/>
                      <a:pt x="65" y="107"/>
                    </a:cubicBezTo>
                    <a:cubicBezTo>
                      <a:pt x="48" y="130"/>
                      <a:pt x="33" y="156"/>
                      <a:pt x="23" y="184"/>
                    </a:cubicBezTo>
                    <a:cubicBezTo>
                      <a:pt x="12" y="211"/>
                      <a:pt x="5" y="242"/>
                      <a:pt x="3" y="270"/>
                    </a:cubicBezTo>
                    <a:cubicBezTo>
                      <a:pt x="0" y="299"/>
                      <a:pt x="1" y="327"/>
                      <a:pt x="6" y="353"/>
                    </a:cubicBezTo>
                    <a:cubicBezTo>
                      <a:pt x="10" y="379"/>
                      <a:pt x="17" y="401"/>
                      <a:pt x="23" y="418"/>
                    </a:cubicBezTo>
                    <a:cubicBezTo>
                      <a:pt x="25" y="422"/>
                      <a:pt x="26" y="425"/>
                      <a:pt x="28" y="429"/>
                    </a:cubicBezTo>
                    <a:cubicBezTo>
                      <a:pt x="29" y="432"/>
                      <a:pt x="31" y="435"/>
                      <a:pt x="32" y="438"/>
                    </a:cubicBezTo>
                    <a:lnTo>
                      <a:pt x="35" y="444"/>
                    </a:lnTo>
                    <a:cubicBezTo>
                      <a:pt x="32" y="444"/>
                      <a:pt x="33" y="444"/>
                      <a:pt x="33" y="444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2" name="Google Shape;792;p39"/>
              <p:cNvSpPr/>
              <p:nvPr/>
            </p:nvSpPr>
            <p:spPr>
              <a:xfrm rot="-2826886">
                <a:off x="8476913" y="4622864"/>
                <a:ext cx="101324" cy="230280"/>
              </a:xfrm>
              <a:custGeom>
                <a:avLst/>
                <a:gdLst/>
                <a:ahLst/>
                <a:cxnLst/>
                <a:rect l="l" t="t" r="r" b="b"/>
                <a:pathLst>
                  <a:path w="192" h="440" extrusionOk="0">
                    <a:moveTo>
                      <a:pt x="94" y="439"/>
                    </a:moveTo>
                    <a:cubicBezTo>
                      <a:pt x="94" y="439"/>
                      <a:pt x="95" y="439"/>
                      <a:pt x="96" y="438"/>
                    </a:cubicBezTo>
                    <a:cubicBezTo>
                      <a:pt x="97" y="437"/>
                      <a:pt x="99" y="436"/>
                      <a:pt x="100" y="434"/>
                    </a:cubicBezTo>
                    <a:cubicBezTo>
                      <a:pt x="102" y="432"/>
                      <a:pt x="104" y="430"/>
                      <a:pt x="106" y="428"/>
                    </a:cubicBezTo>
                    <a:cubicBezTo>
                      <a:pt x="108" y="426"/>
                      <a:pt x="111" y="424"/>
                      <a:pt x="114" y="421"/>
                    </a:cubicBezTo>
                    <a:cubicBezTo>
                      <a:pt x="124" y="408"/>
                      <a:pt x="137" y="391"/>
                      <a:pt x="150" y="371"/>
                    </a:cubicBezTo>
                    <a:cubicBezTo>
                      <a:pt x="162" y="350"/>
                      <a:pt x="173" y="326"/>
                      <a:pt x="179" y="301"/>
                    </a:cubicBezTo>
                    <a:cubicBezTo>
                      <a:pt x="187" y="275"/>
                      <a:pt x="190" y="247"/>
                      <a:pt x="191" y="220"/>
                    </a:cubicBezTo>
                    <a:cubicBezTo>
                      <a:pt x="191" y="192"/>
                      <a:pt x="186" y="165"/>
                      <a:pt x="180" y="139"/>
                    </a:cubicBezTo>
                    <a:cubicBezTo>
                      <a:pt x="173" y="113"/>
                      <a:pt x="163" y="89"/>
                      <a:pt x="151" y="68"/>
                    </a:cubicBezTo>
                    <a:cubicBezTo>
                      <a:pt x="145" y="58"/>
                      <a:pt x="138" y="48"/>
                      <a:pt x="133" y="40"/>
                    </a:cubicBezTo>
                    <a:cubicBezTo>
                      <a:pt x="126" y="31"/>
                      <a:pt x="120" y="24"/>
                      <a:pt x="114" y="18"/>
                    </a:cubicBezTo>
                    <a:cubicBezTo>
                      <a:pt x="112" y="15"/>
                      <a:pt x="110" y="12"/>
                      <a:pt x="107" y="10"/>
                    </a:cubicBezTo>
                    <a:cubicBezTo>
                      <a:pt x="105" y="8"/>
                      <a:pt x="102" y="5"/>
                      <a:pt x="101" y="4"/>
                    </a:cubicBezTo>
                    <a:cubicBezTo>
                      <a:pt x="99" y="2"/>
                      <a:pt x="98" y="2"/>
                      <a:pt x="97" y="1"/>
                    </a:cubicBezTo>
                    <a:cubicBezTo>
                      <a:pt x="96" y="0"/>
                      <a:pt x="95" y="0"/>
                      <a:pt x="95" y="0"/>
                    </a:cubicBezTo>
                    <a:cubicBezTo>
                      <a:pt x="95" y="0"/>
                      <a:pt x="94" y="0"/>
                      <a:pt x="94" y="1"/>
                    </a:cubicBezTo>
                    <a:cubicBezTo>
                      <a:pt x="93" y="2"/>
                      <a:pt x="91" y="3"/>
                      <a:pt x="90" y="4"/>
                    </a:cubicBezTo>
                    <a:cubicBezTo>
                      <a:pt x="88" y="6"/>
                      <a:pt x="86" y="8"/>
                      <a:pt x="84" y="10"/>
                    </a:cubicBezTo>
                    <a:cubicBezTo>
                      <a:pt x="82" y="12"/>
                      <a:pt x="79" y="15"/>
                      <a:pt x="76" y="18"/>
                    </a:cubicBezTo>
                    <a:cubicBezTo>
                      <a:pt x="71" y="24"/>
                      <a:pt x="65" y="31"/>
                      <a:pt x="58" y="40"/>
                    </a:cubicBezTo>
                    <a:cubicBezTo>
                      <a:pt x="53" y="48"/>
                      <a:pt x="46" y="58"/>
                      <a:pt x="40" y="68"/>
                    </a:cubicBezTo>
                    <a:cubicBezTo>
                      <a:pt x="28" y="89"/>
                      <a:pt x="17" y="113"/>
                      <a:pt x="11" y="139"/>
                    </a:cubicBezTo>
                    <a:cubicBezTo>
                      <a:pt x="3" y="165"/>
                      <a:pt x="0" y="192"/>
                      <a:pt x="0" y="220"/>
                    </a:cubicBezTo>
                    <a:cubicBezTo>
                      <a:pt x="0" y="247"/>
                      <a:pt x="4" y="275"/>
                      <a:pt x="11" y="301"/>
                    </a:cubicBezTo>
                    <a:cubicBezTo>
                      <a:pt x="17" y="326"/>
                      <a:pt x="28" y="350"/>
                      <a:pt x="40" y="371"/>
                    </a:cubicBezTo>
                    <a:cubicBezTo>
                      <a:pt x="52" y="392"/>
                      <a:pt x="65" y="409"/>
                      <a:pt x="76" y="421"/>
                    </a:cubicBezTo>
                    <a:cubicBezTo>
                      <a:pt x="79" y="424"/>
                      <a:pt x="81" y="426"/>
                      <a:pt x="84" y="428"/>
                    </a:cubicBezTo>
                    <a:cubicBezTo>
                      <a:pt x="86" y="430"/>
                      <a:pt x="89" y="433"/>
                      <a:pt x="90" y="434"/>
                    </a:cubicBezTo>
                    <a:cubicBezTo>
                      <a:pt x="92" y="436"/>
                      <a:pt x="93" y="437"/>
                      <a:pt x="94" y="438"/>
                    </a:cubicBezTo>
                    <a:cubicBezTo>
                      <a:pt x="94" y="439"/>
                      <a:pt x="94" y="439"/>
                      <a:pt x="94" y="439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3" name="Google Shape;793;p39"/>
              <p:cNvSpPr/>
              <p:nvPr/>
            </p:nvSpPr>
            <p:spPr>
              <a:xfrm rot="-2826885">
                <a:off x="8288151" y="4376905"/>
                <a:ext cx="497407" cy="695439"/>
              </a:xfrm>
              <a:custGeom>
                <a:avLst/>
                <a:gdLst/>
                <a:ahLst/>
                <a:cxnLst/>
                <a:rect l="l" t="t" r="r" b="b"/>
                <a:pathLst>
                  <a:path w="951" h="1332" extrusionOk="0">
                    <a:moveTo>
                      <a:pt x="944" y="1331"/>
                    </a:moveTo>
                    <a:cubicBezTo>
                      <a:pt x="396" y="1091"/>
                      <a:pt x="179" y="742"/>
                      <a:pt x="93" y="492"/>
                    </a:cubicBezTo>
                    <a:cubicBezTo>
                      <a:pt x="0" y="220"/>
                      <a:pt x="38" y="3"/>
                      <a:pt x="39" y="0"/>
                    </a:cubicBezTo>
                    <a:lnTo>
                      <a:pt x="53" y="3"/>
                    </a:lnTo>
                    <a:cubicBezTo>
                      <a:pt x="53" y="5"/>
                      <a:pt x="16" y="220"/>
                      <a:pt x="107" y="488"/>
                    </a:cubicBezTo>
                    <a:cubicBezTo>
                      <a:pt x="192" y="735"/>
                      <a:pt x="407" y="1079"/>
                      <a:pt x="950" y="1317"/>
                    </a:cubicBezTo>
                    <a:lnTo>
                      <a:pt x="944" y="1331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4" name="Google Shape;794;p39"/>
              <p:cNvSpPr/>
              <p:nvPr/>
            </p:nvSpPr>
            <p:spPr>
              <a:xfrm rot="-2826880">
                <a:off x="8370864" y="4640889"/>
                <a:ext cx="92113" cy="246397"/>
              </a:xfrm>
              <a:custGeom>
                <a:avLst/>
                <a:gdLst/>
                <a:ahLst/>
                <a:cxnLst/>
                <a:rect l="l" t="t" r="r" b="b"/>
                <a:pathLst>
                  <a:path w="175" h="474" extrusionOk="0">
                    <a:moveTo>
                      <a:pt x="70" y="473"/>
                    </a:moveTo>
                    <a:cubicBezTo>
                      <a:pt x="0" y="244"/>
                      <a:pt x="161" y="3"/>
                      <a:pt x="163" y="0"/>
                    </a:cubicBezTo>
                    <a:lnTo>
                      <a:pt x="174" y="8"/>
                    </a:lnTo>
                    <a:cubicBezTo>
                      <a:pt x="172" y="10"/>
                      <a:pt x="15" y="246"/>
                      <a:pt x="84" y="468"/>
                    </a:cubicBezTo>
                    <a:lnTo>
                      <a:pt x="70" y="473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5" name="Google Shape;795;p39"/>
              <p:cNvSpPr/>
              <p:nvPr/>
            </p:nvSpPr>
            <p:spPr>
              <a:xfrm rot="-2826889">
                <a:off x="8229459" y="4814264"/>
                <a:ext cx="225675" cy="138167"/>
              </a:xfrm>
              <a:custGeom>
                <a:avLst/>
                <a:gdLst/>
                <a:ahLst/>
                <a:cxnLst/>
                <a:rect l="l" t="t" r="r" b="b"/>
                <a:pathLst>
                  <a:path w="432" h="266" extrusionOk="0">
                    <a:moveTo>
                      <a:pt x="425" y="265"/>
                    </a:moveTo>
                    <a:cubicBezTo>
                      <a:pt x="135" y="145"/>
                      <a:pt x="1" y="11"/>
                      <a:pt x="0" y="9"/>
                    </a:cubicBezTo>
                    <a:lnTo>
                      <a:pt x="11" y="0"/>
                    </a:lnTo>
                    <a:cubicBezTo>
                      <a:pt x="12" y="1"/>
                      <a:pt x="143" y="134"/>
                      <a:pt x="431" y="252"/>
                    </a:cubicBezTo>
                    <a:lnTo>
                      <a:pt x="425" y="265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6" name="Google Shape;796;p39"/>
              <p:cNvSpPr/>
              <p:nvPr/>
            </p:nvSpPr>
            <p:spPr>
              <a:xfrm rot="-2826884">
                <a:off x="8553235" y="4667884"/>
                <a:ext cx="89808" cy="255609"/>
              </a:xfrm>
              <a:custGeom>
                <a:avLst/>
                <a:gdLst/>
                <a:ahLst/>
                <a:cxnLst/>
                <a:rect l="l" t="t" r="r" b="b"/>
                <a:pathLst>
                  <a:path w="174" h="490" extrusionOk="0">
                    <a:moveTo>
                      <a:pt x="162" y="489"/>
                    </a:moveTo>
                    <a:cubicBezTo>
                      <a:pt x="0" y="277"/>
                      <a:pt x="63" y="3"/>
                      <a:pt x="64" y="0"/>
                    </a:cubicBezTo>
                    <a:lnTo>
                      <a:pt x="78" y="4"/>
                    </a:lnTo>
                    <a:cubicBezTo>
                      <a:pt x="77" y="7"/>
                      <a:pt x="16" y="275"/>
                      <a:pt x="173" y="480"/>
                    </a:cubicBezTo>
                    <a:lnTo>
                      <a:pt x="162" y="489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97" name="Google Shape;797;p39"/>
            <p:cNvGrpSpPr/>
            <p:nvPr/>
          </p:nvGrpSpPr>
          <p:grpSpPr>
            <a:xfrm rot="362304">
              <a:off x="8513221" y="492493"/>
              <a:ext cx="947945" cy="863367"/>
              <a:chOff x="8337075" y="299713"/>
              <a:chExt cx="947899" cy="863325"/>
            </a:xfrm>
          </p:grpSpPr>
          <p:sp>
            <p:nvSpPr>
              <p:cNvPr id="798" name="Google Shape;798;p39"/>
              <p:cNvSpPr/>
              <p:nvPr/>
            </p:nvSpPr>
            <p:spPr>
              <a:xfrm>
                <a:off x="8337075" y="372628"/>
                <a:ext cx="942062" cy="790409"/>
              </a:xfrm>
              <a:custGeom>
                <a:avLst/>
                <a:gdLst/>
                <a:ahLst/>
                <a:cxnLst/>
                <a:rect l="l" t="t" r="r" b="b"/>
                <a:pathLst>
                  <a:path w="1423" h="1196" extrusionOk="0">
                    <a:moveTo>
                      <a:pt x="715" y="109"/>
                    </a:moveTo>
                    <a:cubicBezTo>
                      <a:pt x="723" y="133"/>
                      <a:pt x="741" y="154"/>
                      <a:pt x="766" y="171"/>
                    </a:cubicBezTo>
                    <a:cubicBezTo>
                      <a:pt x="791" y="187"/>
                      <a:pt x="821" y="199"/>
                      <a:pt x="851" y="208"/>
                    </a:cubicBezTo>
                    <a:cubicBezTo>
                      <a:pt x="881" y="216"/>
                      <a:pt x="910" y="219"/>
                      <a:pt x="933" y="222"/>
                    </a:cubicBezTo>
                    <a:cubicBezTo>
                      <a:pt x="955" y="224"/>
                      <a:pt x="969" y="223"/>
                      <a:pt x="969" y="223"/>
                    </a:cubicBezTo>
                    <a:cubicBezTo>
                      <a:pt x="969" y="223"/>
                      <a:pt x="958" y="225"/>
                      <a:pt x="939" y="227"/>
                    </a:cubicBezTo>
                    <a:cubicBezTo>
                      <a:pt x="930" y="228"/>
                      <a:pt x="918" y="229"/>
                      <a:pt x="905" y="231"/>
                    </a:cubicBezTo>
                    <a:cubicBezTo>
                      <a:pt x="892" y="232"/>
                      <a:pt x="877" y="233"/>
                      <a:pt x="861" y="235"/>
                    </a:cubicBezTo>
                    <a:cubicBezTo>
                      <a:pt x="797" y="241"/>
                      <a:pt x="714" y="245"/>
                      <a:pt x="633" y="246"/>
                    </a:cubicBezTo>
                    <a:cubicBezTo>
                      <a:pt x="552" y="248"/>
                      <a:pt x="474" y="247"/>
                      <a:pt x="414" y="255"/>
                    </a:cubicBezTo>
                    <a:cubicBezTo>
                      <a:pt x="355" y="264"/>
                      <a:pt x="316" y="284"/>
                      <a:pt x="312" y="329"/>
                    </a:cubicBezTo>
                    <a:cubicBezTo>
                      <a:pt x="307" y="377"/>
                      <a:pt x="352" y="419"/>
                      <a:pt x="401" y="446"/>
                    </a:cubicBezTo>
                    <a:cubicBezTo>
                      <a:pt x="426" y="459"/>
                      <a:pt x="451" y="469"/>
                      <a:pt x="470" y="476"/>
                    </a:cubicBezTo>
                    <a:cubicBezTo>
                      <a:pt x="489" y="482"/>
                      <a:pt x="502" y="486"/>
                      <a:pt x="502" y="486"/>
                    </a:cubicBezTo>
                    <a:cubicBezTo>
                      <a:pt x="502" y="486"/>
                      <a:pt x="467" y="493"/>
                      <a:pt x="416" y="506"/>
                    </a:cubicBezTo>
                    <a:cubicBezTo>
                      <a:pt x="366" y="518"/>
                      <a:pt x="298" y="536"/>
                      <a:pt x="235" y="562"/>
                    </a:cubicBezTo>
                    <a:cubicBezTo>
                      <a:pt x="171" y="588"/>
                      <a:pt x="109" y="620"/>
                      <a:pt x="64" y="670"/>
                    </a:cubicBezTo>
                    <a:cubicBezTo>
                      <a:pt x="52" y="682"/>
                      <a:pt x="43" y="695"/>
                      <a:pt x="34" y="711"/>
                    </a:cubicBezTo>
                    <a:cubicBezTo>
                      <a:pt x="26" y="725"/>
                      <a:pt x="19" y="741"/>
                      <a:pt x="13" y="758"/>
                    </a:cubicBezTo>
                    <a:cubicBezTo>
                      <a:pt x="3" y="793"/>
                      <a:pt x="0" y="834"/>
                      <a:pt x="8" y="880"/>
                    </a:cubicBezTo>
                    <a:cubicBezTo>
                      <a:pt x="15" y="927"/>
                      <a:pt x="32" y="964"/>
                      <a:pt x="54" y="994"/>
                    </a:cubicBezTo>
                    <a:cubicBezTo>
                      <a:pt x="66" y="1008"/>
                      <a:pt x="79" y="1020"/>
                      <a:pt x="94" y="1031"/>
                    </a:cubicBezTo>
                    <a:cubicBezTo>
                      <a:pt x="110" y="1041"/>
                      <a:pt x="126" y="1049"/>
                      <a:pt x="143" y="1055"/>
                    </a:cubicBezTo>
                    <a:cubicBezTo>
                      <a:pt x="213" y="1082"/>
                      <a:pt x="302" y="1078"/>
                      <a:pt x="387" y="1058"/>
                    </a:cubicBezTo>
                    <a:cubicBezTo>
                      <a:pt x="472" y="1038"/>
                      <a:pt x="552" y="1001"/>
                      <a:pt x="610" y="969"/>
                    </a:cubicBezTo>
                    <a:cubicBezTo>
                      <a:pt x="667" y="936"/>
                      <a:pt x="702" y="909"/>
                      <a:pt x="702" y="909"/>
                    </a:cubicBezTo>
                    <a:cubicBezTo>
                      <a:pt x="702" y="909"/>
                      <a:pt x="694" y="922"/>
                      <a:pt x="682" y="943"/>
                    </a:cubicBezTo>
                    <a:cubicBezTo>
                      <a:pt x="671" y="964"/>
                      <a:pt x="655" y="992"/>
                      <a:pt x="642" y="1022"/>
                    </a:cubicBezTo>
                    <a:cubicBezTo>
                      <a:pt x="616" y="1081"/>
                      <a:pt x="597" y="1148"/>
                      <a:pt x="647" y="1173"/>
                    </a:cubicBezTo>
                    <a:cubicBezTo>
                      <a:pt x="691" y="1195"/>
                      <a:pt x="760" y="1169"/>
                      <a:pt x="836" y="1112"/>
                    </a:cubicBezTo>
                    <a:cubicBezTo>
                      <a:pt x="911" y="1055"/>
                      <a:pt x="988" y="968"/>
                      <a:pt x="1051" y="874"/>
                    </a:cubicBezTo>
                    <a:cubicBezTo>
                      <a:pt x="1114" y="782"/>
                      <a:pt x="1161" y="684"/>
                      <a:pt x="1190" y="611"/>
                    </a:cubicBezTo>
                    <a:cubicBezTo>
                      <a:pt x="1198" y="593"/>
                      <a:pt x="1203" y="575"/>
                      <a:pt x="1209" y="560"/>
                    </a:cubicBezTo>
                    <a:cubicBezTo>
                      <a:pt x="1214" y="545"/>
                      <a:pt x="1219" y="532"/>
                      <a:pt x="1222" y="521"/>
                    </a:cubicBezTo>
                    <a:cubicBezTo>
                      <a:pt x="1229" y="499"/>
                      <a:pt x="1232" y="487"/>
                      <a:pt x="1232" y="487"/>
                    </a:cubicBezTo>
                    <a:cubicBezTo>
                      <a:pt x="1232" y="487"/>
                      <a:pt x="1230" y="503"/>
                      <a:pt x="1227" y="529"/>
                    </a:cubicBezTo>
                    <a:cubicBezTo>
                      <a:pt x="1224" y="553"/>
                      <a:pt x="1221" y="588"/>
                      <a:pt x="1220" y="623"/>
                    </a:cubicBezTo>
                    <a:cubicBezTo>
                      <a:pt x="1219" y="658"/>
                      <a:pt x="1221" y="695"/>
                      <a:pt x="1229" y="726"/>
                    </a:cubicBezTo>
                    <a:cubicBezTo>
                      <a:pt x="1238" y="756"/>
                      <a:pt x="1253" y="780"/>
                      <a:pt x="1280" y="789"/>
                    </a:cubicBezTo>
                    <a:cubicBezTo>
                      <a:pt x="1308" y="797"/>
                      <a:pt x="1341" y="750"/>
                      <a:pt x="1368" y="673"/>
                    </a:cubicBezTo>
                    <a:cubicBezTo>
                      <a:pt x="1395" y="597"/>
                      <a:pt x="1414" y="492"/>
                      <a:pt x="1418" y="390"/>
                    </a:cubicBezTo>
                    <a:cubicBezTo>
                      <a:pt x="1422" y="287"/>
                      <a:pt x="1411" y="188"/>
                      <a:pt x="1398" y="116"/>
                    </a:cubicBezTo>
                    <a:cubicBezTo>
                      <a:pt x="1390" y="80"/>
                      <a:pt x="1383" y="51"/>
                      <a:pt x="1378" y="31"/>
                    </a:cubicBezTo>
                    <a:cubicBezTo>
                      <a:pt x="1372" y="11"/>
                      <a:pt x="1368" y="0"/>
                      <a:pt x="1368" y="0"/>
                    </a:cubicBezTo>
                    <a:cubicBezTo>
                      <a:pt x="1368" y="0"/>
                      <a:pt x="1357" y="4"/>
                      <a:pt x="1337" y="10"/>
                    </a:cubicBezTo>
                    <a:cubicBezTo>
                      <a:pt x="1318" y="15"/>
                      <a:pt x="1289" y="22"/>
                      <a:pt x="1256" y="30"/>
                    </a:cubicBezTo>
                    <a:cubicBezTo>
                      <a:pt x="1189" y="45"/>
                      <a:pt x="1101" y="60"/>
                      <a:pt x="1017" y="67"/>
                    </a:cubicBezTo>
                    <a:cubicBezTo>
                      <a:pt x="933" y="73"/>
                      <a:pt x="853" y="72"/>
                      <a:pt x="797" y="75"/>
                    </a:cubicBezTo>
                    <a:cubicBezTo>
                      <a:pt x="739" y="76"/>
                      <a:pt x="707" y="83"/>
                      <a:pt x="715" y="109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9" name="Google Shape;799;p39"/>
              <p:cNvSpPr/>
              <p:nvPr/>
            </p:nvSpPr>
            <p:spPr>
              <a:xfrm>
                <a:off x="8386657" y="299713"/>
                <a:ext cx="898317" cy="647493"/>
              </a:xfrm>
              <a:custGeom>
                <a:avLst/>
                <a:gdLst/>
                <a:ahLst/>
                <a:cxnLst/>
                <a:rect l="l" t="t" r="r" b="b"/>
                <a:pathLst>
                  <a:path w="1357" h="979" extrusionOk="0">
                    <a:moveTo>
                      <a:pt x="7" y="978"/>
                    </a:moveTo>
                    <a:cubicBezTo>
                      <a:pt x="3" y="978"/>
                      <a:pt x="0" y="975"/>
                      <a:pt x="0" y="971"/>
                    </a:cubicBezTo>
                    <a:cubicBezTo>
                      <a:pt x="0" y="967"/>
                      <a:pt x="2" y="964"/>
                      <a:pt x="7" y="964"/>
                    </a:cubicBezTo>
                    <a:cubicBezTo>
                      <a:pt x="9" y="964"/>
                      <a:pt x="243" y="935"/>
                      <a:pt x="523" y="803"/>
                    </a:cubicBezTo>
                    <a:cubicBezTo>
                      <a:pt x="781" y="682"/>
                      <a:pt x="1133" y="444"/>
                      <a:pt x="1342" y="4"/>
                    </a:cubicBezTo>
                    <a:cubicBezTo>
                      <a:pt x="1344" y="0"/>
                      <a:pt x="1347" y="0"/>
                      <a:pt x="1351" y="0"/>
                    </a:cubicBezTo>
                    <a:cubicBezTo>
                      <a:pt x="1355" y="2"/>
                      <a:pt x="1356" y="6"/>
                      <a:pt x="1355" y="10"/>
                    </a:cubicBezTo>
                    <a:cubicBezTo>
                      <a:pt x="1145" y="454"/>
                      <a:pt x="790" y="693"/>
                      <a:pt x="530" y="816"/>
                    </a:cubicBezTo>
                    <a:cubicBezTo>
                      <a:pt x="246" y="949"/>
                      <a:pt x="10" y="977"/>
                      <a:pt x="7" y="978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0" name="Google Shape;800;p39"/>
              <p:cNvSpPr/>
              <p:nvPr/>
            </p:nvSpPr>
            <p:spPr>
              <a:xfrm>
                <a:off x="8514988" y="818874"/>
                <a:ext cx="244996" cy="244998"/>
              </a:xfrm>
              <a:custGeom>
                <a:avLst/>
                <a:gdLst/>
                <a:ahLst/>
                <a:cxnLst/>
                <a:rect l="l" t="t" r="r" b="b"/>
                <a:pathLst>
                  <a:path w="371" h="371" extrusionOk="0">
                    <a:moveTo>
                      <a:pt x="8" y="370"/>
                    </a:moveTo>
                    <a:cubicBezTo>
                      <a:pt x="7" y="370"/>
                      <a:pt x="6" y="370"/>
                      <a:pt x="5" y="370"/>
                    </a:cubicBezTo>
                    <a:cubicBezTo>
                      <a:pt x="2" y="369"/>
                      <a:pt x="0" y="364"/>
                      <a:pt x="2" y="360"/>
                    </a:cubicBezTo>
                    <a:cubicBezTo>
                      <a:pt x="4" y="354"/>
                      <a:pt x="71" y="183"/>
                      <a:pt x="359" y="2"/>
                    </a:cubicBezTo>
                    <a:cubicBezTo>
                      <a:pt x="363" y="0"/>
                      <a:pt x="366" y="1"/>
                      <a:pt x="368" y="4"/>
                    </a:cubicBezTo>
                    <a:cubicBezTo>
                      <a:pt x="370" y="8"/>
                      <a:pt x="369" y="12"/>
                      <a:pt x="366" y="14"/>
                    </a:cubicBezTo>
                    <a:cubicBezTo>
                      <a:pt x="83" y="192"/>
                      <a:pt x="16" y="363"/>
                      <a:pt x="15" y="364"/>
                    </a:cubicBezTo>
                    <a:cubicBezTo>
                      <a:pt x="14" y="369"/>
                      <a:pt x="11" y="370"/>
                      <a:pt x="8" y="370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1" name="Google Shape;801;p39"/>
              <p:cNvSpPr/>
              <p:nvPr/>
            </p:nvSpPr>
            <p:spPr>
              <a:xfrm>
                <a:off x="8447906" y="795541"/>
                <a:ext cx="347076" cy="81666"/>
              </a:xfrm>
              <a:custGeom>
                <a:avLst/>
                <a:gdLst/>
                <a:ahLst/>
                <a:cxnLst/>
                <a:rect l="l" t="t" r="r" b="b"/>
                <a:pathLst>
                  <a:path w="526" h="124" extrusionOk="0">
                    <a:moveTo>
                      <a:pt x="263" y="74"/>
                    </a:moveTo>
                    <a:cubicBezTo>
                      <a:pt x="218" y="74"/>
                      <a:pt x="180" y="69"/>
                      <a:pt x="148" y="63"/>
                    </a:cubicBezTo>
                    <a:cubicBezTo>
                      <a:pt x="59" y="46"/>
                      <a:pt x="6" y="15"/>
                      <a:pt x="4" y="14"/>
                    </a:cubicBezTo>
                    <a:cubicBezTo>
                      <a:pt x="1" y="13"/>
                      <a:pt x="0" y="8"/>
                      <a:pt x="2" y="5"/>
                    </a:cubicBezTo>
                    <a:cubicBezTo>
                      <a:pt x="4" y="1"/>
                      <a:pt x="8" y="0"/>
                      <a:pt x="11" y="2"/>
                    </a:cubicBezTo>
                    <a:cubicBezTo>
                      <a:pt x="13" y="3"/>
                      <a:pt x="221" y="123"/>
                      <a:pt x="514" y="12"/>
                    </a:cubicBezTo>
                    <a:cubicBezTo>
                      <a:pt x="518" y="11"/>
                      <a:pt x="522" y="12"/>
                      <a:pt x="524" y="15"/>
                    </a:cubicBezTo>
                    <a:cubicBezTo>
                      <a:pt x="525" y="19"/>
                      <a:pt x="524" y="23"/>
                      <a:pt x="520" y="25"/>
                    </a:cubicBezTo>
                    <a:cubicBezTo>
                      <a:pt x="423" y="61"/>
                      <a:pt x="335" y="74"/>
                      <a:pt x="263" y="74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2" name="Google Shape;802;p39"/>
              <p:cNvSpPr/>
              <p:nvPr/>
            </p:nvSpPr>
            <p:spPr>
              <a:xfrm>
                <a:off x="8873732" y="617625"/>
                <a:ext cx="177913" cy="411243"/>
              </a:xfrm>
              <a:custGeom>
                <a:avLst/>
                <a:gdLst/>
                <a:ahLst/>
                <a:cxnLst/>
                <a:rect l="l" t="t" r="r" b="b"/>
                <a:pathLst>
                  <a:path w="269" h="621" extrusionOk="0">
                    <a:moveTo>
                      <a:pt x="7" y="620"/>
                    </a:moveTo>
                    <a:lnTo>
                      <a:pt x="7" y="620"/>
                    </a:lnTo>
                    <a:cubicBezTo>
                      <a:pt x="2" y="620"/>
                      <a:pt x="0" y="616"/>
                      <a:pt x="1" y="612"/>
                    </a:cubicBezTo>
                    <a:cubicBezTo>
                      <a:pt x="1" y="608"/>
                      <a:pt x="43" y="205"/>
                      <a:pt x="255" y="2"/>
                    </a:cubicBezTo>
                    <a:cubicBezTo>
                      <a:pt x="258" y="0"/>
                      <a:pt x="263" y="0"/>
                      <a:pt x="265" y="2"/>
                    </a:cubicBezTo>
                    <a:cubicBezTo>
                      <a:pt x="268" y="5"/>
                      <a:pt x="268" y="10"/>
                      <a:pt x="265" y="13"/>
                    </a:cubicBezTo>
                    <a:cubicBezTo>
                      <a:pt x="58" y="212"/>
                      <a:pt x="15" y="609"/>
                      <a:pt x="15" y="613"/>
                    </a:cubicBezTo>
                    <a:cubicBezTo>
                      <a:pt x="14" y="617"/>
                      <a:pt x="11" y="620"/>
                      <a:pt x="7" y="620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3" name="Google Shape;803;p39"/>
              <p:cNvSpPr/>
              <p:nvPr/>
            </p:nvSpPr>
            <p:spPr>
              <a:xfrm>
                <a:off x="9147894" y="439711"/>
                <a:ext cx="58332" cy="344162"/>
              </a:xfrm>
              <a:custGeom>
                <a:avLst/>
                <a:gdLst/>
                <a:ahLst/>
                <a:cxnLst/>
                <a:rect l="l" t="t" r="r" b="b"/>
                <a:pathLst>
                  <a:path w="90" h="522" extrusionOk="0">
                    <a:moveTo>
                      <a:pt x="81" y="521"/>
                    </a:moveTo>
                    <a:cubicBezTo>
                      <a:pt x="78" y="521"/>
                      <a:pt x="74" y="519"/>
                      <a:pt x="74" y="515"/>
                    </a:cubicBezTo>
                    <a:cubicBezTo>
                      <a:pt x="72" y="500"/>
                      <a:pt x="0" y="145"/>
                      <a:pt x="69" y="5"/>
                    </a:cubicBezTo>
                    <a:cubicBezTo>
                      <a:pt x="71" y="1"/>
                      <a:pt x="74" y="0"/>
                      <a:pt x="78" y="2"/>
                    </a:cubicBezTo>
                    <a:cubicBezTo>
                      <a:pt x="82" y="4"/>
                      <a:pt x="83" y="7"/>
                      <a:pt x="81" y="11"/>
                    </a:cubicBezTo>
                    <a:cubicBezTo>
                      <a:pt x="15" y="147"/>
                      <a:pt x="88" y="509"/>
                      <a:pt x="88" y="512"/>
                    </a:cubicBezTo>
                    <a:cubicBezTo>
                      <a:pt x="89" y="516"/>
                      <a:pt x="86" y="520"/>
                      <a:pt x="82" y="521"/>
                    </a:cubicBezTo>
                    <a:cubicBezTo>
                      <a:pt x="82" y="521"/>
                      <a:pt x="82" y="521"/>
                      <a:pt x="81" y="521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4" name="Google Shape;804;p39"/>
              <p:cNvSpPr/>
              <p:nvPr/>
            </p:nvSpPr>
            <p:spPr>
              <a:xfrm>
                <a:off x="8894147" y="422211"/>
                <a:ext cx="317909" cy="96248"/>
              </a:xfrm>
              <a:custGeom>
                <a:avLst/>
                <a:gdLst/>
                <a:ahLst/>
                <a:cxnLst/>
                <a:rect l="l" t="t" r="r" b="b"/>
                <a:pathLst>
                  <a:path w="482" h="144" extrusionOk="0">
                    <a:moveTo>
                      <a:pt x="177" y="96"/>
                    </a:moveTo>
                    <a:cubicBezTo>
                      <a:pt x="72" y="96"/>
                      <a:pt x="6" y="67"/>
                      <a:pt x="5" y="66"/>
                    </a:cubicBezTo>
                    <a:cubicBezTo>
                      <a:pt x="1" y="64"/>
                      <a:pt x="0" y="60"/>
                      <a:pt x="1" y="56"/>
                    </a:cubicBezTo>
                    <a:cubicBezTo>
                      <a:pt x="3" y="53"/>
                      <a:pt x="7" y="52"/>
                      <a:pt x="11" y="53"/>
                    </a:cubicBezTo>
                    <a:cubicBezTo>
                      <a:pt x="12" y="54"/>
                      <a:pt x="216" y="143"/>
                      <a:pt x="470" y="2"/>
                    </a:cubicBezTo>
                    <a:cubicBezTo>
                      <a:pt x="474" y="0"/>
                      <a:pt x="477" y="1"/>
                      <a:pt x="479" y="5"/>
                    </a:cubicBezTo>
                    <a:cubicBezTo>
                      <a:pt x="481" y="9"/>
                      <a:pt x="480" y="13"/>
                      <a:pt x="476" y="15"/>
                    </a:cubicBezTo>
                    <a:cubicBezTo>
                      <a:pt x="363" y="78"/>
                      <a:pt x="259" y="96"/>
                      <a:pt x="177" y="96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5" name="Google Shape;805;p39"/>
              <p:cNvSpPr/>
              <p:nvPr/>
            </p:nvSpPr>
            <p:spPr>
              <a:xfrm>
                <a:off x="8631652" y="608876"/>
                <a:ext cx="399575" cy="119581"/>
              </a:xfrm>
              <a:custGeom>
                <a:avLst/>
                <a:gdLst/>
                <a:ahLst/>
                <a:cxnLst/>
                <a:rect l="l" t="t" r="r" b="b"/>
                <a:pathLst>
                  <a:path w="605" h="179" extrusionOk="0">
                    <a:moveTo>
                      <a:pt x="393" y="110"/>
                    </a:moveTo>
                    <a:cubicBezTo>
                      <a:pt x="344" y="110"/>
                      <a:pt x="286" y="103"/>
                      <a:pt x="219" y="88"/>
                    </a:cubicBezTo>
                    <a:cubicBezTo>
                      <a:pt x="100" y="60"/>
                      <a:pt x="6" y="14"/>
                      <a:pt x="5" y="14"/>
                    </a:cubicBezTo>
                    <a:cubicBezTo>
                      <a:pt x="1" y="12"/>
                      <a:pt x="0" y="9"/>
                      <a:pt x="2" y="5"/>
                    </a:cubicBezTo>
                    <a:cubicBezTo>
                      <a:pt x="4" y="1"/>
                      <a:pt x="7" y="0"/>
                      <a:pt x="11" y="2"/>
                    </a:cubicBezTo>
                    <a:cubicBezTo>
                      <a:pt x="14" y="4"/>
                      <a:pt x="382" y="178"/>
                      <a:pt x="592" y="47"/>
                    </a:cubicBezTo>
                    <a:cubicBezTo>
                      <a:pt x="596" y="45"/>
                      <a:pt x="600" y="46"/>
                      <a:pt x="602" y="49"/>
                    </a:cubicBezTo>
                    <a:cubicBezTo>
                      <a:pt x="604" y="52"/>
                      <a:pt x="603" y="56"/>
                      <a:pt x="600" y="58"/>
                    </a:cubicBezTo>
                    <a:cubicBezTo>
                      <a:pt x="558" y="85"/>
                      <a:pt x="492" y="110"/>
                      <a:pt x="393" y="110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5">
          <a:extLst>
            <a:ext uri="{FF2B5EF4-FFF2-40B4-BE49-F238E27FC236}">
              <a16:creationId xmlns:a16="http://schemas.microsoft.com/office/drawing/2014/main" id="{385376A2-CC55-8C13-12C4-8C5C2AEE0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39">
            <a:extLst>
              <a:ext uri="{FF2B5EF4-FFF2-40B4-BE49-F238E27FC236}">
                <a16:creationId xmlns:a16="http://schemas.microsoft.com/office/drawing/2014/main" id="{E9F0ED99-ACCF-57D8-C4AA-17F1E6A82E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ROC Curve and Confusion Matrix:</a:t>
            </a:r>
            <a:endParaRPr dirty="0"/>
          </a:p>
        </p:txBody>
      </p:sp>
      <p:grpSp>
        <p:nvGrpSpPr>
          <p:cNvPr id="786" name="Google Shape;786;p39">
            <a:extLst>
              <a:ext uri="{FF2B5EF4-FFF2-40B4-BE49-F238E27FC236}">
                <a16:creationId xmlns:a16="http://schemas.microsoft.com/office/drawing/2014/main" id="{FFAD417C-CF92-7BAA-DA40-46E96FCCD8A3}"/>
              </a:ext>
            </a:extLst>
          </p:cNvPr>
          <p:cNvGrpSpPr/>
          <p:nvPr/>
        </p:nvGrpSpPr>
        <p:grpSpPr>
          <a:xfrm>
            <a:off x="6484602" y="-2820533"/>
            <a:ext cx="5839606" cy="5752659"/>
            <a:chOff x="6484602" y="-2820533"/>
            <a:chExt cx="5839606" cy="5752659"/>
          </a:xfrm>
        </p:grpSpPr>
        <p:sp>
          <p:nvSpPr>
            <p:cNvPr id="787" name="Google Shape;787;p39">
              <a:extLst>
                <a:ext uri="{FF2B5EF4-FFF2-40B4-BE49-F238E27FC236}">
                  <a16:creationId xmlns:a16="http://schemas.microsoft.com/office/drawing/2014/main" id="{FD334E69-9C5D-0287-CF62-2A9325C67188}"/>
                </a:ext>
              </a:extLst>
            </p:cNvPr>
            <p:cNvSpPr/>
            <p:nvPr/>
          </p:nvSpPr>
          <p:spPr>
            <a:xfrm rot="-2124674">
              <a:off x="7233804" y="-1930163"/>
              <a:ext cx="4341202" cy="3971917"/>
            </a:xfrm>
            <a:custGeom>
              <a:avLst/>
              <a:gdLst/>
              <a:ahLst/>
              <a:cxnLst/>
              <a:rect l="l" t="t" r="r" b="b"/>
              <a:pathLst>
                <a:path w="25107" h="22971" extrusionOk="0">
                  <a:moveTo>
                    <a:pt x="6029" y="1"/>
                  </a:moveTo>
                  <a:cubicBezTo>
                    <a:pt x="4338" y="1"/>
                    <a:pt x="2979" y="676"/>
                    <a:pt x="2106" y="1643"/>
                  </a:cubicBezTo>
                  <a:cubicBezTo>
                    <a:pt x="580" y="3337"/>
                    <a:pt x="1" y="6173"/>
                    <a:pt x="2576" y="10368"/>
                  </a:cubicBezTo>
                  <a:cubicBezTo>
                    <a:pt x="4339" y="13239"/>
                    <a:pt x="4269" y="14957"/>
                    <a:pt x="3934" y="17793"/>
                  </a:cubicBezTo>
                  <a:cubicBezTo>
                    <a:pt x="3597" y="20624"/>
                    <a:pt x="4165" y="21865"/>
                    <a:pt x="5284" y="22550"/>
                  </a:cubicBezTo>
                  <a:cubicBezTo>
                    <a:pt x="5735" y="22827"/>
                    <a:pt x="6253" y="22970"/>
                    <a:pt x="6788" y="22970"/>
                  </a:cubicBezTo>
                  <a:cubicBezTo>
                    <a:pt x="7978" y="22970"/>
                    <a:pt x="9255" y="22259"/>
                    <a:pt x="10087" y="20722"/>
                  </a:cubicBezTo>
                  <a:cubicBezTo>
                    <a:pt x="11061" y="18911"/>
                    <a:pt x="11691" y="17303"/>
                    <a:pt x="13839" y="17303"/>
                  </a:cubicBezTo>
                  <a:cubicBezTo>
                    <a:pt x="14341" y="17303"/>
                    <a:pt x="14925" y="17391"/>
                    <a:pt x="15616" y="17584"/>
                  </a:cubicBezTo>
                  <a:cubicBezTo>
                    <a:pt x="16571" y="17851"/>
                    <a:pt x="17477" y="17980"/>
                    <a:pt x="18320" y="17980"/>
                  </a:cubicBezTo>
                  <a:cubicBezTo>
                    <a:pt x="20695" y="17980"/>
                    <a:pt x="22564" y="16954"/>
                    <a:pt x="23591" y="15113"/>
                  </a:cubicBezTo>
                  <a:cubicBezTo>
                    <a:pt x="24984" y="12619"/>
                    <a:pt x="25106" y="8192"/>
                    <a:pt x="22164" y="6325"/>
                  </a:cubicBezTo>
                  <a:cubicBezTo>
                    <a:pt x="19224" y="4462"/>
                    <a:pt x="16596" y="6173"/>
                    <a:pt x="12118" y="2548"/>
                  </a:cubicBezTo>
                  <a:cubicBezTo>
                    <a:pt x="9850" y="712"/>
                    <a:pt x="7765" y="1"/>
                    <a:pt x="60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grpSp>
          <p:nvGrpSpPr>
            <p:cNvPr id="788" name="Google Shape;788;p39">
              <a:extLst>
                <a:ext uri="{FF2B5EF4-FFF2-40B4-BE49-F238E27FC236}">
                  <a16:creationId xmlns:a16="http://schemas.microsoft.com/office/drawing/2014/main" id="{9B7D8D42-4BA0-C417-C066-23EAF4DFA57D}"/>
                </a:ext>
              </a:extLst>
            </p:cNvPr>
            <p:cNvGrpSpPr/>
            <p:nvPr/>
          </p:nvGrpSpPr>
          <p:grpSpPr>
            <a:xfrm rot="9688315" flipH="1">
              <a:off x="8278879" y="37445"/>
              <a:ext cx="1009656" cy="896334"/>
              <a:chOff x="8017245" y="4305760"/>
              <a:chExt cx="943640" cy="837728"/>
            </a:xfrm>
          </p:grpSpPr>
          <p:sp>
            <p:nvSpPr>
              <p:cNvPr id="789" name="Google Shape;789;p39">
                <a:extLst>
                  <a:ext uri="{FF2B5EF4-FFF2-40B4-BE49-F238E27FC236}">
                    <a16:creationId xmlns:a16="http://schemas.microsoft.com/office/drawing/2014/main" id="{080CF38E-EE4E-BA17-75FE-003B6F32E303}"/>
                  </a:ext>
                </a:extLst>
              </p:cNvPr>
              <p:cNvSpPr/>
              <p:nvPr/>
            </p:nvSpPr>
            <p:spPr>
              <a:xfrm rot="-2826888">
                <a:off x="8112182" y="4536514"/>
                <a:ext cx="145076" cy="322392"/>
              </a:xfrm>
              <a:custGeom>
                <a:avLst/>
                <a:gdLst/>
                <a:ahLst/>
                <a:cxnLst/>
                <a:rect l="l" t="t" r="r" b="b"/>
                <a:pathLst>
                  <a:path w="277" h="619" extrusionOk="0">
                    <a:moveTo>
                      <a:pt x="172" y="618"/>
                    </a:moveTo>
                    <a:cubicBezTo>
                      <a:pt x="172" y="618"/>
                      <a:pt x="173" y="617"/>
                      <a:pt x="174" y="616"/>
                    </a:cubicBezTo>
                    <a:cubicBezTo>
                      <a:pt x="175" y="615"/>
                      <a:pt x="177" y="613"/>
                      <a:pt x="179" y="610"/>
                    </a:cubicBezTo>
                    <a:cubicBezTo>
                      <a:pt x="181" y="607"/>
                      <a:pt x="183" y="604"/>
                      <a:pt x="186" y="601"/>
                    </a:cubicBezTo>
                    <a:cubicBezTo>
                      <a:pt x="188" y="597"/>
                      <a:pt x="192" y="593"/>
                      <a:pt x="196" y="588"/>
                    </a:cubicBezTo>
                    <a:cubicBezTo>
                      <a:pt x="209" y="569"/>
                      <a:pt x="226" y="543"/>
                      <a:pt x="239" y="513"/>
                    </a:cubicBezTo>
                    <a:cubicBezTo>
                      <a:pt x="252" y="483"/>
                      <a:pt x="263" y="446"/>
                      <a:pt x="269" y="409"/>
                    </a:cubicBezTo>
                    <a:cubicBezTo>
                      <a:pt x="275" y="372"/>
                      <a:pt x="276" y="333"/>
                      <a:pt x="271" y="294"/>
                    </a:cubicBezTo>
                    <a:cubicBezTo>
                      <a:pt x="266" y="255"/>
                      <a:pt x="258" y="217"/>
                      <a:pt x="244" y="182"/>
                    </a:cubicBezTo>
                    <a:cubicBezTo>
                      <a:pt x="229" y="146"/>
                      <a:pt x="211" y="116"/>
                      <a:pt x="191" y="88"/>
                    </a:cubicBezTo>
                    <a:cubicBezTo>
                      <a:pt x="182" y="75"/>
                      <a:pt x="170" y="62"/>
                      <a:pt x="161" y="52"/>
                    </a:cubicBezTo>
                    <a:cubicBezTo>
                      <a:pt x="150" y="41"/>
                      <a:pt x="141" y="32"/>
                      <a:pt x="132" y="24"/>
                    </a:cubicBezTo>
                    <a:cubicBezTo>
                      <a:pt x="128" y="21"/>
                      <a:pt x="124" y="17"/>
                      <a:pt x="121" y="14"/>
                    </a:cubicBezTo>
                    <a:cubicBezTo>
                      <a:pt x="117" y="11"/>
                      <a:pt x="114" y="8"/>
                      <a:pt x="111" y="6"/>
                    </a:cubicBezTo>
                    <a:cubicBezTo>
                      <a:pt x="108" y="4"/>
                      <a:pt x="106" y="1"/>
                      <a:pt x="105" y="1"/>
                    </a:cubicBezTo>
                    <a:cubicBezTo>
                      <a:pt x="103" y="0"/>
                      <a:pt x="103" y="0"/>
                      <a:pt x="103" y="0"/>
                    </a:cubicBezTo>
                    <a:cubicBezTo>
                      <a:pt x="103" y="0"/>
                      <a:pt x="102" y="1"/>
                      <a:pt x="101" y="1"/>
                    </a:cubicBezTo>
                    <a:cubicBezTo>
                      <a:pt x="100" y="2"/>
                      <a:pt x="98" y="4"/>
                      <a:pt x="96" y="7"/>
                    </a:cubicBezTo>
                    <a:cubicBezTo>
                      <a:pt x="94" y="10"/>
                      <a:pt x="91" y="13"/>
                      <a:pt x="88" y="17"/>
                    </a:cubicBezTo>
                    <a:cubicBezTo>
                      <a:pt x="85" y="21"/>
                      <a:pt x="83" y="24"/>
                      <a:pt x="79" y="29"/>
                    </a:cubicBezTo>
                    <a:cubicBezTo>
                      <a:pt x="72" y="39"/>
                      <a:pt x="65" y="50"/>
                      <a:pt x="58" y="62"/>
                    </a:cubicBezTo>
                    <a:cubicBezTo>
                      <a:pt x="50" y="75"/>
                      <a:pt x="43" y="89"/>
                      <a:pt x="37" y="105"/>
                    </a:cubicBezTo>
                    <a:cubicBezTo>
                      <a:pt x="24" y="136"/>
                      <a:pt x="13" y="172"/>
                      <a:pt x="6" y="209"/>
                    </a:cubicBezTo>
                    <a:cubicBezTo>
                      <a:pt x="1" y="246"/>
                      <a:pt x="0" y="285"/>
                      <a:pt x="5" y="324"/>
                    </a:cubicBezTo>
                    <a:cubicBezTo>
                      <a:pt x="9" y="363"/>
                      <a:pt x="19" y="401"/>
                      <a:pt x="33" y="436"/>
                    </a:cubicBezTo>
                    <a:cubicBezTo>
                      <a:pt x="47" y="471"/>
                      <a:pt x="65" y="503"/>
                      <a:pt x="85" y="530"/>
                    </a:cubicBezTo>
                    <a:cubicBezTo>
                      <a:pt x="106" y="557"/>
                      <a:pt x="126" y="579"/>
                      <a:pt x="144" y="594"/>
                    </a:cubicBezTo>
                    <a:cubicBezTo>
                      <a:pt x="147" y="598"/>
                      <a:pt x="152" y="602"/>
                      <a:pt x="155" y="604"/>
                    </a:cubicBezTo>
                    <a:cubicBezTo>
                      <a:pt x="159" y="607"/>
                      <a:pt x="162" y="610"/>
                      <a:pt x="165" y="612"/>
                    </a:cubicBezTo>
                    <a:cubicBezTo>
                      <a:pt x="167" y="614"/>
                      <a:pt x="169" y="616"/>
                      <a:pt x="171" y="617"/>
                    </a:cubicBezTo>
                    <a:cubicBezTo>
                      <a:pt x="171" y="618"/>
                      <a:pt x="172" y="618"/>
                      <a:pt x="172" y="618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0" name="Google Shape;790;p39">
                <a:extLst>
                  <a:ext uri="{FF2B5EF4-FFF2-40B4-BE49-F238E27FC236}">
                    <a16:creationId xmlns:a16="http://schemas.microsoft.com/office/drawing/2014/main" id="{5948324E-850C-9B85-FB8F-0A381AF8FD8C}"/>
                  </a:ext>
                </a:extLst>
              </p:cNvPr>
              <p:cNvSpPr/>
              <p:nvPr/>
            </p:nvSpPr>
            <p:spPr>
              <a:xfrm rot="-2826872">
                <a:off x="8093848" y="4826636"/>
                <a:ext cx="271731" cy="193434"/>
              </a:xfrm>
              <a:custGeom>
                <a:avLst/>
                <a:gdLst/>
                <a:ahLst/>
                <a:cxnLst/>
                <a:rect l="l" t="t" r="r" b="b"/>
                <a:pathLst>
                  <a:path w="519" h="370" extrusionOk="0">
                    <a:moveTo>
                      <a:pt x="518" y="355"/>
                    </a:moveTo>
                    <a:cubicBezTo>
                      <a:pt x="518" y="355"/>
                      <a:pt x="518" y="354"/>
                      <a:pt x="518" y="352"/>
                    </a:cubicBezTo>
                    <a:cubicBezTo>
                      <a:pt x="518" y="350"/>
                      <a:pt x="517" y="347"/>
                      <a:pt x="517" y="344"/>
                    </a:cubicBezTo>
                    <a:cubicBezTo>
                      <a:pt x="516" y="342"/>
                      <a:pt x="516" y="337"/>
                      <a:pt x="515" y="333"/>
                    </a:cubicBezTo>
                    <a:cubicBezTo>
                      <a:pt x="514" y="328"/>
                      <a:pt x="513" y="324"/>
                      <a:pt x="511" y="318"/>
                    </a:cubicBezTo>
                    <a:cubicBezTo>
                      <a:pt x="505" y="296"/>
                      <a:pt x="496" y="266"/>
                      <a:pt x="481" y="237"/>
                    </a:cubicBezTo>
                    <a:cubicBezTo>
                      <a:pt x="465" y="206"/>
                      <a:pt x="445" y="176"/>
                      <a:pt x="421" y="147"/>
                    </a:cubicBezTo>
                    <a:cubicBezTo>
                      <a:pt x="396" y="119"/>
                      <a:pt x="366" y="93"/>
                      <a:pt x="334" y="71"/>
                    </a:cubicBezTo>
                    <a:cubicBezTo>
                      <a:pt x="301" y="49"/>
                      <a:pt x="266" y="32"/>
                      <a:pt x="230" y="21"/>
                    </a:cubicBezTo>
                    <a:cubicBezTo>
                      <a:pt x="194" y="9"/>
                      <a:pt x="158" y="2"/>
                      <a:pt x="124" y="1"/>
                    </a:cubicBezTo>
                    <a:cubicBezTo>
                      <a:pt x="107" y="0"/>
                      <a:pt x="91" y="0"/>
                      <a:pt x="77" y="1"/>
                    </a:cubicBezTo>
                    <a:cubicBezTo>
                      <a:pt x="62" y="2"/>
                      <a:pt x="49" y="2"/>
                      <a:pt x="38" y="4"/>
                    </a:cubicBezTo>
                    <a:cubicBezTo>
                      <a:pt x="32" y="5"/>
                      <a:pt x="27" y="6"/>
                      <a:pt x="22" y="7"/>
                    </a:cubicBezTo>
                    <a:cubicBezTo>
                      <a:pt x="18" y="8"/>
                      <a:pt x="14" y="9"/>
                      <a:pt x="11" y="10"/>
                    </a:cubicBezTo>
                    <a:cubicBezTo>
                      <a:pt x="8" y="11"/>
                      <a:pt x="5" y="12"/>
                      <a:pt x="3" y="12"/>
                    </a:cubicBezTo>
                    <a:cubicBezTo>
                      <a:pt x="1" y="12"/>
                      <a:pt x="0" y="13"/>
                      <a:pt x="0" y="13"/>
                    </a:cubicBezTo>
                    <a:cubicBezTo>
                      <a:pt x="0" y="13"/>
                      <a:pt x="0" y="14"/>
                      <a:pt x="0" y="16"/>
                    </a:cubicBezTo>
                    <a:cubicBezTo>
                      <a:pt x="0" y="18"/>
                      <a:pt x="1" y="21"/>
                      <a:pt x="1" y="23"/>
                    </a:cubicBezTo>
                    <a:cubicBezTo>
                      <a:pt x="2" y="26"/>
                      <a:pt x="2" y="31"/>
                      <a:pt x="3" y="35"/>
                    </a:cubicBezTo>
                    <a:cubicBezTo>
                      <a:pt x="4" y="40"/>
                      <a:pt x="5" y="44"/>
                      <a:pt x="7" y="50"/>
                    </a:cubicBezTo>
                    <a:cubicBezTo>
                      <a:pt x="10" y="62"/>
                      <a:pt x="14" y="74"/>
                      <a:pt x="19" y="88"/>
                    </a:cubicBezTo>
                    <a:cubicBezTo>
                      <a:pt x="23" y="102"/>
                      <a:pt x="30" y="117"/>
                      <a:pt x="38" y="132"/>
                    </a:cubicBezTo>
                    <a:cubicBezTo>
                      <a:pt x="53" y="163"/>
                      <a:pt x="73" y="193"/>
                      <a:pt x="98" y="222"/>
                    </a:cubicBezTo>
                    <a:cubicBezTo>
                      <a:pt x="122" y="250"/>
                      <a:pt x="152" y="276"/>
                      <a:pt x="184" y="297"/>
                    </a:cubicBezTo>
                    <a:cubicBezTo>
                      <a:pt x="217" y="318"/>
                      <a:pt x="252" y="336"/>
                      <a:pt x="288" y="347"/>
                    </a:cubicBezTo>
                    <a:cubicBezTo>
                      <a:pt x="324" y="359"/>
                      <a:pt x="361" y="365"/>
                      <a:pt x="394" y="367"/>
                    </a:cubicBezTo>
                    <a:cubicBezTo>
                      <a:pt x="427" y="369"/>
                      <a:pt x="458" y="367"/>
                      <a:pt x="481" y="364"/>
                    </a:cubicBezTo>
                    <a:cubicBezTo>
                      <a:pt x="486" y="363"/>
                      <a:pt x="491" y="362"/>
                      <a:pt x="496" y="361"/>
                    </a:cubicBezTo>
                    <a:cubicBezTo>
                      <a:pt x="501" y="360"/>
                      <a:pt x="504" y="359"/>
                      <a:pt x="507" y="358"/>
                    </a:cubicBezTo>
                    <a:cubicBezTo>
                      <a:pt x="510" y="357"/>
                      <a:pt x="513" y="356"/>
                      <a:pt x="515" y="356"/>
                    </a:cubicBezTo>
                    <a:cubicBezTo>
                      <a:pt x="517" y="356"/>
                      <a:pt x="518" y="355"/>
                      <a:pt x="518" y="355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1" name="Google Shape;791;p39">
                <a:extLst>
                  <a:ext uri="{FF2B5EF4-FFF2-40B4-BE49-F238E27FC236}">
                    <a16:creationId xmlns:a16="http://schemas.microsoft.com/office/drawing/2014/main" id="{66008434-B5EC-291A-F4A5-CC34DF86B2A6}"/>
                  </a:ext>
                </a:extLst>
              </p:cNvPr>
              <p:cNvSpPr/>
              <p:nvPr/>
            </p:nvSpPr>
            <p:spPr>
              <a:xfrm rot="-2826883">
                <a:off x="8314007" y="4568602"/>
                <a:ext cx="126653" cy="232581"/>
              </a:xfrm>
              <a:custGeom>
                <a:avLst/>
                <a:gdLst/>
                <a:ahLst/>
                <a:cxnLst/>
                <a:rect l="l" t="t" r="r" b="b"/>
                <a:pathLst>
                  <a:path w="241" h="445" extrusionOk="0">
                    <a:moveTo>
                      <a:pt x="33" y="444"/>
                    </a:moveTo>
                    <a:cubicBezTo>
                      <a:pt x="33" y="444"/>
                      <a:pt x="34" y="444"/>
                      <a:pt x="35" y="444"/>
                    </a:cubicBezTo>
                    <a:cubicBezTo>
                      <a:pt x="36" y="443"/>
                      <a:pt x="38" y="443"/>
                      <a:pt x="40" y="442"/>
                    </a:cubicBezTo>
                    <a:cubicBezTo>
                      <a:pt x="42" y="441"/>
                      <a:pt x="46" y="440"/>
                      <a:pt x="49" y="438"/>
                    </a:cubicBezTo>
                    <a:cubicBezTo>
                      <a:pt x="52" y="436"/>
                      <a:pt x="56" y="435"/>
                      <a:pt x="59" y="433"/>
                    </a:cubicBezTo>
                    <a:cubicBezTo>
                      <a:pt x="75" y="425"/>
                      <a:pt x="95" y="413"/>
                      <a:pt x="116" y="397"/>
                    </a:cubicBezTo>
                    <a:cubicBezTo>
                      <a:pt x="136" y="381"/>
                      <a:pt x="156" y="361"/>
                      <a:pt x="173" y="337"/>
                    </a:cubicBezTo>
                    <a:cubicBezTo>
                      <a:pt x="190" y="314"/>
                      <a:pt x="204" y="287"/>
                      <a:pt x="216" y="260"/>
                    </a:cubicBezTo>
                    <a:cubicBezTo>
                      <a:pt x="226" y="232"/>
                      <a:pt x="234" y="202"/>
                      <a:pt x="237" y="174"/>
                    </a:cubicBezTo>
                    <a:cubicBezTo>
                      <a:pt x="240" y="145"/>
                      <a:pt x="239" y="117"/>
                      <a:pt x="235" y="91"/>
                    </a:cubicBezTo>
                    <a:cubicBezTo>
                      <a:pt x="233" y="79"/>
                      <a:pt x="230" y="66"/>
                      <a:pt x="227" y="56"/>
                    </a:cubicBezTo>
                    <a:cubicBezTo>
                      <a:pt x="224" y="45"/>
                      <a:pt x="220" y="35"/>
                      <a:pt x="218" y="27"/>
                    </a:cubicBezTo>
                    <a:cubicBezTo>
                      <a:pt x="216" y="23"/>
                      <a:pt x="215" y="20"/>
                      <a:pt x="213" y="16"/>
                    </a:cubicBezTo>
                    <a:cubicBezTo>
                      <a:pt x="212" y="13"/>
                      <a:pt x="210" y="10"/>
                      <a:pt x="209" y="7"/>
                    </a:cubicBezTo>
                    <a:lnTo>
                      <a:pt x="206" y="1"/>
                    </a:lnTo>
                    <a:cubicBezTo>
                      <a:pt x="205" y="1"/>
                      <a:pt x="205" y="0"/>
                      <a:pt x="205" y="0"/>
                    </a:cubicBezTo>
                    <a:cubicBezTo>
                      <a:pt x="205" y="0"/>
                      <a:pt x="204" y="0"/>
                      <a:pt x="203" y="1"/>
                    </a:cubicBezTo>
                    <a:cubicBezTo>
                      <a:pt x="202" y="1"/>
                      <a:pt x="200" y="1"/>
                      <a:pt x="198" y="2"/>
                    </a:cubicBezTo>
                    <a:cubicBezTo>
                      <a:pt x="195" y="3"/>
                      <a:pt x="192" y="4"/>
                      <a:pt x="189" y="6"/>
                    </a:cubicBezTo>
                    <a:cubicBezTo>
                      <a:pt x="186" y="8"/>
                      <a:pt x="182" y="9"/>
                      <a:pt x="179" y="11"/>
                    </a:cubicBezTo>
                    <a:cubicBezTo>
                      <a:pt x="171" y="15"/>
                      <a:pt x="161" y="20"/>
                      <a:pt x="152" y="26"/>
                    </a:cubicBezTo>
                    <a:cubicBezTo>
                      <a:pt x="142" y="32"/>
                      <a:pt x="132" y="40"/>
                      <a:pt x="122" y="47"/>
                    </a:cubicBezTo>
                    <a:cubicBezTo>
                      <a:pt x="102" y="63"/>
                      <a:pt x="82" y="83"/>
                      <a:pt x="65" y="107"/>
                    </a:cubicBezTo>
                    <a:cubicBezTo>
                      <a:pt x="48" y="130"/>
                      <a:pt x="33" y="156"/>
                      <a:pt x="23" y="184"/>
                    </a:cubicBezTo>
                    <a:cubicBezTo>
                      <a:pt x="12" y="211"/>
                      <a:pt x="5" y="242"/>
                      <a:pt x="3" y="270"/>
                    </a:cubicBezTo>
                    <a:cubicBezTo>
                      <a:pt x="0" y="299"/>
                      <a:pt x="1" y="327"/>
                      <a:pt x="6" y="353"/>
                    </a:cubicBezTo>
                    <a:cubicBezTo>
                      <a:pt x="10" y="379"/>
                      <a:pt x="17" y="401"/>
                      <a:pt x="23" y="418"/>
                    </a:cubicBezTo>
                    <a:cubicBezTo>
                      <a:pt x="25" y="422"/>
                      <a:pt x="26" y="425"/>
                      <a:pt x="28" y="429"/>
                    </a:cubicBezTo>
                    <a:cubicBezTo>
                      <a:pt x="29" y="432"/>
                      <a:pt x="31" y="435"/>
                      <a:pt x="32" y="438"/>
                    </a:cubicBezTo>
                    <a:lnTo>
                      <a:pt x="35" y="444"/>
                    </a:lnTo>
                    <a:cubicBezTo>
                      <a:pt x="32" y="444"/>
                      <a:pt x="33" y="444"/>
                      <a:pt x="33" y="444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2" name="Google Shape;792;p39">
                <a:extLst>
                  <a:ext uri="{FF2B5EF4-FFF2-40B4-BE49-F238E27FC236}">
                    <a16:creationId xmlns:a16="http://schemas.microsoft.com/office/drawing/2014/main" id="{1D8F519A-0E88-22B3-F50D-835A0266B5C3}"/>
                  </a:ext>
                </a:extLst>
              </p:cNvPr>
              <p:cNvSpPr/>
              <p:nvPr/>
            </p:nvSpPr>
            <p:spPr>
              <a:xfrm rot="-2826886">
                <a:off x="8476913" y="4622864"/>
                <a:ext cx="101324" cy="230280"/>
              </a:xfrm>
              <a:custGeom>
                <a:avLst/>
                <a:gdLst/>
                <a:ahLst/>
                <a:cxnLst/>
                <a:rect l="l" t="t" r="r" b="b"/>
                <a:pathLst>
                  <a:path w="192" h="440" extrusionOk="0">
                    <a:moveTo>
                      <a:pt x="94" y="439"/>
                    </a:moveTo>
                    <a:cubicBezTo>
                      <a:pt x="94" y="439"/>
                      <a:pt x="95" y="439"/>
                      <a:pt x="96" y="438"/>
                    </a:cubicBezTo>
                    <a:cubicBezTo>
                      <a:pt x="97" y="437"/>
                      <a:pt x="99" y="436"/>
                      <a:pt x="100" y="434"/>
                    </a:cubicBezTo>
                    <a:cubicBezTo>
                      <a:pt x="102" y="432"/>
                      <a:pt x="104" y="430"/>
                      <a:pt x="106" y="428"/>
                    </a:cubicBezTo>
                    <a:cubicBezTo>
                      <a:pt x="108" y="426"/>
                      <a:pt x="111" y="424"/>
                      <a:pt x="114" y="421"/>
                    </a:cubicBezTo>
                    <a:cubicBezTo>
                      <a:pt x="124" y="408"/>
                      <a:pt x="137" y="391"/>
                      <a:pt x="150" y="371"/>
                    </a:cubicBezTo>
                    <a:cubicBezTo>
                      <a:pt x="162" y="350"/>
                      <a:pt x="173" y="326"/>
                      <a:pt x="179" y="301"/>
                    </a:cubicBezTo>
                    <a:cubicBezTo>
                      <a:pt x="187" y="275"/>
                      <a:pt x="190" y="247"/>
                      <a:pt x="191" y="220"/>
                    </a:cubicBezTo>
                    <a:cubicBezTo>
                      <a:pt x="191" y="192"/>
                      <a:pt x="186" y="165"/>
                      <a:pt x="180" y="139"/>
                    </a:cubicBezTo>
                    <a:cubicBezTo>
                      <a:pt x="173" y="113"/>
                      <a:pt x="163" y="89"/>
                      <a:pt x="151" y="68"/>
                    </a:cubicBezTo>
                    <a:cubicBezTo>
                      <a:pt x="145" y="58"/>
                      <a:pt x="138" y="48"/>
                      <a:pt x="133" y="40"/>
                    </a:cubicBezTo>
                    <a:cubicBezTo>
                      <a:pt x="126" y="31"/>
                      <a:pt x="120" y="24"/>
                      <a:pt x="114" y="18"/>
                    </a:cubicBezTo>
                    <a:cubicBezTo>
                      <a:pt x="112" y="15"/>
                      <a:pt x="110" y="12"/>
                      <a:pt x="107" y="10"/>
                    </a:cubicBezTo>
                    <a:cubicBezTo>
                      <a:pt x="105" y="8"/>
                      <a:pt x="102" y="5"/>
                      <a:pt x="101" y="4"/>
                    </a:cubicBezTo>
                    <a:cubicBezTo>
                      <a:pt x="99" y="2"/>
                      <a:pt x="98" y="2"/>
                      <a:pt x="97" y="1"/>
                    </a:cubicBezTo>
                    <a:cubicBezTo>
                      <a:pt x="96" y="0"/>
                      <a:pt x="95" y="0"/>
                      <a:pt x="95" y="0"/>
                    </a:cubicBezTo>
                    <a:cubicBezTo>
                      <a:pt x="95" y="0"/>
                      <a:pt x="94" y="0"/>
                      <a:pt x="94" y="1"/>
                    </a:cubicBezTo>
                    <a:cubicBezTo>
                      <a:pt x="93" y="2"/>
                      <a:pt x="91" y="3"/>
                      <a:pt x="90" y="4"/>
                    </a:cubicBezTo>
                    <a:cubicBezTo>
                      <a:pt x="88" y="6"/>
                      <a:pt x="86" y="8"/>
                      <a:pt x="84" y="10"/>
                    </a:cubicBezTo>
                    <a:cubicBezTo>
                      <a:pt x="82" y="12"/>
                      <a:pt x="79" y="15"/>
                      <a:pt x="76" y="18"/>
                    </a:cubicBezTo>
                    <a:cubicBezTo>
                      <a:pt x="71" y="24"/>
                      <a:pt x="65" y="31"/>
                      <a:pt x="58" y="40"/>
                    </a:cubicBezTo>
                    <a:cubicBezTo>
                      <a:pt x="53" y="48"/>
                      <a:pt x="46" y="58"/>
                      <a:pt x="40" y="68"/>
                    </a:cubicBezTo>
                    <a:cubicBezTo>
                      <a:pt x="28" y="89"/>
                      <a:pt x="17" y="113"/>
                      <a:pt x="11" y="139"/>
                    </a:cubicBezTo>
                    <a:cubicBezTo>
                      <a:pt x="3" y="165"/>
                      <a:pt x="0" y="192"/>
                      <a:pt x="0" y="220"/>
                    </a:cubicBezTo>
                    <a:cubicBezTo>
                      <a:pt x="0" y="247"/>
                      <a:pt x="4" y="275"/>
                      <a:pt x="11" y="301"/>
                    </a:cubicBezTo>
                    <a:cubicBezTo>
                      <a:pt x="17" y="326"/>
                      <a:pt x="28" y="350"/>
                      <a:pt x="40" y="371"/>
                    </a:cubicBezTo>
                    <a:cubicBezTo>
                      <a:pt x="52" y="392"/>
                      <a:pt x="65" y="409"/>
                      <a:pt x="76" y="421"/>
                    </a:cubicBezTo>
                    <a:cubicBezTo>
                      <a:pt x="79" y="424"/>
                      <a:pt x="81" y="426"/>
                      <a:pt x="84" y="428"/>
                    </a:cubicBezTo>
                    <a:cubicBezTo>
                      <a:pt x="86" y="430"/>
                      <a:pt x="89" y="433"/>
                      <a:pt x="90" y="434"/>
                    </a:cubicBezTo>
                    <a:cubicBezTo>
                      <a:pt x="92" y="436"/>
                      <a:pt x="93" y="437"/>
                      <a:pt x="94" y="438"/>
                    </a:cubicBezTo>
                    <a:cubicBezTo>
                      <a:pt x="94" y="439"/>
                      <a:pt x="94" y="439"/>
                      <a:pt x="94" y="439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3" name="Google Shape;793;p39">
                <a:extLst>
                  <a:ext uri="{FF2B5EF4-FFF2-40B4-BE49-F238E27FC236}">
                    <a16:creationId xmlns:a16="http://schemas.microsoft.com/office/drawing/2014/main" id="{DE99565B-280D-AEDA-B6A6-302CF424529D}"/>
                  </a:ext>
                </a:extLst>
              </p:cNvPr>
              <p:cNvSpPr/>
              <p:nvPr/>
            </p:nvSpPr>
            <p:spPr>
              <a:xfrm rot="-2826885">
                <a:off x="8288151" y="4376905"/>
                <a:ext cx="497407" cy="695439"/>
              </a:xfrm>
              <a:custGeom>
                <a:avLst/>
                <a:gdLst/>
                <a:ahLst/>
                <a:cxnLst/>
                <a:rect l="l" t="t" r="r" b="b"/>
                <a:pathLst>
                  <a:path w="951" h="1332" extrusionOk="0">
                    <a:moveTo>
                      <a:pt x="944" y="1331"/>
                    </a:moveTo>
                    <a:cubicBezTo>
                      <a:pt x="396" y="1091"/>
                      <a:pt x="179" y="742"/>
                      <a:pt x="93" y="492"/>
                    </a:cubicBezTo>
                    <a:cubicBezTo>
                      <a:pt x="0" y="220"/>
                      <a:pt x="38" y="3"/>
                      <a:pt x="39" y="0"/>
                    </a:cubicBezTo>
                    <a:lnTo>
                      <a:pt x="53" y="3"/>
                    </a:lnTo>
                    <a:cubicBezTo>
                      <a:pt x="53" y="5"/>
                      <a:pt x="16" y="220"/>
                      <a:pt x="107" y="488"/>
                    </a:cubicBezTo>
                    <a:cubicBezTo>
                      <a:pt x="192" y="735"/>
                      <a:pt x="407" y="1079"/>
                      <a:pt x="950" y="1317"/>
                    </a:cubicBezTo>
                    <a:lnTo>
                      <a:pt x="944" y="1331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4" name="Google Shape;794;p39">
                <a:extLst>
                  <a:ext uri="{FF2B5EF4-FFF2-40B4-BE49-F238E27FC236}">
                    <a16:creationId xmlns:a16="http://schemas.microsoft.com/office/drawing/2014/main" id="{79EF75D6-383E-2AAA-A55F-489963762E36}"/>
                  </a:ext>
                </a:extLst>
              </p:cNvPr>
              <p:cNvSpPr/>
              <p:nvPr/>
            </p:nvSpPr>
            <p:spPr>
              <a:xfrm rot="-2826880">
                <a:off x="8370864" y="4640889"/>
                <a:ext cx="92113" cy="246397"/>
              </a:xfrm>
              <a:custGeom>
                <a:avLst/>
                <a:gdLst/>
                <a:ahLst/>
                <a:cxnLst/>
                <a:rect l="l" t="t" r="r" b="b"/>
                <a:pathLst>
                  <a:path w="175" h="474" extrusionOk="0">
                    <a:moveTo>
                      <a:pt x="70" y="473"/>
                    </a:moveTo>
                    <a:cubicBezTo>
                      <a:pt x="0" y="244"/>
                      <a:pt x="161" y="3"/>
                      <a:pt x="163" y="0"/>
                    </a:cubicBezTo>
                    <a:lnTo>
                      <a:pt x="174" y="8"/>
                    </a:lnTo>
                    <a:cubicBezTo>
                      <a:pt x="172" y="10"/>
                      <a:pt x="15" y="246"/>
                      <a:pt x="84" y="468"/>
                    </a:cubicBezTo>
                    <a:lnTo>
                      <a:pt x="70" y="473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5" name="Google Shape;795;p39">
                <a:extLst>
                  <a:ext uri="{FF2B5EF4-FFF2-40B4-BE49-F238E27FC236}">
                    <a16:creationId xmlns:a16="http://schemas.microsoft.com/office/drawing/2014/main" id="{18B7B3F2-3177-CE02-E45C-793BB2F2110C}"/>
                  </a:ext>
                </a:extLst>
              </p:cNvPr>
              <p:cNvSpPr/>
              <p:nvPr/>
            </p:nvSpPr>
            <p:spPr>
              <a:xfrm rot="-2826889">
                <a:off x="8229459" y="4814264"/>
                <a:ext cx="225675" cy="138167"/>
              </a:xfrm>
              <a:custGeom>
                <a:avLst/>
                <a:gdLst/>
                <a:ahLst/>
                <a:cxnLst/>
                <a:rect l="l" t="t" r="r" b="b"/>
                <a:pathLst>
                  <a:path w="432" h="266" extrusionOk="0">
                    <a:moveTo>
                      <a:pt x="425" y="265"/>
                    </a:moveTo>
                    <a:cubicBezTo>
                      <a:pt x="135" y="145"/>
                      <a:pt x="1" y="11"/>
                      <a:pt x="0" y="9"/>
                    </a:cubicBezTo>
                    <a:lnTo>
                      <a:pt x="11" y="0"/>
                    </a:lnTo>
                    <a:cubicBezTo>
                      <a:pt x="12" y="1"/>
                      <a:pt x="143" y="134"/>
                      <a:pt x="431" y="252"/>
                    </a:cubicBezTo>
                    <a:lnTo>
                      <a:pt x="425" y="265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6" name="Google Shape;796;p39">
                <a:extLst>
                  <a:ext uri="{FF2B5EF4-FFF2-40B4-BE49-F238E27FC236}">
                    <a16:creationId xmlns:a16="http://schemas.microsoft.com/office/drawing/2014/main" id="{F30F6B90-218C-91A9-4306-345BB53B15C1}"/>
                  </a:ext>
                </a:extLst>
              </p:cNvPr>
              <p:cNvSpPr/>
              <p:nvPr/>
            </p:nvSpPr>
            <p:spPr>
              <a:xfrm rot="-2826884">
                <a:off x="8553235" y="4667884"/>
                <a:ext cx="89808" cy="255609"/>
              </a:xfrm>
              <a:custGeom>
                <a:avLst/>
                <a:gdLst/>
                <a:ahLst/>
                <a:cxnLst/>
                <a:rect l="l" t="t" r="r" b="b"/>
                <a:pathLst>
                  <a:path w="174" h="490" extrusionOk="0">
                    <a:moveTo>
                      <a:pt x="162" y="489"/>
                    </a:moveTo>
                    <a:cubicBezTo>
                      <a:pt x="0" y="277"/>
                      <a:pt x="63" y="3"/>
                      <a:pt x="64" y="0"/>
                    </a:cubicBezTo>
                    <a:lnTo>
                      <a:pt x="78" y="4"/>
                    </a:lnTo>
                    <a:cubicBezTo>
                      <a:pt x="77" y="7"/>
                      <a:pt x="16" y="275"/>
                      <a:pt x="173" y="480"/>
                    </a:cubicBezTo>
                    <a:lnTo>
                      <a:pt x="162" y="489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97" name="Google Shape;797;p39">
              <a:extLst>
                <a:ext uri="{FF2B5EF4-FFF2-40B4-BE49-F238E27FC236}">
                  <a16:creationId xmlns:a16="http://schemas.microsoft.com/office/drawing/2014/main" id="{CD613937-898C-6142-E51D-3D49A9340263}"/>
                </a:ext>
              </a:extLst>
            </p:cNvPr>
            <p:cNvGrpSpPr/>
            <p:nvPr/>
          </p:nvGrpSpPr>
          <p:grpSpPr>
            <a:xfrm rot="362304">
              <a:off x="8513221" y="492493"/>
              <a:ext cx="947945" cy="863367"/>
              <a:chOff x="8337075" y="299713"/>
              <a:chExt cx="947899" cy="863325"/>
            </a:xfrm>
          </p:grpSpPr>
          <p:sp>
            <p:nvSpPr>
              <p:cNvPr id="798" name="Google Shape;798;p39">
                <a:extLst>
                  <a:ext uri="{FF2B5EF4-FFF2-40B4-BE49-F238E27FC236}">
                    <a16:creationId xmlns:a16="http://schemas.microsoft.com/office/drawing/2014/main" id="{8D89D30E-583A-45BD-4A76-1AF34666798C}"/>
                  </a:ext>
                </a:extLst>
              </p:cNvPr>
              <p:cNvSpPr/>
              <p:nvPr/>
            </p:nvSpPr>
            <p:spPr>
              <a:xfrm>
                <a:off x="8337075" y="372628"/>
                <a:ext cx="942062" cy="790409"/>
              </a:xfrm>
              <a:custGeom>
                <a:avLst/>
                <a:gdLst/>
                <a:ahLst/>
                <a:cxnLst/>
                <a:rect l="l" t="t" r="r" b="b"/>
                <a:pathLst>
                  <a:path w="1423" h="1196" extrusionOk="0">
                    <a:moveTo>
                      <a:pt x="715" y="109"/>
                    </a:moveTo>
                    <a:cubicBezTo>
                      <a:pt x="723" y="133"/>
                      <a:pt x="741" y="154"/>
                      <a:pt x="766" y="171"/>
                    </a:cubicBezTo>
                    <a:cubicBezTo>
                      <a:pt x="791" y="187"/>
                      <a:pt x="821" y="199"/>
                      <a:pt x="851" y="208"/>
                    </a:cubicBezTo>
                    <a:cubicBezTo>
                      <a:pt x="881" y="216"/>
                      <a:pt x="910" y="219"/>
                      <a:pt x="933" y="222"/>
                    </a:cubicBezTo>
                    <a:cubicBezTo>
                      <a:pt x="955" y="224"/>
                      <a:pt x="969" y="223"/>
                      <a:pt x="969" y="223"/>
                    </a:cubicBezTo>
                    <a:cubicBezTo>
                      <a:pt x="969" y="223"/>
                      <a:pt x="958" y="225"/>
                      <a:pt x="939" y="227"/>
                    </a:cubicBezTo>
                    <a:cubicBezTo>
                      <a:pt x="930" y="228"/>
                      <a:pt x="918" y="229"/>
                      <a:pt x="905" y="231"/>
                    </a:cubicBezTo>
                    <a:cubicBezTo>
                      <a:pt x="892" y="232"/>
                      <a:pt x="877" y="233"/>
                      <a:pt x="861" y="235"/>
                    </a:cubicBezTo>
                    <a:cubicBezTo>
                      <a:pt x="797" y="241"/>
                      <a:pt x="714" y="245"/>
                      <a:pt x="633" y="246"/>
                    </a:cubicBezTo>
                    <a:cubicBezTo>
                      <a:pt x="552" y="248"/>
                      <a:pt x="474" y="247"/>
                      <a:pt x="414" y="255"/>
                    </a:cubicBezTo>
                    <a:cubicBezTo>
                      <a:pt x="355" y="264"/>
                      <a:pt x="316" y="284"/>
                      <a:pt x="312" y="329"/>
                    </a:cubicBezTo>
                    <a:cubicBezTo>
                      <a:pt x="307" y="377"/>
                      <a:pt x="352" y="419"/>
                      <a:pt x="401" y="446"/>
                    </a:cubicBezTo>
                    <a:cubicBezTo>
                      <a:pt x="426" y="459"/>
                      <a:pt x="451" y="469"/>
                      <a:pt x="470" y="476"/>
                    </a:cubicBezTo>
                    <a:cubicBezTo>
                      <a:pt x="489" y="482"/>
                      <a:pt x="502" y="486"/>
                      <a:pt x="502" y="486"/>
                    </a:cubicBezTo>
                    <a:cubicBezTo>
                      <a:pt x="502" y="486"/>
                      <a:pt x="467" y="493"/>
                      <a:pt x="416" y="506"/>
                    </a:cubicBezTo>
                    <a:cubicBezTo>
                      <a:pt x="366" y="518"/>
                      <a:pt x="298" y="536"/>
                      <a:pt x="235" y="562"/>
                    </a:cubicBezTo>
                    <a:cubicBezTo>
                      <a:pt x="171" y="588"/>
                      <a:pt x="109" y="620"/>
                      <a:pt x="64" y="670"/>
                    </a:cubicBezTo>
                    <a:cubicBezTo>
                      <a:pt x="52" y="682"/>
                      <a:pt x="43" y="695"/>
                      <a:pt x="34" y="711"/>
                    </a:cubicBezTo>
                    <a:cubicBezTo>
                      <a:pt x="26" y="725"/>
                      <a:pt x="19" y="741"/>
                      <a:pt x="13" y="758"/>
                    </a:cubicBezTo>
                    <a:cubicBezTo>
                      <a:pt x="3" y="793"/>
                      <a:pt x="0" y="834"/>
                      <a:pt x="8" y="880"/>
                    </a:cubicBezTo>
                    <a:cubicBezTo>
                      <a:pt x="15" y="927"/>
                      <a:pt x="32" y="964"/>
                      <a:pt x="54" y="994"/>
                    </a:cubicBezTo>
                    <a:cubicBezTo>
                      <a:pt x="66" y="1008"/>
                      <a:pt x="79" y="1020"/>
                      <a:pt x="94" y="1031"/>
                    </a:cubicBezTo>
                    <a:cubicBezTo>
                      <a:pt x="110" y="1041"/>
                      <a:pt x="126" y="1049"/>
                      <a:pt x="143" y="1055"/>
                    </a:cubicBezTo>
                    <a:cubicBezTo>
                      <a:pt x="213" y="1082"/>
                      <a:pt x="302" y="1078"/>
                      <a:pt x="387" y="1058"/>
                    </a:cubicBezTo>
                    <a:cubicBezTo>
                      <a:pt x="472" y="1038"/>
                      <a:pt x="552" y="1001"/>
                      <a:pt x="610" y="969"/>
                    </a:cubicBezTo>
                    <a:cubicBezTo>
                      <a:pt x="667" y="936"/>
                      <a:pt x="702" y="909"/>
                      <a:pt x="702" y="909"/>
                    </a:cubicBezTo>
                    <a:cubicBezTo>
                      <a:pt x="702" y="909"/>
                      <a:pt x="694" y="922"/>
                      <a:pt x="682" y="943"/>
                    </a:cubicBezTo>
                    <a:cubicBezTo>
                      <a:pt x="671" y="964"/>
                      <a:pt x="655" y="992"/>
                      <a:pt x="642" y="1022"/>
                    </a:cubicBezTo>
                    <a:cubicBezTo>
                      <a:pt x="616" y="1081"/>
                      <a:pt x="597" y="1148"/>
                      <a:pt x="647" y="1173"/>
                    </a:cubicBezTo>
                    <a:cubicBezTo>
                      <a:pt x="691" y="1195"/>
                      <a:pt x="760" y="1169"/>
                      <a:pt x="836" y="1112"/>
                    </a:cubicBezTo>
                    <a:cubicBezTo>
                      <a:pt x="911" y="1055"/>
                      <a:pt x="988" y="968"/>
                      <a:pt x="1051" y="874"/>
                    </a:cubicBezTo>
                    <a:cubicBezTo>
                      <a:pt x="1114" y="782"/>
                      <a:pt x="1161" y="684"/>
                      <a:pt x="1190" y="611"/>
                    </a:cubicBezTo>
                    <a:cubicBezTo>
                      <a:pt x="1198" y="593"/>
                      <a:pt x="1203" y="575"/>
                      <a:pt x="1209" y="560"/>
                    </a:cubicBezTo>
                    <a:cubicBezTo>
                      <a:pt x="1214" y="545"/>
                      <a:pt x="1219" y="532"/>
                      <a:pt x="1222" y="521"/>
                    </a:cubicBezTo>
                    <a:cubicBezTo>
                      <a:pt x="1229" y="499"/>
                      <a:pt x="1232" y="487"/>
                      <a:pt x="1232" y="487"/>
                    </a:cubicBezTo>
                    <a:cubicBezTo>
                      <a:pt x="1232" y="487"/>
                      <a:pt x="1230" y="503"/>
                      <a:pt x="1227" y="529"/>
                    </a:cubicBezTo>
                    <a:cubicBezTo>
                      <a:pt x="1224" y="553"/>
                      <a:pt x="1221" y="588"/>
                      <a:pt x="1220" y="623"/>
                    </a:cubicBezTo>
                    <a:cubicBezTo>
                      <a:pt x="1219" y="658"/>
                      <a:pt x="1221" y="695"/>
                      <a:pt x="1229" y="726"/>
                    </a:cubicBezTo>
                    <a:cubicBezTo>
                      <a:pt x="1238" y="756"/>
                      <a:pt x="1253" y="780"/>
                      <a:pt x="1280" y="789"/>
                    </a:cubicBezTo>
                    <a:cubicBezTo>
                      <a:pt x="1308" y="797"/>
                      <a:pt x="1341" y="750"/>
                      <a:pt x="1368" y="673"/>
                    </a:cubicBezTo>
                    <a:cubicBezTo>
                      <a:pt x="1395" y="597"/>
                      <a:pt x="1414" y="492"/>
                      <a:pt x="1418" y="390"/>
                    </a:cubicBezTo>
                    <a:cubicBezTo>
                      <a:pt x="1422" y="287"/>
                      <a:pt x="1411" y="188"/>
                      <a:pt x="1398" y="116"/>
                    </a:cubicBezTo>
                    <a:cubicBezTo>
                      <a:pt x="1390" y="80"/>
                      <a:pt x="1383" y="51"/>
                      <a:pt x="1378" y="31"/>
                    </a:cubicBezTo>
                    <a:cubicBezTo>
                      <a:pt x="1372" y="11"/>
                      <a:pt x="1368" y="0"/>
                      <a:pt x="1368" y="0"/>
                    </a:cubicBezTo>
                    <a:cubicBezTo>
                      <a:pt x="1368" y="0"/>
                      <a:pt x="1357" y="4"/>
                      <a:pt x="1337" y="10"/>
                    </a:cubicBezTo>
                    <a:cubicBezTo>
                      <a:pt x="1318" y="15"/>
                      <a:pt x="1289" y="22"/>
                      <a:pt x="1256" y="30"/>
                    </a:cubicBezTo>
                    <a:cubicBezTo>
                      <a:pt x="1189" y="45"/>
                      <a:pt x="1101" y="60"/>
                      <a:pt x="1017" y="67"/>
                    </a:cubicBezTo>
                    <a:cubicBezTo>
                      <a:pt x="933" y="73"/>
                      <a:pt x="853" y="72"/>
                      <a:pt x="797" y="75"/>
                    </a:cubicBezTo>
                    <a:cubicBezTo>
                      <a:pt x="739" y="76"/>
                      <a:pt x="707" y="83"/>
                      <a:pt x="715" y="109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9" name="Google Shape;799;p39">
                <a:extLst>
                  <a:ext uri="{FF2B5EF4-FFF2-40B4-BE49-F238E27FC236}">
                    <a16:creationId xmlns:a16="http://schemas.microsoft.com/office/drawing/2014/main" id="{96241350-24F4-40A9-32D3-9E2B1BF3D504}"/>
                  </a:ext>
                </a:extLst>
              </p:cNvPr>
              <p:cNvSpPr/>
              <p:nvPr/>
            </p:nvSpPr>
            <p:spPr>
              <a:xfrm>
                <a:off x="8386657" y="299713"/>
                <a:ext cx="898317" cy="647493"/>
              </a:xfrm>
              <a:custGeom>
                <a:avLst/>
                <a:gdLst/>
                <a:ahLst/>
                <a:cxnLst/>
                <a:rect l="l" t="t" r="r" b="b"/>
                <a:pathLst>
                  <a:path w="1357" h="979" extrusionOk="0">
                    <a:moveTo>
                      <a:pt x="7" y="978"/>
                    </a:moveTo>
                    <a:cubicBezTo>
                      <a:pt x="3" y="978"/>
                      <a:pt x="0" y="975"/>
                      <a:pt x="0" y="971"/>
                    </a:cubicBezTo>
                    <a:cubicBezTo>
                      <a:pt x="0" y="967"/>
                      <a:pt x="2" y="964"/>
                      <a:pt x="7" y="964"/>
                    </a:cubicBezTo>
                    <a:cubicBezTo>
                      <a:pt x="9" y="964"/>
                      <a:pt x="243" y="935"/>
                      <a:pt x="523" y="803"/>
                    </a:cubicBezTo>
                    <a:cubicBezTo>
                      <a:pt x="781" y="682"/>
                      <a:pt x="1133" y="444"/>
                      <a:pt x="1342" y="4"/>
                    </a:cubicBezTo>
                    <a:cubicBezTo>
                      <a:pt x="1344" y="0"/>
                      <a:pt x="1347" y="0"/>
                      <a:pt x="1351" y="0"/>
                    </a:cubicBezTo>
                    <a:cubicBezTo>
                      <a:pt x="1355" y="2"/>
                      <a:pt x="1356" y="6"/>
                      <a:pt x="1355" y="10"/>
                    </a:cubicBezTo>
                    <a:cubicBezTo>
                      <a:pt x="1145" y="454"/>
                      <a:pt x="790" y="693"/>
                      <a:pt x="530" y="816"/>
                    </a:cubicBezTo>
                    <a:cubicBezTo>
                      <a:pt x="246" y="949"/>
                      <a:pt x="10" y="977"/>
                      <a:pt x="7" y="978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0" name="Google Shape;800;p39">
                <a:extLst>
                  <a:ext uri="{FF2B5EF4-FFF2-40B4-BE49-F238E27FC236}">
                    <a16:creationId xmlns:a16="http://schemas.microsoft.com/office/drawing/2014/main" id="{7871E46C-CC23-089D-9EB7-58380722A3C9}"/>
                  </a:ext>
                </a:extLst>
              </p:cNvPr>
              <p:cNvSpPr/>
              <p:nvPr/>
            </p:nvSpPr>
            <p:spPr>
              <a:xfrm>
                <a:off x="8514988" y="818874"/>
                <a:ext cx="244996" cy="244998"/>
              </a:xfrm>
              <a:custGeom>
                <a:avLst/>
                <a:gdLst/>
                <a:ahLst/>
                <a:cxnLst/>
                <a:rect l="l" t="t" r="r" b="b"/>
                <a:pathLst>
                  <a:path w="371" h="371" extrusionOk="0">
                    <a:moveTo>
                      <a:pt x="8" y="370"/>
                    </a:moveTo>
                    <a:cubicBezTo>
                      <a:pt x="7" y="370"/>
                      <a:pt x="6" y="370"/>
                      <a:pt x="5" y="370"/>
                    </a:cubicBezTo>
                    <a:cubicBezTo>
                      <a:pt x="2" y="369"/>
                      <a:pt x="0" y="364"/>
                      <a:pt x="2" y="360"/>
                    </a:cubicBezTo>
                    <a:cubicBezTo>
                      <a:pt x="4" y="354"/>
                      <a:pt x="71" y="183"/>
                      <a:pt x="359" y="2"/>
                    </a:cubicBezTo>
                    <a:cubicBezTo>
                      <a:pt x="363" y="0"/>
                      <a:pt x="366" y="1"/>
                      <a:pt x="368" y="4"/>
                    </a:cubicBezTo>
                    <a:cubicBezTo>
                      <a:pt x="370" y="8"/>
                      <a:pt x="369" y="12"/>
                      <a:pt x="366" y="14"/>
                    </a:cubicBezTo>
                    <a:cubicBezTo>
                      <a:pt x="83" y="192"/>
                      <a:pt x="16" y="363"/>
                      <a:pt x="15" y="364"/>
                    </a:cubicBezTo>
                    <a:cubicBezTo>
                      <a:pt x="14" y="369"/>
                      <a:pt x="11" y="370"/>
                      <a:pt x="8" y="370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1" name="Google Shape;801;p39">
                <a:extLst>
                  <a:ext uri="{FF2B5EF4-FFF2-40B4-BE49-F238E27FC236}">
                    <a16:creationId xmlns:a16="http://schemas.microsoft.com/office/drawing/2014/main" id="{2706F965-8DEE-E925-1DFD-A2FD6AD388C8}"/>
                  </a:ext>
                </a:extLst>
              </p:cNvPr>
              <p:cNvSpPr/>
              <p:nvPr/>
            </p:nvSpPr>
            <p:spPr>
              <a:xfrm>
                <a:off x="8447906" y="795541"/>
                <a:ext cx="347076" cy="81666"/>
              </a:xfrm>
              <a:custGeom>
                <a:avLst/>
                <a:gdLst/>
                <a:ahLst/>
                <a:cxnLst/>
                <a:rect l="l" t="t" r="r" b="b"/>
                <a:pathLst>
                  <a:path w="526" h="124" extrusionOk="0">
                    <a:moveTo>
                      <a:pt x="263" y="74"/>
                    </a:moveTo>
                    <a:cubicBezTo>
                      <a:pt x="218" y="74"/>
                      <a:pt x="180" y="69"/>
                      <a:pt x="148" y="63"/>
                    </a:cubicBezTo>
                    <a:cubicBezTo>
                      <a:pt x="59" y="46"/>
                      <a:pt x="6" y="15"/>
                      <a:pt x="4" y="14"/>
                    </a:cubicBezTo>
                    <a:cubicBezTo>
                      <a:pt x="1" y="13"/>
                      <a:pt x="0" y="8"/>
                      <a:pt x="2" y="5"/>
                    </a:cubicBezTo>
                    <a:cubicBezTo>
                      <a:pt x="4" y="1"/>
                      <a:pt x="8" y="0"/>
                      <a:pt x="11" y="2"/>
                    </a:cubicBezTo>
                    <a:cubicBezTo>
                      <a:pt x="13" y="3"/>
                      <a:pt x="221" y="123"/>
                      <a:pt x="514" y="12"/>
                    </a:cubicBezTo>
                    <a:cubicBezTo>
                      <a:pt x="518" y="11"/>
                      <a:pt x="522" y="12"/>
                      <a:pt x="524" y="15"/>
                    </a:cubicBezTo>
                    <a:cubicBezTo>
                      <a:pt x="525" y="19"/>
                      <a:pt x="524" y="23"/>
                      <a:pt x="520" y="25"/>
                    </a:cubicBezTo>
                    <a:cubicBezTo>
                      <a:pt x="423" y="61"/>
                      <a:pt x="335" y="74"/>
                      <a:pt x="263" y="74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2" name="Google Shape;802;p39">
                <a:extLst>
                  <a:ext uri="{FF2B5EF4-FFF2-40B4-BE49-F238E27FC236}">
                    <a16:creationId xmlns:a16="http://schemas.microsoft.com/office/drawing/2014/main" id="{C83778C1-EC2E-81F9-B5C8-77B42DD064C4}"/>
                  </a:ext>
                </a:extLst>
              </p:cNvPr>
              <p:cNvSpPr/>
              <p:nvPr/>
            </p:nvSpPr>
            <p:spPr>
              <a:xfrm>
                <a:off x="8873732" y="617625"/>
                <a:ext cx="177913" cy="411243"/>
              </a:xfrm>
              <a:custGeom>
                <a:avLst/>
                <a:gdLst/>
                <a:ahLst/>
                <a:cxnLst/>
                <a:rect l="l" t="t" r="r" b="b"/>
                <a:pathLst>
                  <a:path w="269" h="621" extrusionOk="0">
                    <a:moveTo>
                      <a:pt x="7" y="620"/>
                    </a:moveTo>
                    <a:lnTo>
                      <a:pt x="7" y="620"/>
                    </a:lnTo>
                    <a:cubicBezTo>
                      <a:pt x="2" y="620"/>
                      <a:pt x="0" y="616"/>
                      <a:pt x="1" y="612"/>
                    </a:cubicBezTo>
                    <a:cubicBezTo>
                      <a:pt x="1" y="608"/>
                      <a:pt x="43" y="205"/>
                      <a:pt x="255" y="2"/>
                    </a:cubicBezTo>
                    <a:cubicBezTo>
                      <a:pt x="258" y="0"/>
                      <a:pt x="263" y="0"/>
                      <a:pt x="265" y="2"/>
                    </a:cubicBezTo>
                    <a:cubicBezTo>
                      <a:pt x="268" y="5"/>
                      <a:pt x="268" y="10"/>
                      <a:pt x="265" y="13"/>
                    </a:cubicBezTo>
                    <a:cubicBezTo>
                      <a:pt x="58" y="212"/>
                      <a:pt x="15" y="609"/>
                      <a:pt x="15" y="613"/>
                    </a:cubicBezTo>
                    <a:cubicBezTo>
                      <a:pt x="14" y="617"/>
                      <a:pt x="11" y="620"/>
                      <a:pt x="7" y="620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3" name="Google Shape;803;p39">
                <a:extLst>
                  <a:ext uri="{FF2B5EF4-FFF2-40B4-BE49-F238E27FC236}">
                    <a16:creationId xmlns:a16="http://schemas.microsoft.com/office/drawing/2014/main" id="{F4212F80-5456-70E7-0D81-EA646308F2EA}"/>
                  </a:ext>
                </a:extLst>
              </p:cNvPr>
              <p:cNvSpPr/>
              <p:nvPr/>
            </p:nvSpPr>
            <p:spPr>
              <a:xfrm>
                <a:off x="9147894" y="439711"/>
                <a:ext cx="58332" cy="344162"/>
              </a:xfrm>
              <a:custGeom>
                <a:avLst/>
                <a:gdLst/>
                <a:ahLst/>
                <a:cxnLst/>
                <a:rect l="l" t="t" r="r" b="b"/>
                <a:pathLst>
                  <a:path w="90" h="522" extrusionOk="0">
                    <a:moveTo>
                      <a:pt x="81" y="521"/>
                    </a:moveTo>
                    <a:cubicBezTo>
                      <a:pt x="78" y="521"/>
                      <a:pt x="74" y="519"/>
                      <a:pt x="74" y="515"/>
                    </a:cubicBezTo>
                    <a:cubicBezTo>
                      <a:pt x="72" y="500"/>
                      <a:pt x="0" y="145"/>
                      <a:pt x="69" y="5"/>
                    </a:cubicBezTo>
                    <a:cubicBezTo>
                      <a:pt x="71" y="1"/>
                      <a:pt x="74" y="0"/>
                      <a:pt x="78" y="2"/>
                    </a:cubicBezTo>
                    <a:cubicBezTo>
                      <a:pt x="82" y="4"/>
                      <a:pt x="83" y="7"/>
                      <a:pt x="81" y="11"/>
                    </a:cubicBezTo>
                    <a:cubicBezTo>
                      <a:pt x="15" y="147"/>
                      <a:pt x="88" y="509"/>
                      <a:pt x="88" y="512"/>
                    </a:cubicBezTo>
                    <a:cubicBezTo>
                      <a:pt x="89" y="516"/>
                      <a:pt x="86" y="520"/>
                      <a:pt x="82" y="521"/>
                    </a:cubicBezTo>
                    <a:cubicBezTo>
                      <a:pt x="82" y="521"/>
                      <a:pt x="82" y="521"/>
                      <a:pt x="81" y="521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4" name="Google Shape;804;p39">
                <a:extLst>
                  <a:ext uri="{FF2B5EF4-FFF2-40B4-BE49-F238E27FC236}">
                    <a16:creationId xmlns:a16="http://schemas.microsoft.com/office/drawing/2014/main" id="{C0300500-5020-F82D-DAF8-6A0C2710A8CE}"/>
                  </a:ext>
                </a:extLst>
              </p:cNvPr>
              <p:cNvSpPr/>
              <p:nvPr/>
            </p:nvSpPr>
            <p:spPr>
              <a:xfrm>
                <a:off x="8894147" y="422211"/>
                <a:ext cx="317909" cy="96248"/>
              </a:xfrm>
              <a:custGeom>
                <a:avLst/>
                <a:gdLst/>
                <a:ahLst/>
                <a:cxnLst/>
                <a:rect l="l" t="t" r="r" b="b"/>
                <a:pathLst>
                  <a:path w="482" h="144" extrusionOk="0">
                    <a:moveTo>
                      <a:pt x="177" y="96"/>
                    </a:moveTo>
                    <a:cubicBezTo>
                      <a:pt x="72" y="96"/>
                      <a:pt x="6" y="67"/>
                      <a:pt x="5" y="66"/>
                    </a:cubicBezTo>
                    <a:cubicBezTo>
                      <a:pt x="1" y="64"/>
                      <a:pt x="0" y="60"/>
                      <a:pt x="1" y="56"/>
                    </a:cubicBezTo>
                    <a:cubicBezTo>
                      <a:pt x="3" y="53"/>
                      <a:pt x="7" y="52"/>
                      <a:pt x="11" y="53"/>
                    </a:cubicBezTo>
                    <a:cubicBezTo>
                      <a:pt x="12" y="54"/>
                      <a:pt x="216" y="143"/>
                      <a:pt x="470" y="2"/>
                    </a:cubicBezTo>
                    <a:cubicBezTo>
                      <a:pt x="474" y="0"/>
                      <a:pt x="477" y="1"/>
                      <a:pt x="479" y="5"/>
                    </a:cubicBezTo>
                    <a:cubicBezTo>
                      <a:pt x="481" y="9"/>
                      <a:pt x="480" y="13"/>
                      <a:pt x="476" y="15"/>
                    </a:cubicBezTo>
                    <a:cubicBezTo>
                      <a:pt x="363" y="78"/>
                      <a:pt x="259" y="96"/>
                      <a:pt x="177" y="96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5" name="Google Shape;805;p39">
                <a:extLst>
                  <a:ext uri="{FF2B5EF4-FFF2-40B4-BE49-F238E27FC236}">
                    <a16:creationId xmlns:a16="http://schemas.microsoft.com/office/drawing/2014/main" id="{128E1D1E-658A-C26E-F9A9-6EE96E89940A}"/>
                  </a:ext>
                </a:extLst>
              </p:cNvPr>
              <p:cNvSpPr/>
              <p:nvPr/>
            </p:nvSpPr>
            <p:spPr>
              <a:xfrm>
                <a:off x="8631652" y="608876"/>
                <a:ext cx="399575" cy="119581"/>
              </a:xfrm>
              <a:custGeom>
                <a:avLst/>
                <a:gdLst/>
                <a:ahLst/>
                <a:cxnLst/>
                <a:rect l="l" t="t" r="r" b="b"/>
                <a:pathLst>
                  <a:path w="605" h="179" extrusionOk="0">
                    <a:moveTo>
                      <a:pt x="393" y="110"/>
                    </a:moveTo>
                    <a:cubicBezTo>
                      <a:pt x="344" y="110"/>
                      <a:pt x="286" y="103"/>
                      <a:pt x="219" y="88"/>
                    </a:cubicBezTo>
                    <a:cubicBezTo>
                      <a:pt x="100" y="60"/>
                      <a:pt x="6" y="14"/>
                      <a:pt x="5" y="14"/>
                    </a:cubicBezTo>
                    <a:cubicBezTo>
                      <a:pt x="1" y="12"/>
                      <a:pt x="0" y="9"/>
                      <a:pt x="2" y="5"/>
                    </a:cubicBezTo>
                    <a:cubicBezTo>
                      <a:pt x="4" y="1"/>
                      <a:pt x="7" y="0"/>
                      <a:pt x="11" y="2"/>
                    </a:cubicBezTo>
                    <a:cubicBezTo>
                      <a:pt x="14" y="4"/>
                      <a:pt x="382" y="178"/>
                      <a:pt x="592" y="47"/>
                    </a:cubicBezTo>
                    <a:cubicBezTo>
                      <a:pt x="596" y="45"/>
                      <a:pt x="600" y="46"/>
                      <a:pt x="602" y="49"/>
                    </a:cubicBezTo>
                    <a:cubicBezTo>
                      <a:pt x="604" y="52"/>
                      <a:pt x="603" y="56"/>
                      <a:pt x="600" y="58"/>
                    </a:cubicBezTo>
                    <a:cubicBezTo>
                      <a:pt x="558" y="85"/>
                      <a:pt x="492" y="110"/>
                      <a:pt x="393" y="110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15" name="Picture 14" descr="A diagram of a confusion matrix&#10;&#10;Description automatically generated">
            <a:extLst>
              <a:ext uri="{FF2B5EF4-FFF2-40B4-BE49-F238E27FC236}">
                <a16:creationId xmlns:a16="http://schemas.microsoft.com/office/drawing/2014/main" id="{06C6A6D6-344F-6B7C-FEE8-2D96C0A8D1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5014" y="1562322"/>
            <a:ext cx="4241617" cy="3581178"/>
          </a:xfrm>
          <a:prstGeom prst="rect">
            <a:avLst/>
          </a:prstGeom>
        </p:spPr>
      </p:pic>
      <p:pic>
        <p:nvPicPr>
          <p:cNvPr id="3" name="Picture 2" descr="A graph with blue lines&#10;&#10;Description automatically generated">
            <a:extLst>
              <a:ext uri="{FF2B5EF4-FFF2-40B4-BE49-F238E27FC236}">
                <a16:creationId xmlns:a16="http://schemas.microsoft.com/office/drawing/2014/main" id="{6942AC2A-468C-4BBD-DFB5-D4754DB30A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893" y="1562322"/>
            <a:ext cx="4384121" cy="3486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7922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8">
          <a:extLst>
            <a:ext uri="{FF2B5EF4-FFF2-40B4-BE49-F238E27FC236}">
              <a16:creationId xmlns:a16="http://schemas.microsoft.com/office/drawing/2014/main" id="{7028E604-72B6-C0FD-73BE-E223A1A97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43">
            <a:extLst>
              <a:ext uri="{FF2B5EF4-FFF2-40B4-BE49-F238E27FC236}">
                <a16:creationId xmlns:a16="http://schemas.microsoft.com/office/drawing/2014/main" id="{B7728FF8-4272-637A-5D17-A1849F58327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5100" y="2532975"/>
            <a:ext cx="4527900" cy="96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More than 90% accuracy was achieved by our model when tested on data which was fed manually in it for testing.</a:t>
            </a:r>
            <a:endParaRPr dirty="0"/>
          </a:p>
        </p:txBody>
      </p:sp>
      <p:sp>
        <p:nvSpPr>
          <p:cNvPr id="960" name="Google Shape;960;p43">
            <a:extLst>
              <a:ext uri="{FF2B5EF4-FFF2-40B4-BE49-F238E27FC236}">
                <a16:creationId xmlns:a16="http://schemas.microsoft.com/office/drawing/2014/main" id="{F6233D8B-0236-8FC3-D3E8-A44A4903DD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5100" y="1647825"/>
            <a:ext cx="4527900" cy="96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600" dirty="0"/>
              <a:t>&gt;</a:t>
            </a:r>
            <a:r>
              <a:rPr lang="en" dirty="0"/>
              <a:t>90%</a:t>
            </a:r>
            <a:endParaRPr dirty="0"/>
          </a:p>
        </p:txBody>
      </p:sp>
      <p:cxnSp>
        <p:nvCxnSpPr>
          <p:cNvPr id="961" name="Google Shape;961;p43">
            <a:extLst>
              <a:ext uri="{FF2B5EF4-FFF2-40B4-BE49-F238E27FC236}">
                <a16:creationId xmlns:a16="http://schemas.microsoft.com/office/drawing/2014/main" id="{AEC8C2AF-875E-3F09-FC39-250C9023E103}"/>
              </a:ext>
            </a:extLst>
          </p:cNvPr>
          <p:cNvCxnSpPr/>
          <p:nvPr/>
        </p:nvCxnSpPr>
        <p:spPr>
          <a:xfrm>
            <a:off x="875000" y="1453950"/>
            <a:ext cx="40740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62" name="Google Shape;962;p43">
            <a:extLst>
              <a:ext uri="{FF2B5EF4-FFF2-40B4-BE49-F238E27FC236}">
                <a16:creationId xmlns:a16="http://schemas.microsoft.com/office/drawing/2014/main" id="{B1D24E9E-6640-A5E5-A285-DA446DB6C1D5}"/>
              </a:ext>
            </a:extLst>
          </p:cNvPr>
          <p:cNvSpPr/>
          <p:nvPr/>
        </p:nvSpPr>
        <p:spPr>
          <a:xfrm>
            <a:off x="7582910" y="1224049"/>
            <a:ext cx="129599" cy="208799"/>
          </a:xfrm>
          <a:custGeom>
            <a:avLst/>
            <a:gdLst/>
            <a:ahLst/>
            <a:cxnLst/>
            <a:rect l="l" t="t" r="r" b="b"/>
            <a:pathLst>
              <a:path w="159" h="257" extrusionOk="0">
                <a:moveTo>
                  <a:pt x="143" y="143"/>
                </a:moveTo>
                <a:cubicBezTo>
                  <a:pt x="127" y="209"/>
                  <a:pt x="86" y="256"/>
                  <a:pt x="51" y="248"/>
                </a:cubicBezTo>
                <a:cubicBezTo>
                  <a:pt x="16" y="239"/>
                  <a:pt x="0" y="179"/>
                  <a:pt x="15" y="114"/>
                </a:cubicBezTo>
                <a:cubicBezTo>
                  <a:pt x="30" y="48"/>
                  <a:pt x="71" y="0"/>
                  <a:pt x="106" y="9"/>
                </a:cubicBezTo>
                <a:cubicBezTo>
                  <a:pt x="142" y="16"/>
                  <a:pt x="158" y="76"/>
                  <a:pt x="143" y="143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3" name="Google Shape;963;p43">
            <a:extLst>
              <a:ext uri="{FF2B5EF4-FFF2-40B4-BE49-F238E27FC236}">
                <a16:creationId xmlns:a16="http://schemas.microsoft.com/office/drawing/2014/main" id="{F6C18053-4824-FA49-FA0E-8A516C1F3132}"/>
              </a:ext>
            </a:extLst>
          </p:cNvPr>
          <p:cNvSpPr/>
          <p:nvPr/>
        </p:nvSpPr>
        <p:spPr>
          <a:xfrm>
            <a:off x="7618909" y="1227650"/>
            <a:ext cx="93599" cy="201600"/>
          </a:xfrm>
          <a:custGeom>
            <a:avLst/>
            <a:gdLst/>
            <a:ahLst/>
            <a:cxnLst/>
            <a:rect l="l" t="t" r="r" b="b"/>
            <a:pathLst>
              <a:path w="115" h="246" extrusionOk="0">
                <a:moveTo>
                  <a:pt x="62" y="5"/>
                </a:moveTo>
                <a:cubicBezTo>
                  <a:pt x="41" y="0"/>
                  <a:pt x="19" y="14"/>
                  <a:pt x="0" y="40"/>
                </a:cubicBezTo>
                <a:cubicBezTo>
                  <a:pt x="4" y="40"/>
                  <a:pt x="8" y="40"/>
                  <a:pt x="11" y="41"/>
                </a:cubicBezTo>
                <a:cubicBezTo>
                  <a:pt x="46" y="50"/>
                  <a:pt x="62" y="110"/>
                  <a:pt x="47" y="175"/>
                </a:cubicBezTo>
                <a:cubicBezTo>
                  <a:pt x="40" y="202"/>
                  <a:pt x="30" y="226"/>
                  <a:pt x="18" y="245"/>
                </a:cubicBezTo>
                <a:cubicBezTo>
                  <a:pt x="50" y="243"/>
                  <a:pt x="85" y="199"/>
                  <a:pt x="99" y="139"/>
                </a:cubicBezTo>
                <a:cubicBezTo>
                  <a:pt x="114" y="72"/>
                  <a:pt x="98" y="12"/>
                  <a:pt x="62" y="5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4" name="Google Shape;964;p43">
            <a:extLst>
              <a:ext uri="{FF2B5EF4-FFF2-40B4-BE49-F238E27FC236}">
                <a16:creationId xmlns:a16="http://schemas.microsoft.com/office/drawing/2014/main" id="{7B446869-16F6-938F-8D67-BD36F5120620}"/>
              </a:ext>
            </a:extLst>
          </p:cNvPr>
          <p:cNvSpPr/>
          <p:nvPr/>
        </p:nvSpPr>
        <p:spPr>
          <a:xfrm>
            <a:off x="6736917" y="1029649"/>
            <a:ext cx="323998" cy="306000"/>
          </a:xfrm>
          <a:custGeom>
            <a:avLst/>
            <a:gdLst/>
            <a:ahLst/>
            <a:cxnLst/>
            <a:rect l="l" t="t" r="r" b="b"/>
            <a:pathLst>
              <a:path w="398" h="373" extrusionOk="0">
                <a:moveTo>
                  <a:pt x="8" y="372"/>
                </a:moveTo>
                <a:cubicBezTo>
                  <a:pt x="7" y="372"/>
                  <a:pt x="6" y="372"/>
                  <a:pt x="5" y="371"/>
                </a:cubicBezTo>
                <a:cubicBezTo>
                  <a:pt x="1" y="369"/>
                  <a:pt x="0" y="365"/>
                  <a:pt x="1" y="361"/>
                </a:cubicBezTo>
                <a:cubicBezTo>
                  <a:pt x="52" y="255"/>
                  <a:pt x="167" y="199"/>
                  <a:pt x="268" y="150"/>
                </a:cubicBezTo>
                <a:lnTo>
                  <a:pt x="281" y="143"/>
                </a:lnTo>
                <a:cubicBezTo>
                  <a:pt x="379" y="94"/>
                  <a:pt x="362" y="13"/>
                  <a:pt x="361" y="10"/>
                </a:cubicBezTo>
                <a:cubicBezTo>
                  <a:pt x="360" y="6"/>
                  <a:pt x="363" y="2"/>
                  <a:pt x="367" y="1"/>
                </a:cubicBezTo>
                <a:cubicBezTo>
                  <a:pt x="371" y="0"/>
                  <a:pt x="375" y="3"/>
                  <a:pt x="376" y="7"/>
                </a:cubicBezTo>
                <a:cubicBezTo>
                  <a:pt x="376" y="8"/>
                  <a:pt x="397" y="103"/>
                  <a:pt x="288" y="156"/>
                </a:cubicBezTo>
                <a:lnTo>
                  <a:pt x="274" y="163"/>
                </a:lnTo>
                <a:cubicBezTo>
                  <a:pt x="175" y="212"/>
                  <a:pt x="62" y="267"/>
                  <a:pt x="14" y="368"/>
                </a:cubicBezTo>
                <a:cubicBezTo>
                  <a:pt x="13" y="371"/>
                  <a:pt x="10" y="372"/>
                  <a:pt x="8" y="372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5" name="Google Shape;965;p43">
            <a:extLst>
              <a:ext uri="{FF2B5EF4-FFF2-40B4-BE49-F238E27FC236}">
                <a16:creationId xmlns:a16="http://schemas.microsoft.com/office/drawing/2014/main" id="{079AAD15-E2F4-9669-68A8-20C31CB332D2}"/>
              </a:ext>
            </a:extLst>
          </p:cNvPr>
          <p:cNvSpPr/>
          <p:nvPr/>
        </p:nvSpPr>
        <p:spPr>
          <a:xfrm>
            <a:off x="6924116" y="1177250"/>
            <a:ext cx="644396" cy="223200"/>
          </a:xfrm>
          <a:custGeom>
            <a:avLst/>
            <a:gdLst/>
            <a:ahLst/>
            <a:cxnLst/>
            <a:rect l="l" t="t" r="r" b="b"/>
            <a:pathLst>
              <a:path w="791" h="272" extrusionOk="0">
                <a:moveTo>
                  <a:pt x="8" y="271"/>
                </a:moveTo>
                <a:cubicBezTo>
                  <a:pt x="6" y="271"/>
                  <a:pt x="4" y="270"/>
                  <a:pt x="3" y="269"/>
                </a:cubicBezTo>
                <a:cubicBezTo>
                  <a:pt x="0" y="266"/>
                  <a:pt x="0" y="261"/>
                  <a:pt x="3" y="258"/>
                </a:cubicBezTo>
                <a:cubicBezTo>
                  <a:pt x="6" y="255"/>
                  <a:pt x="286" y="0"/>
                  <a:pt x="783" y="47"/>
                </a:cubicBezTo>
                <a:cubicBezTo>
                  <a:pt x="787" y="47"/>
                  <a:pt x="790" y="50"/>
                  <a:pt x="790" y="54"/>
                </a:cubicBezTo>
                <a:cubicBezTo>
                  <a:pt x="790" y="57"/>
                  <a:pt x="786" y="61"/>
                  <a:pt x="782" y="61"/>
                </a:cubicBezTo>
                <a:cubicBezTo>
                  <a:pt x="290" y="14"/>
                  <a:pt x="16" y="266"/>
                  <a:pt x="13" y="269"/>
                </a:cubicBezTo>
                <a:cubicBezTo>
                  <a:pt x="10" y="270"/>
                  <a:pt x="8" y="271"/>
                  <a:pt x="8" y="271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6" name="Google Shape;966;p43">
            <a:extLst>
              <a:ext uri="{FF2B5EF4-FFF2-40B4-BE49-F238E27FC236}">
                <a16:creationId xmlns:a16="http://schemas.microsoft.com/office/drawing/2014/main" id="{CB8FD7AE-2F9E-A0DC-C676-057496E6414E}"/>
              </a:ext>
            </a:extLst>
          </p:cNvPr>
          <p:cNvSpPr/>
          <p:nvPr/>
        </p:nvSpPr>
        <p:spPr>
          <a:xfrm>
            <a:off x="6646917" y="932450"/>
            <a:ext cx="151198" cy="79200"/>
          </a:xfrm>
          <a:custGeom>
            <a:avLst/>
            <a:gdLst/>
            <a:ahLst/>
            <a:cxnLst/>
            <a:rect l="l" t="t" r="r" b="b"/>
            <a:pathLst>
              <a:path w="187" h="98" extrusionOk="0">
                <a:moveTo>
                  <a:pt x="1" y="80"/>
                </a:moveTo>
                <a:cubicBezTo>
                  <a:pt x="1" y="80"/>
                  <a:pt x="33" y="97"/>
                  <a:pt x="109" y="76"/>
                </a:cubicBezTo>
                <a:cubicBezTo>
                  <a:pt x="185" y="55"/>
                  <a:pt x="186" y="17"/>
                  <a:pt x="186" y="17"/>
                </a:cubicBezTo>
                <a:cubicBezTo>
                  <a:pt x="186" y="17"/>
                  <a:pt x="160" y="0"/>
                  <a:pt x="81" y="19"/>
                </a:cubicBezTo>
                <a:cubicBezTo>
                  <a:pt x="0" y="39"/>
                  <a:pt x="1" y="80"/>
                  <a:pt x="1" y="80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7" name="Google Shape;967;p43">
            <a:extLst>
              <a:ext uri="{FF2B5EF4-FFF2-40B4-BE49-F238E27FC236}">
                <a16:creationId xmlns:a16="http://schemas.microsoft.com/office/drawing/2014/main" id="{DD353358-D700-7A35-C77D-CBFFB03E57DC}"/>
              </a:ext>
            </a:extLst>
          </p:cNvPr>
          <p:cNvSpPr/>
          <p:nvPr/>
        </p:nvSpPr>
        <p:spPr>
          <a:xfrm>
            <a:off x="7028514" y="918050"/>
            <a:ext cx="122399" cy="53999"/>
          </a:xfrm>
          <a:custGeom>
            <a:avLst/>
            <a:gdLst/>
            <a:ahLst/>
            <a:cxnLst/>
            <a:rect l="l" t="t" r="r" b="b"/>
            <a:pathLst>
              <a:path w="150" h="65" extrusionOk="0">
                <a:moveTo>
                  <a:pt x="0" y="59"/>
                </a:moveTo>
                <a:cubicBezTo>
                  <a:pt x="0" y="59"/>
                  <a:pt x="34" y="64"/>
                  <a:pt x="85" y="54"/>
                </a:cubicBezTo>
                <a:cubicBezTo>
                  <a:pt x="137" y="43"/>
                  <a:pt x="149" y="19"/>
                  <a:pt x="149" y="19"/>
                </a:cubicBezTo>
                <a:cubicBezTo>
                  <a:pt x="149" y="19"/>
                  <a:pt x="113" y="0"/>
                  <a:pt x="66" y="15"/>
                </a:cubicBezTo>
                <a:cubicBezTo>
                  <a:pt x="19" y="30"/>
                  <a:pt x="0" y="59"/>
                  <a:pt x="0" y="59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8" name="Google Shape;968;p43">
            <a:extLst>
              <a:ext uri="{FF2B5EF4-FFF2-40B4-BE49-F238E27FC236}">
                <a16:creationId xmlns:a16="http://schemas.microsoft.com/office/drawing/2014/main" id="{FDFB11C9-BF99-1887-D11B-B73A41818A07}"/>
              </a:ext>
            </a:extLst>
          </p:cNvPr>
          <p:cNvSpPr/>
          <p:nvPr/>
        </p:nvSpPr>
        <p:spPr>
          <a:xfrm>
            <a:off x="7280512" y="939650"/>
            <a:ext cx="122399" cy="57600"/>
          </a:xfrm>
          <a:custGeom>
            <a:avLst/>
            <a:gdLst/>
            <a:ahLst/>
            <a:cxnLst/>
            <a:rect l="l" t="t" r="r" b="b"/>
            <a:pathLst>
              <a:path w="151" h="69" extrusionOk="0">
                <a:moveTo>
                  <a:pt x="0" y="27"/>
                </a:moveTo>
                <a:cubicBezTo>
                  <a:pt x="0" y="27"/>
                  <a:pt x="17" y="51"/>
                  <a:pt x="73" y="60"/>
                </a:cubicBezTo>
                <a:cubicBezTo>
                  <a:pt x="130" y="68"/>
                  <a:pt x="150" y="49"/>
                  <a:pt x="150" y="49"/>
                </a:cubicBezTo>
                <a:cubicBezTo>
                  <a:pt x="150" y="49"/>
                  <a:pt x="126" y="11"/>
                  <a:pt x="81" y="5"/>
                </a:cubicBezTo>
                <a:cubicBezTo>
                  <a:pt x="35" y="0"/>
                  <a:pt x="0" y="27"/>
                  <a:pt x="0" y="27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9" name="Google Shape;969;p43">
            <a:extLst>
              <a:ext uri="{FF2B5EF4-FFF2-40B4-BE49-F238E27FC236}">
                <a16:creationId xmlns:a16="http://schemas.microsoft.com/office/drawing/2014/main" id="{1ABAEFAC-6779-B55B-BFE5-78637DC7D804}"/>
              </a:ext>
            </a:extLst>
          </p:cNvPr>
          <p:cNvSpPr/>
          <p:nvPr/>
        </p:nvSpPr>
        <p:spPr>
          <a:xfrm>
            <a:off x="7471312" y="1008049"/>
            <a:ext cx="97198" cy="53999"/>
          </a:xfrm>
          <a:custGeom>
            <a:avLst/>
            <a:gdLst/>
            <a:ahLst/>
            <a:cxnLst/>
            <a:rect l="l" t="t" r="r" b="b"/>
            <a:pathLst>
              <a:path w="121" h="68" extrusionOk="0">
                <a:moveTo>
                  <a:pt x="0" y="12"/>
                </a:moveTo>
                <a:cubicBezTo>
                  <a:pt x="0" y="12"/>
                  <a:pt x="11" y="46"/>
                  <a:pt x="56" y="57"/>
                </a:cubicBezTo>
                <a:cubicBezTo>
                  <a:pt x="102" y="67"/>
                  <a:pt x="120" y="53"/>
                  <a:pt x="120" y="53"/>
                </a:cubicBezTo>
                <a:cubicBezTo>
                  <a:pt x="120" y="53"/>
                  <a:pt x="78" y="0"/>
                  <a:pt x="0" y="12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70" name="Google Shape;970;p43">
            <a:extLst>
              <a:ext uri="{FF2B5EF4-FFF2-40B4-BE49-F238E27FC236}">
                <a16:creationId xmlns:a16="http://schemas.microsoft.com/office/drawing/2014/main" id="{51E6FBE0-4AA1-359E-E152-E4808BC51D5D}"/>
              </a:ext>
            </a:extLst>
          </p:cNvPr>
          <p:cNvGrpSpPr/>
          <p:nvPr/>
        </p:nvGrpSpPr>
        <p:grpSpPr>
          <a:xfrm>
            <a:off x="4946326" y="925250"/>
            <a:ext cx="4599958" cy="7473958"/>
            <a:chOff x="4946326" y="925250"/>
            <a:chExt cx="4599958" cy="7473958"/>
          </a:xfrm>
        </p:grpSpPr>
        <p:sp>
          <p:nvSpPr>
            <p:cNvPr id="971" name="Google Shape;971;p43">
              <a:extLst>
                <a:ext uri="{FF2B5EF4-FFF2-40B4-BE49-F238E27FC236}">
                  <a16:creationId xmlns:a16="http://schemas.microsoft.com/office/drawing/2014/main" id="{B4C2BFE8-9035-D885-09BA-FCFC9C5E374E}"/>
                </a:ext>
              </a:extLst>
            </p:cNvPr>
            <p:cNvSpPr/>
            <p:nvPr/>
          </p:nvSpPr>
          <p:spPr>
            <a:xfrm rot="4862095">
              <a:off x="5075682" y="3959640"/>
              <a:ext cx="4341248" cy="3971969"/>
            </a:xfrm>
            <a:custGeom>
              <a:avLst/>
              <a:gdLst/>
              <a:ahLst/>
              <a:cxnLst/>
              <a:rect l="l" t="t" r="r" b="b"/>
              <a:pathLst>
                <a:path w="25107" h="22971" extrusionOk="0">
                  <a:moveTo>
                    <a:pt x="6029" y="1"/>
                  </a:moveTo>
                  <a:cubicBezTo>
                    <a:pt x="4338" y="1"/>
                    <a:pt x="2979" y="676"/>
                    <a:pt x="2106" y="1643"/>
                  </a:cubicBezTo>
                  <a:cubicBezTo>
                    <a:pt x="580" y="3337"/>
                    <a:pt x="1" y="6173"/>
                    <a:pt x="2576" y="10368"/>
                  </a:cubicBezTo>
                  <a:cubicBezTo>
                    <a:pt x="4339" y="13239"/>
                    <a:pt x="4269" y="14957"/>
                    <a:pt x="3934" y="17793"/>
                  </a:cubicBezTo>
                  <a:cubicBezTo>
                    <a:pt x="3597" y="20624"/>
                    <a:pt x="4165" y="21865"/>
                    <a:pt x="5284" y="22550"/>
                  </a:cubicBezTo>
                  <a:cubicBezTo>
                    <a:pt x="5735" y="22827"/>
                    <a:pt x="6253" y="22970"/>
                    <a:pt x="6788" y="22970"/>
                  </a:cubicBezTo>
                  <a:cubicBezTo>
                    <a:pt x="7978" y="22970"/>
                    <a:pt x="9255" y="22259"/>
                    <a:pt x="10087" y="20722"/>
                  </a:cubicBezTo>
                  <a:cubicBezTo>
                    <a:pt x="11061" y="18911"/>
                    <a:pt x="11691" y="17303"/>
                    <a:pt x="13839" y="17303"/>
                  </a:cubicBezTo>
                  <a:cubicBezTo>
                    <a:pt x="14341" y="17303"/>
                    <a:pt x="14925" y="17391"/>
                    <a:pt x="15616" y="17584"/>
                  </a:cubicBezTo>
                  <a:cubicBezTo>
                    <a:pt x="16571" y="17851"/>
                    <a:pt x="17477" y="17980"/>
                    <a:pt x="18320" y="17980"/>
                  </a:cubicBezTo>
                  <a:cubicBezTo>
                    <a:pt x="20695" y="17980"/>
                    <a:pt x="22564" y="16954"/>
                    <a:pt x="23591" y="15113"/>
                  </a:cubicBezTo>
                  <a:cubicBezTo>
                    <a:pt x="24984" y="12619"/>
                    <a:pt x="25106" y="8192"/>
                    <a:pt x="22164" y="6325"/>
                  </a:cubicBezTo>
                  <a:cubicBezTo>
                    <a:pt x="19224" y="4462"/>
                    <a:pt x="16596" y="6173"/>
                    <a:pt x="12118" y="2548"/>
                  </a:cubicBezTo>
                  <a:cubicBezTo>
                    <a:pt x="9850" y="712"/>
                    <a:pt x="7765" y="1"/>
                    <a:pt x="60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grpSp>
          <p:nvGrpSpPr>
            <p:cNvPr id="972" name="Google Shape;972;p43">
              <a:extLst>
                <a:ext uri="{FF2B5EF4-FFF2-40B4-BE49-F238E27FC236}">
                  <a16:creationId xmlns:a16="http://schemas.microsoft.com/office/drawing/2014/main" id="{4CDD80FB-D848-4162-D3CE-42C886DAD99B}"/>
                </a:ext>
              </a:extLst>
            </p:cNvPr>
            <p:cNvGrpSpPr/>
            <p:nvPr/>
          </p:nvGrpSpPr>
          <p:grpSpPr>
            <a:xfrm rot="3447505">
              <a:off x="5134364" y="3859103"/>
              <a:ext cx="1313595" cy="1166160"/>
              <a:chOff x="8017245" y="4305760"/>
              <a:chExt cx="943640" cy="837728"/>
            </a:xfrm>
          </p:grpSpPr>
          <p:sp>
            <p:nvSpPr>
              <p:cNvPr id="973" name="Google Shape;973;p43">
                <a:extLst>
                  <a:ext uri="{FF2B5EF4-FFF2-40B4-BE49-F238E27FC236}">
                    <a16:creationId xmlns:a16="http://schemas.microsoft.com/office/drawing/2014/main" id="{DA06C71E-2540-6710-FF5C-FCF5890A323B}"/>
                  </a:ext>
                </a:extLst>
              </p:cNvPr>
              <p:cNvSpPr/>
              <p:nvPr/>
            </p:nvSpPr>
            <p:spPr>
              <a:xfrm rot="-2826888">
                <a:off x="8112182" y="4536514"/>
                <a:ext cx="145076" cy="322392"/>
              </a:xfrm>
              <a:custGeom>
                <a:avLst/>
                <a:gdLst/>
                <a:ahLst/>
                <a:cxnLst/>
                <a:rect l="l" t="t" r="r" b="b"/>
                <a:pathLst>
                  <a:path w="277" h="619" extrusionOk="0">
                    <a:moveTo>
                      <a:pt x="172" y="618"/>
                    </a:moveTo>
                    <a:cubicBezTo>
                      <a:pt x="172" y="618"/>
                      <a:pt x="173" y="617"/>
                      <a:pt x="174" y="616"/>
                    </a:cubicBezTo>
                    <a:cubicBezTo>
                      <a:pt x="175" y="615"/>
                      <a:pt x="177" y="613"/>
                      <a:pt x="179" y="610"/>
                    </a:cubicBezTo>
                    <a:cubicBezTo>
                      <a:pt x="181" y="607"/>
                      <a:pt x="183" y="604"/>
                      <a:pt x="186" y="601"/>
                    </a:cubicBezTo>
                    <a:cubicBezTo>
                      <a:pt x="188" y="597"/>
                      <a:pt x="192" y="593"/>
                      <a:pt x="196" y="588"/>
                    </a:cubicBezTo>
                    <a:cubicBezTo>
                      <a:pt x="209" y="569"/>
                      <a:pt x="226" y="543"/>
                      <a:pt x="239" y="513"/>
                    </a:cubicBezTo>
                    <a:cubicBezTo>
                      <a:pt x="252" y="483"/>
                      <a:pt x="263" y="446"/>
                      <a:pt x="269" y="409"/>
                    </a:cubicBezTo>
                    <a:cubicBezTo>
                      <a:pt x="275" y="372"/>
                      <a:pt x="276" y="333"/>
                      <a:pt x="271" y="294"/>
                    </a:cubicBezTo>
                    <a:cubicBezTo>
                      <a:pt x="266" y="255"/>
                      <a:pt x="258" y="217"/>
                      <a:pt x="244" y="182"/>
                    </a:cubicBezTo>
                    <a:cubicBezTo>
                      <a:pt x="229" y="146"/>
                      <a:pt x="211" y="116"/>
                      <a:pt x="191" y="88"/>
                    </a:cubicBezTo>
                    <a:cubicBezTo>
                      <a:pt x="182" y="75"/>
                      <a:pt x="170" y="62"/>
                      <a:pt x="161" y="52"/>
                    </a:cubicBezTo>
                    <a:cubicBezTo>
                      <a:pt x="150" y="41"/>
                      <a:pt x="141" y="32"/>
                      <a:pt x="132" y="24"/>
                    </a:cubicBezTo>
                    <a:cubicBezTo>
                      <a:pt x="128" y="21"/>
                      <a:pt x="124" y="17"/>
                      <a:pt x="121" y="14"/>
                    </a:cubicBezTo>
                    <a:cubicBezTo>
                      <a:pt x="117" y="11"/>
                      <a:pt x="114" y="8"/>
                      <a:pt x="111" y="6"/>
                    </a:cubicBezTo>
                    <a:cubicBezTo>
                      <a:pt x="108" y="4"/>
                      <a:pt x="106" y="1"/>
                      <a:pt x="105" y="1"/>
                    </a:cubicBezTo>
                    <a:cubicBezTo>
                      <a:pt x="103" y="0"/>
                      <a:pt x="103" y="0"/>
                      <a:pt x="103" y="0"/>
                    </a:cubicBezTo>
                    <a:cubicBezTo>
                      <a:pt x="103" y="0"/>
                      <a:pt x="102" y="1"/>
                      <a:pt x="101" y="1"/>
                    </a:cubicBezTo>
                    <a:cubicBezTo>
                      <a:pt x="100" y="2"/>
                      <a:pt x="98" y="4"/>
                      <a:pt x="96" y="7"/>
                    </a:cubicBezTo>
                    <a:cubicBezTo>
                      <a:pt x="94" y="10"/>
                      <a:pt x="91" y="13"/>
                      <a:pt x="88" y="17"/>
                    </a:cubicBezTo>
                    <a:cubicBezTo>
                      <a:pt x="85" y="21"/>
                      <a:pt x="83" y="24"/>
                      <a:pt x="79" y="29"/>
                    </a:cubicBezTo>
                    <a:cubicBezTo>
                      <a:pt x="72" y="39"/>
                      <a:pt x="65" y="50"/>
                      <a:pt x="58" y="62"/>
                    </a:cubicBezTo>
                    <a:cubicBezTo>
                      <a:pt x="50" y="75"/>
                      <a:pt x="43" y="89"/>
                      <a:pt x="37" y="105"/>
                    </a:cubicBezTo>
                    <a:cubicBezTo>
                      <a:pt x="24" y="136"/>
                      <a:pt x="13" y="172"/>
                      <a:pt x="6" y="209"/>
                    </a:cubicBezTo>
                    <a:cubicBezTo>
                      <a:pt x="1" y="246"/>
                      <a:pt x="0" y="285"/>
                      <a:pt x="5" y="324"/>
                    </a:cubicBezTo>
                    <a:cubicBezTo>
                      <a:pt x="9" y="363"/>
                      <a:pt x="19" y="401"/>
                      <a:pt x="33" y="436"/>
                    </a:cubicBezTo>
                    <a:cubicBezTo>
                      <a:pt x="47" y="471"/>
                      <a:pt x="65" y="503"/>
                      <a:pt x="85" y="530"/>
                    </a:cubicBezTo>
                    <a:cubicBezTo>
                      <a:pt x="106" y="557"/>
                      <a:pt x="126" y="579"/>
                      <a:pt x="144" y="594"/>
                    </a:cubicBezTo>
                    <a:cubicBezTo>
                      <a:pt x="147" y="598"/>
                      <a:pt x="152" y="602"/>
                      <a:pt x="155" y="604"/>
                    </a:cubicBezTo>
                    <a:cubicBezTo>
                      <a:pt x="159" y="607"/>
                      <a:pt x="162" y="610"/>
                      <a:pt x="165" y="612"/>
                    </a:cubicBezTo>
                    <a:cubicBezTo>
                      <a:pt x="167" y="614"/>
                      <a:pt x="169" y="616"/>
                      <a:pt x="171" y="617"/>
                    </a:cubicBezTo>
                    <a:cubicBezTo>
                      <a:pt x="171" y="618"/>
                      <a:pt x="172" y="618"/>
                      <a:pt x="172" y="618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4" name="Google Shape;974;p43">
                <a:extLst>
                  <a:ext uri="{FF2B5EF4-FFF2-40B4-BE49-F238E27FC236}">
                    <a16:creationId xmlns:a16="http://schemas.microsoft.com/office/drawing/2014/main" id="{3F667E68-669D-68D6-98C5-54D04DE069C6}"/>
                  </a:ext>
                </a:extLst>
              </p:cNvPr>
              <p:cNvSpPr/>
              <p:nvPr/>
            </p:nvSpPr>
            <p:spPr>
              <a:xfrm rot="-2826872">
                <a:off x="8093848" y="4826636"/>
                <a:ext cx="271731" cy="193434"/>
              </a:xfrm>
              <a:custGeom>
                <a:avLst/>
                <a:gdLst/>
                <a:ahLst/>
                <a:cxnLst/>
                <a:rect l="l" t="t" r="r" b="b"/>
                <a:pathLst>
                  <a:path w="519" h="370" extrusionOk="0">
                    <a:moveTo>
                      <a:pt x="518" y="355"/>
                    </a:moveTo>
                    <a:cubicBezTo>
                      <a:pt x="518" y="355"/>
                      <a:pt x="518" y="354"/>
                      <a:pt x="518" y="352"/>
                    </a:cubicBezTo>
                    <a:cubicBezTo>
                      <a:pt x="518" y="350"/>
                      <a:pt x="517" y="347"/>
                      <a:pt x="517" y="344"/>
                    </a:cubicBezTo>
                    <a:cubicBezTo>
                      <a:pt x="516" y="342"/>
                      <a:pt x="516" y="337"/>
                      <a:pt x="515" y="333"/>
                    </a:cubicBezTo>
                    <a:cubicBezTo>
                      <a:pt x="514" y="328"/>
                      <a:pt x="513" y="324"/>
                      <a:pt x="511" y="318"/>
                    </a:cubicBezTo>
                    <a:cubicBezTo>
                      <a:pt x="505" y="296"/>
                      <a:pt x="496" y="266"/>
                      <a:pt x="481" y="237"/>
                    </a:cubicBezTo>
                    <a:cubicBezTo>
                      <a:pt x="465" y="206"/>
                      <a:pt x="445" y="176"/>
                      <a:pt x="421" y="147"/>
                    </a:cubicBezTo>
                    <a:cubicBezTo>
                      <a:pt x="396" y="119"/>
                      <a:pt x="366" y="93"/>
                      <a:pt x="334" y="71"/>
                    </a:cubicBezTo>
                    <a:cubicBezTo>
                      <a:pt x="301" y="49"/>
                      <a:pt x="266" y="32"/>
                      <a:pt x="230" y="21"/>
                    </a:cubicBezTo>
                    <a:cubicBezTo>
                      <a:pt x="194" y="9"/>
                      <a:pt x="158" y="2"/>
                      <a:pt x="124" y="1"/>
                    </a:cubicBezTo>
                    <a:cubicBezTo>
                      <a:pt x="107" y="0"/>
                      <a:pt x="91" y="0"/>
                      <a:pt x="77" y="1"/>
                    </a:cubicBezTo>
                    <a:cubicBezTo>
                      <a:pt x="62" y="2"/>
                      <a:pt x="49" y="2"/>
                      <a:pt x="38" y="4"/>
                    </a:cubicBezTo>
                    <a:cubicBezTo>
                      <a:pt x="32" y="5"/>
                      <a:pt x="27" y="6"/>
                      <a:pt x="22" y="7"/>
                    </a:cubicBezTo>
                    <a:cubicBezTo>
                      <a:pt x="18" y="8"/>
                      <a:pt x="14" y="9"/>
                      <a:pt x="11" y="10"/>
                    </a:cubicBezTo>
                    <a:cubicBezTo>
                      <a:pt x="8" y="11"/>
                      <a:pt x="5" y="12"/>
                      <a:pt x="3" y="12"/>
                    </a:cubicBezTo>
                    <a:cubicBezTo>
                      <a:pt x="1" y="12"/>
                      <a:pt x="0" y="13"/>
                      <a:pt x="0" y="13"/>
                    </a:cubicBezTo>
                    <a:cubicBezTo>
                      <a:pt x="0" y="13"/>
                      <a:pt x="0" y="14"/>
                      <a:pt x="0" y="16"/>
                    </a:cubicBezTo>
                    <a:cubicBezTo>
                      <a:pt x="0" y="18"/>
                      <a:pt x="1" y="21"/>
                      <a:pt x="1" y="23"/>
                    </a:cubicBezTo>
                    <a:cubicBezTo>
                      <a:pt x="2" y="26"/>
                      <a:pt x="2" y="31"/>
                      <a:pt x="3" y="35"/>
                    </a:cubicBezTo>
                    <a:cubicBezTo>
                      <a:pt x="4" y="40"/>
                      <a:pt x="5" y="44"/>
                      <a:pt x="7" y="50"/>
                    </a:cubicBezTo>
                    <a:cubicBezTo>
                      <a:pt x="10" y="62"/>
                      <a:pt x="14" y="74"/>
                      <a:pt x="19" y="88"/>
                    </a:cubicBezTo>
                    <a:cubicBezTo>
                      <a:pt x="23" y="102"/>
                      <a:pt x="30" y="117"/>
                      <a:pt x="38" y="132"/>
                    </a:cubicBezTo>
                    <a:cubicBezTo>
                      <a:pt x="53" y="163"/>
                      <a:pt x="73" y="193"/>
                      <a:pt x="98" y="222"/>
                    </a:cubicBezTo>
                    <a:cubicBezTo>
                      <a:pt x="122" y="250"/>
                      <a:pt x="152" y="276"/>
                      <a:pt x="184" y="297"/>
                    </a:cubicBezTo>
                    <a:cubicBezTo>
                      <a:pt x="217" y="318"/>
                      <a:pt x="252" y="336"/>
                      <a:pt x="288" y="347"/>
                    </a:cubicBezTo>
                    <a:cubicBezTo>
                      <a:pt x="324" y="359"/>
                      <a:pt x="361" y="365"/>
                      <a:pt x="394" y="367"/>
                    </a:cubicBezTo>
                    <a:cubicBezTo>
                      <a:pt x="427" y="369"/>
                      <a:pt x="458" y="367"/>
                      <a:pt x="481" y="364"/>
                    </a:cubicBezTo>
                    <a:cubicBezTo>
                      <a:pt x="486" y="363"/>
                      <a:pt x="491" y="362"/>
                      <a:pt x="496" y="361"/>
                    </a:cubicBezTo>
                    <a:cubicBezTo>
                      <a:pt x="501" y="360"/>
                      <a:pt x="504" y="359"/>
                      <a:pt x="507" y="358"/>
                    </a:cubicBezTo>
                    <a:cubicBezTo>
                      <a:pt x="510" y="357"/>
                      <a:pt x="513" y="356"/>
                      <a:pt x="515" y="356"/>
                    </a:cubicBezTo>
                    <a:cubicBezTo>
                      <a:pt x="517" y="356"/>
                      <a:pt x="518" y="355"/>
                      <a:pt x="518" y="355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5" name="Google Shape;975;p43">
                <a:extLst>
                  <a:ext uri="{FF2B5EF4-FFF2-40B4-BE49-F238E27FC236}">
                    <a16:creationId xmlns:a16="http://schemas.microsoft.com/office/drawing/2014/main" id="{3E3FAD4F-72FC-5BC7-6957-3DABAE7A84CD}"/>
                  </a:ext>
                </a:extLst>
              </p:cNvPr>
              <p:cNvSpPr/>
              <p:nvPr/>
            </p:nvSpPr>
            <p:spPr>
              <a:xfrm rot="-2826883">
                <a:off x="8314007" y="4568602"/>
                <a:ext cx="126653" cy="232581"/>
              </a:xfrm>
              <a:custGeom>
                <a:avLst/>
                <a:gdLst/>
                <a:ahLst/>
                <a:cxnLst/>
                <a:rect l="l" t="t" r="r" b="b"/>
                <a:pathLst>
                  <a:path w="241" h="445" extrusionOk="0">
                    <a:moveTo>
                      <a:pt x="33" y="444"/>
                    </a:moveTo>
                    <a:cubicBezTo>
                      <a:pt x="33" y="444"/>
                      <a:pt x="34" y="444"/>
                      <a:pt x="35" y="444"/>
                    </a:cubicBezTo>
                    <a:cubicBezTo>
                      <a:pt x="36" y="443"/>
                      <a:pt x="38" y="443"/>
                      <a:pt x="40" y="442"/>
                    </a:cubicBezTo>
                    <a:cubicBezTo>
                      <a:pt x="42" y="441"/>
                      <a:pt x="46" y="440"/>
                      <a:pt x="49" y="438"/>
                    </a:cubicBezTo>
                    <a:cubicBezTo>
                      <a:pt x="52" y="436"/>
                      <a:pt x="56" y="435"/>
                      <a:pt x="59" y="433"/>
                    </a:cubicBezTo>
                    <a:cubicBezTo>
                      <a:pt x="75" y="425"/>
                      <a:pt x="95" y="413"/>
                      <a:pt x="116" y="397"/>
                    </a:cubicBezTo>
                    <a:cubicBezTo>
                      <a:pt x="136" y="381"/>
                      <a:pt x="156" y="361"/>
                      <a:pt x="173" y="337"/>
                    </a:cubicBezTo>
                    <a:cubicBezTo>
                      <a:pt x="190" y="314"/>
                      <a:pt x="204" y="287"/>
                      <a:pt x="216" y="260"/>
                    </a:cubicBezTo>
                    <a:cubicBezTo>
                      <a:pt x="226" y="232"/>
                      <a:pt x="234" y="202"/>
                      <a:pt x="237" y="174"/>
                    </a:cubicBezTo>
                    <a:cubicBezTo>
                      <a:pt x="240" y="145"/>
                      <a:pt x="239" y="117"/>
                      <a:pt x="235" y="91"/>
                    </a:cubicBezTo>
                    <a:cubicBezTo>
                      <a:pt x="233" y="79"/>
                      <a:pt x="230" y="66"/>
                      <a:pt x="227" y="56"/>
                    </a:cubicBezTo>
                    <a:cubicBezTo>
                      <a:pt x="224" y="45"/>
                      <a:pt x="220" y="35"/>
                      <a:pt x="218" y="27"/>
                    </a:cubicBezTo>
                    <a:cubicBezTo>
                      <a:pt x="216" y="23"/>
                      <a:pt x="215" y="20"/>
                      <a:pt x="213" y="16"/>
                    </a:cubicBezTo>
                    <a:cubicBezTo>
                      <a:pt x="212" y="13"/>
                      <a:pt x="210" y="10"/>
                      <a:pt x="209" y="7"/>
                    </a:cubicBezTo>
                    <a:lnTo>
                      <a:pt x="206" y="1"/>
                    </a:lnTo>
                    <a:cubicBezTo>
                      <a:pt x="205" y="1"/>
                      <a:pt x="205" y="0"/>
                      <a:pt x="205" y="0"/>
                    </a:cubicBezTo>
                    <a:cubicBezTo>
                      <a:pt x="205" y="0"/>
                      <a:pt x="204" y="0"/>
                      <a:pt x="203" y="1"/>
                    </a:cubicBezTo>
                    <a:cubicBezTo>
                      <a:pt x="202" y="1"/>
                      <a:pt x="200" y="1"/>
                      <a:pt x="198" y="2"/>
                    </a:cubicBezTo>
                    <a:cubicBezTo>
                      <a:pt x="195" y="3"/>
                      <a:pt x="192" y="4"/>
                      <a:pt x="189" y="6"/>
                    </a:cubicBezTo>
                    <a:cubicBezTo>
                      <a:pt x="186" y="8"/>
                      <a:pt x="182" y="9"/>
                      <a:pt x="179" y="11"/>
                    </a:cubicBezTo>
                    <a:cubicBezTo>
                      <a:pt x="171" y="15"/>
                      <a:pt x="161" y="20"/>
                      <a:pt x="152" y="26"/>
                    </a:cubicBezTo>
                    <a:cubicBezTo>
                      <a:pt x="142" y="32"/>
                      <a:pt x="132" y="40"/>
                      <a:pt x="122" y="47"/>
                    </a:cubicBezTo>
                    <a:cubicBezTo>
                      <a:pt x="102" y="63"/>
                      <a:pt x="82" y="83"/>
                      <a:pt x="65" y="107"/>
                    </a:cubicBezTo>
                    <a:cubicBezTo>
                      <a:pt x="48" y="130"/>
                      <a:pt x="33" y="156"/>
                      <a:pt x="23" y="184"/>
                    </a:cubicBezTo>
                    <a:cubicBezTo>
                      <a:pt x="12" y="211"/>
                      <a:pt x="5" y="242"/>
                      <a:pt x="3" y="270"/>
                    </a:cubicBezTo>
                    <a:cubicBezTo>
                      <a:pt x="0" y="299"/>
                      <a:pt x="1" y="327"/>
                      <a:pt x="6" y="353"/>
                    </a:cubicBezTo>
                    <a:cubicBezTo>
                      <a:pt x="10" y="379"/>
                      <a:pt x="17" y="401"/>
                      <a:pt x="23" y="418"/>
                    </a:cubicBezTo>
                    <a:cubicBezTo>
                      <a:pt x="25" y="422"/>
                      <a:pt x="26" y="425"/>
                      <a:pt x="28" y="429"/>
                    </a:cubicBezTo>
                    <a:cubicBezTo>
                      <a:pt x="29" y="432"/>
                      <a:pt x="31" y="435"/>
                      <a:pt x="32" y="438"/>
                    </a:cubicBezTo>
                    <a:lnTo>
                      <a:pt x="35" y="444"/>
                    </a:lnTo>
                    <a:cubicBezTo>
                      <a:pt x="32" y="444"/>
                      <a:pt x="33" y="444"/>
                      <a:pt x="33" y="444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6" name="Google Shape;976;p43">
                <a:extLst>
                  <a:ext uri="{FF2B5EF4-FFF2-40B4-BE49-F238E27FC236}">
                    <a16:creationId xmlns:a16="http://schemas.microsoft.com/office/drawing/2014/main" id="{0F4E6139-67C3-3EC9-F565-96C1F301E408}"/>
                  </a:ext>
                </a:extLst>
              </p:cNvPr>
              <p:cNvSpPr/>
              <p:nvPr/>
            </p:nvSpPr>
            <p:spPr>
              <a:xfrm rot="-2826886">
                <a:off x="8476913" y="4622864"/>
                <a:ext cx="101324" cy="230280"/>
              </a:xfrm>
              <a:custGeom>
                <a:avLst/>
                <a:gdLst/>
                <a:ahLst/>
                <a:cxnLst/>
                <a:rect l="l" t="t" r="r" b="b"/>
                <a:pathLst>
                  <a:path w="192" h="440" extrusionOk="0">
                    <a:moveTo>
                      <a:pt x="94" y="439"/>
                    </a:moveTo>
                    <a:cubicBezTo>
                      <a:pt x="94" y="439"/>
                      <a:pt x="95" y="439"/>
                      <a:pt x="96" y="438"/>
                    </a:cubicBezTo>
                    <a:cubicBezTo>
                      <a:pt x="97" y="437"/>
                      <a:pt x="99" y="436"/>
                      <a:pt x="100" y="434"/>
                    </a:cubicBezTo>
                    <a:cubicBezTo>
                      <a:pt x="102" y="432"/>
                      <a:pt x="104" y="430"/>
                      <a:pt x="106" y="428"/>
                    </a:cubicBezTo>
                    <a:cubicBezTo>
                      <a:pt x="108" y="426"/>
                      <a:pt x="111" y="424"/>
                      <a:pt x="114" y="421"/>
                    </a:cubicBezTo>
                    <a:cubicBezTo>
                      <a:pt x="124" y="408"/>
                      <a:pt x="137" y="391"/>
                      <a:pt x="150" y="371"/>
                    </a:cubicBezTo>
                    <a:cubicBezTo>
                      <a:pt x="162" y="350"/>
                      <a:pt x="173" y="326"/>
                      <a:pt x="179" y="301"/>
                    </a:cubicBezTo>
                    <a:cubicBezTo>
                      <a:pt x="187" y="275"/>
                      <a:pt x="190" y="247"/>
                      <a:pt x="191" y="220"/>
                    </a:cubicBezTo>
                    <a:cubicBezTo>
                      <a:pt x="191" y="192"/>
                      <a:pt x="186" y="165"/>
                      <a:pt x="180" y="139"/>
                    </a:cubicBezTo>
                    <a:cubicBezTo>
                      <a:pt x="173" y="113"/>
                      <a:pt x="163" y="89"/>
                      <a:pt x="151" y="68"/>
                    </a:cubicBezTo>
                    <a:cubicBezTo>
                      <a:pt x="145" y="58"/>
                      <a:pt x="138" y="48"/>
                      <a:pt x="133" y="40"/>
                    </a:cubicBezTo>
                    <a:cubicBezTo>
                      <a:pt x="126" y="31"/>
                      <a:pt x="120" y="24"/>
                      <a:pt x="114" y="18"/>
                    </a:cubicBezTo>
                    <a:cubicBezTo>
                      <a:pt x="112" y="15"/>
                      <a:pt x="110" y="12"/>
                      <a:pt x="107" y="10"/>
                    </a:cubicBezTo>
                    <a:cubicBezTo>
                      <a:pt x="105" y="8"/>
                      <a:pt x="102" y="5"/>
                      <a:pt x="101" y="4"/>
                    </a:cubicBezTo>
                    <a:cubicBezTo>
                      <a:pt x="99" y="2"/>
                      <a:pt x="98" y="2"/>
                      <a:pt x="97" y="1"/>
                    </a:cubicBezTo>
                    <a:cubicBezTo>
                      <a:pt x="96" y="0"/>
                      <a:pt x="95" y="0"/>
                      <a:pt x="95" y="0"/>
                    </a:cubicBezTo>
                    <a:cubicBezTo>
                      <a:pt x="95" y="0"/>
                      <a:pt x="94" y="0"/>
                      <a:pt x="94" y="1"/>
                    </a:cubicBezTo>
                    <a:cubicBezTo>
                      <a:pt x="93" y="2"/>
                      <a:pt x="91" y="3"/>
                      <a:pt x="90" y="4"/>
                    </a:cubicBezTo>
                    <a:cubicBezTo>
                      <a:pt x="88" y="6"/>
                      <a:pt x="86" y="8"/>
                      <a:pt x="84" y="10"/>
                    </a:cubicBezTo>
                    <a:cubicBezTo>
                      <a:pt x="82" y="12"/>
                      <a:pt x="79" y="15"/>
                      <a:pt x="76" y="18"/>
                    </a:cubicBezTo>
                    <a:cubicBezTo>
                      <a:pt x="71" y="24"/>
                      <a:pt x="65" y="31"/>
                      <a:pt x="58" y="40"/>
                    </a:cubicBezTo>
                    <a:cubicBezTo>
                      <a:pt x="53" y="48"/>
                      <a:pt x="46" y="58"/>
                      <a:pt x="40" y="68"/>
                    </a:cubicBezTo>
                    <a:cubicBezTo>
                      <a:pt x="28" y="89"/>
                      <a:pt x="17" y="113"/>
                      <a:pt x="11" y="139"/>
                    </a:cubicBezTo>
                    <a:cubicBezTo>
                      <a:pt x="3" y="165"/>
                      <a:pt x="0" y="192"/>
                      <a:pt x="0" y="220"/>
                    </a:cubicBezTo>
                    <a:cubicBezTo>
                      <a:pt x="0" y="247"/>
                      <a:pt x="4" y="275"/>
                      <a:pt x="11" y="301"/>
                    </a:cubicBezTo>
                    <a:cubicBezTo>
                      <a:pt x="17" y="326"/>
                      <a:pt x="28" y="350"/>
                      <a:pt x="40" y="371"/>
                    </a:cubicBezTo>
                    <a:cubicBezTo>
                      <a:pt x="52" y="392"/>
                      <a:pt x="65" y="409"/>
                      <a:pt x="76" y="421"/>
                    </a:cubicBezTo>
                    <a:cubicBezTo>
                      <a:pt x="79" y="424"/>
                      <a:pt x="81" y="426"/>
                      <a:pt x="84" y="428"/>
                    </a:cubicBezTo>
                    <a:cubicBezTo>
                      <a:pt x="86" y="430"/>
                      <a:pt x="89" y="433"/>
                      <a:pt x="90" y="434"/>
                    </a:cubicBezTo>
                    <a:cubicBezTo>
                      <a:pt x="92" y="436"/>
                      <a:pt x="93" y="437"/>
                      <a:pt x="94" y="438"/>
                    </a:cubicBezTo>
                    <a:cubicBezTo>
                      <a:pt x="94" y="439"/>
                      <a:pt x="94" y="439"/>
                      <a:pt x="94" y="439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7" name="Google Shape;977;p43">
                <a:extLst>
                  <a:ext uri="{FF2B5EF4-FFF2-40B4-BE49-F238E27FC236}">
                    <a16:creationId xmlns:a16="http://schemas.microsoft.com/office/drawing/2014/main" id="{5038852A-367F-3D55-A07D-0E277508FC1B}"/>
                  </a:ext>
                </a:extLst>
              </p:cNvPr>
              <p:cNvSpPr/>
              <p:nvPr/>
            </p:nvSpPr>
            <p:spPr>
              <a:xfrm rot="-2826885">
                <a:off x="8288151" y="4376905"/>
                <a:ext cx="497407" cy="695439"/>
              </a:xfrm>
              <a:custGeom>
                <a:avLst/>
                <a:gdLst/>
                <a:ahLst/>
                <a:cxnLst/>
                <a:rect l="l" t="t" r="r" b="b"/>
                <a:pathLst>
                  <a:path w="951" h="1332" extrusionOk="0">
                    <a:moveTo>
                      <a:pt x="944" y="1331"/>
                    </a:moveTo>
                    <a:cubicBezTo>
                      <a:pt x="396" y="1091"/>
                      <a:pt x="179" y="742"/>
                      <a:pt x="93" y="492"/>
                    </a:cubicBezTo>
                    <a:cubicBezTo>
                      <a:pt x="0" y="220"/>
                      <a:pt x="38" y="3"/>
                      <a:pt x="39" y="0"/>
                    </a:cubicBezTo>
                    <a:lnTo>
                      <a:pt x="53" y="3"/>
                    </a:lnTo>
                    <a:cubicBezTo>
                      <a:pt x="53" y="5"/>
                      <a:pt x="16" y="220"/>
                      <a:pt x="107" y="488"/>
                    </a:cubicBezTo>
                    <a:cubicBezTo>
                      <a:pt x="192" y="735"/>
                      <a:pt x="407" y="1079"/>
                      <a:pt x="950" y="1317"/>
                    </a:cubicBezTo>
                    <a:lnTo>
                      <a:pt x="944" y="1331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8" name="Google Shape;978;p43">
                <a:extLst>
                  <a:ext uri="{FF2B5EF4-FFF2-40B4-BE49-F238E27FC236}">
                    <a16:creationId xmlns:a16="http://schemas.microsoft.com/office/drawing/2014/main" id="{24A822DD-6C2C-A62D-2D99-49F96B447DA3}"/>
                  </a:ext>
                </a:extLst>
              </p:cNvPr>
              <p:cNvSpPr/>
              <p:nvPr/>
            </p:nvSpPr>
            <p:spPr>
              <a:xfrm rot="-2826880">
                <a:off x="8370864" y="4640889"/>
                <a:ext cx="92113" cy="246397"/>
              </a:xfrm>
              <a:custGeom>
                <a:avLst/>
                <a:gdLst/>
                <a:ahLst/>
                <a:cxnLst/>
                <a:rect l="l" t="t" r="r" b="b"/>
                <a:pathLst>
                  <a:path w="175" h="474" extrusionOk="0">
                    <a:moveTo>
                      <a:pt x="70" y="473"/>
                    </a:moveTo>
                    <a:cubicBezTo>
                      <a:pt x="0" y="244"/>
                      <a:pt x="161" y="3"/>
                      <a:pt x="163" y="0"/>
                    </a:cubicBezTo>
                    <a:lnTo>
                      <a:pt x="174" y="8"/>
                    </a:lnTo>
                    <a:cubicBezTo>
                      <a:pt x="172" y="10"/>
                      <a:pt x="15" y="246"/>
                      <a:pt x="84" y="468"/>
                    </a:cubicBezTo>
                    <a:lnTo>
                      <a:pt x="70" y="473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9" name="Google Shape;979;p43">
                <a:extLst>
                  <a:ext uri="{FF2B5EF4-FFF2-40B4-BE49-F238E27FC236}">
                    <a16:creationId xmlns:a16="http://schemas.microsoft.com/office/drawing/2014/main" id="{70CA13BA-D2E1-554B-6307-605976323BFF}"/>
                  </a:ext>
                </a:extLst>
              </p:cNvPr>
              <p:cNvSpPr/>
              <p:nvPr/>
            </p:nvSpPr>
            <p:spPr>
              <a:xfrm rot="-2826889">
                <a:off x="8229459" y="4814264"/>
                <a:ext cx="225675" cy="138167"/>
              </a:xfrm>
              <a:custGeom>
                <a:avLst/>
                <a:gdLst/>
                <a:ahLst/>
                <a:cxnLst/>
                <a:rect l="l" t="t" r="r" b="b"/>
                <a:pathLst>
                  <a:path w="432" h="266" extrusionOk="0">
                    <a:moveTo>
                      <a:pt x="425" y="265"/>
                    </a:moveTo>
                    <a:cubicBezTo>
                      <a:pt x="135" y="145"/>
                      <a:pt x="1" y="11"/>
                      <a:pt x="0" y="9"/>
                    </a:cubicBezTo>
                    <a:lnTo>
                      <a:pt x="11" y="0"/>
                    </a:lnTo>
                    <a:cubicBezTo>
                      <a:pt x="12" y="1"/>
                      <a:pt x="143" y="134"/>
                      <a:pt x="431" y="252"/>
                    </a:cubicBezTo>
                    <a:lnTo>
                      <a:pt x="425" y="265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0" name="Google Shape;980;p43">
                <a:extLst>
                  <a:ext uri="{FF2B5EF4-FFF2-40B4-BE49-F238E27FC236}">
                    <a16:creationId xmlns:a16="http://schemas.microsoft.com/office/drawing/2014/main" id="{046A7605-A853-1927-88AE-1A96BDD57526}"/>
                  </a:ext>
                </a:extLst>
              </p:cNvPr>
              <p:cNvSpPr/>
              <p:nvPr/>
            </p:nvSpPr>
            <p:spPr>
              <a:xfrm rot="-2826884">
                <a:off x="8553235" y="4667884"/>
                <a:ext cx="89808" cy="255609"/>
              </a:xfrm>
              <a:custGeom>
                <a:avLst/>
                <a:gdLst/>
                <a:ahLst/>
                <a:cxnLst/>
                <a:rect l="l" t="t" r="r" b="b"/>
                <a:pathLst>
                  <a:path w="174" h="490" extrusionOk="0">
                    <a:moveTo>
                      <a:pt x="162" y="489"/>
                    </a:moveTo>
                    <a:cubicBezTo>
                      <a:pt x="0" y="277"/>
                      <a:pt x="63" y="3"/>
                      <a:pt x="64" y="0"/>
                    </a:cubicBezTo>
                    <a:lnTo>
                      <a:pt x="78" y="4"/>
                    </a:lnTo>
                    <a:cubicBezTo>
                      <a:pt x="77" y="7"/>
                      <a:pt x="16" y="275"/>
                      <a:pt x="173" y="480"/>
                    </a:cubicBezTo>
                    <a:lnTo>
                      <a:pt x="162" y="489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81" name="Google Shape;981;p43">
              <a:extLst>
                <a:ext uri="{FF2B5EF4-FFF2-40B4-BE49-F238E27FC236}">
                  <a16:creationId xmlns:a16="http://schemas.microsoft.com/office/drawing/2014/main" id="{EB954908-D1A5-D45F-65CF-B0E319B12C32}"/>
                </a:ext>
              </a:extLst>
            </p:cNvPr>
            <p:cNvGrpSpPr/>
            <p:nvPr/>
          </p:nvGrpSpPr>
          <p:grpSpPr>
            <a:xfrm rot="-6068282" flipH="1">
              <a:off x="8001179" y="3472122"/>
              <a:ext cx="948029" cy="863444"/>
              <a:chOff x="8337075" y="299713"/>
              <a:chExt cx="947899" cy="863325"/>
            </a:xfrm>
          </p:grpSpPr>
          <p:sp>
            <p:nvSpPr>
              <p:cNvPr id="982" name="Google Shape;982;p43">
                <a:extLst>
                  <a:ext uri="{FF2B5EF4-FFF2-40B4-BE49-F238E27FC236}">
                    <a16:creationId xmlns:a16="http://schemas.microsoft.com/office/drawing/2014/main" id="{F5116E8A-168A-98C4-1932-FA795BBB0824}"/>
                  </a:ext>
                </a:extLst>
              </p:cNvPr>
              <p:cNvSpPr/>
              <p:nvPr/>
            </p:nvSpPr>
            <p:spPr>
              <a:xfrm>
                <a:off x="8337075" y="372628"/>
                <a:ext cx="942062" cy="790409"/>
              </a:xfrm>
              <a:custGeom>
                <a:avLst/>
                <a:gdLst/>
                <a:ahLst/>
                <a:cxnLst/>
                <a:rect l="l" t="t" r="r" b="b"/>
                <a:pathLst>
                  <a:path w="1423" h="1196" extrusionOk="0">
                    <a:moveTo>
                      <a:pt x="715" y="109"/>
                    </a:moveTo>
                    <a:cubicBezTo>
                      <a:pt x="723" y="133"/>
                      <a:pt x="741" y="154"/>
                      <a:pt x="766" y="171"/>
                    </a:cubicBezTo>
                    <a:cubicBezTo>
                      <a:pt x="791" y="187"/>
                      <a:pt x="821" y="199"/>
                      <a:pt x="851" y="208"/>
                    </a:cubicBezTo>
                    <a:cubicBezTo>
                      <a:pt x="881" y="216"/>
                      <a:pt x="910" y="219"/>
                      <a:pt x="933" y="222"/>
                    </a:cubicBezTo>
                    <a:cubicBezTo>
                      <a:pt x="955" y="224"/>
                      <a:pt x="969" y="223"/>
                      <a:pt x="969" y="223"/>
                    </a:cubicBezTo>
                    <a:cubicBezTo>
                      <a:pt x="969" y="223"/>
                      <a:pt x="958" y="225"/>
                      <a:pt x="939" y="227"/>
                    </a:cubicBezTo>
                    <a:cubicBezTo>
                      <a:pt x="930" y="228"/>
                      <a:pt x="918" y="229"/>
                      <a:pt x="905" y="231"/>
                    </a:cubicBezTo>
                    <a:cubicBezTo>
                      <a:pt x="892" y="232"/>
                      <a:pt x="877" y="233"/>
                      <a:pt x="861" y="235"/>
                    </a:cubicBezTo>
                    <a:cubicBezTo>
                      <a:pt x="797" y="241"/>
                      <a:pt x="714" y="245"/>
                      <a:pt x="633" y="246"/>
                    </a:cubicBezTo>
                    <a:cubicBezTo>
                      <a:pt x="552" y="248"/>
                      <a:pt x="474" y="247"/>
                      <a:pt x="414" y="255"/>
                    </a:cubicBezTo>
                    <a:cubicBezTo>
                      <a:pt x="355" y="264"/>
                      <a:pt x="316" y="284"/>
                      <a:pt x="312" y="329"/>
                    </a:cubicBezTo>
                    <a:cubicBezTo>
                      <a:pt x="307" y="377"/>
                      <a:pt x="352" y="419"/>
                      <a:pt x="401" y="446"/>
                    </a:cubicBezTo>
                    <a:cubicBezTo>
                      <a:pt x="426" y="459"/>
                      <a:pt x="451" y="469"/>
                      <a:pt x="470" y="476"/>
                    </a:cubicBezTo>
                    <a:cubicBezTo>
                      <a:pt x="489" y="482"/>
                      <a:pt x="502" y="486"/>
                      <a:pt x="502" y="486"/>
                    </a:cubicBezTo>
                    <a:cubicBezTo>
                      <a:pt x="502" y="486"/>
                      <a:pt x="467" y="493"/>
                      <a:pt x="416" y="506"/>
                    </a:cubicBezTo>
                    <a:cubicBezTo>
                      <a:pt x="366" y="518"/>
                      <a:pt x="298" y="536"/>
                      <a:pt x="235" y="562"/>
                    </a:cubicBezTo>
                    <a:cubicBezTo>
                      <a:pt x="171" y="588"/>
                      <a:pt x="109" y="620"/>
                      <a:pt x="64" y="670"/>
                    </a:cubicBezTo>
                    <a:cubicBezTo>
                      <a:pt x="52" y="682"/>
                      <a:pt x="43" y="695"/>
                      <a:pt x="34" y="711"/>
                    </a:cubicBezTo>
                    <a:cubicBezTo>
                      <a:pt x="26" y="725"/>
                      <a:pt x="19" y="741"/>
                      <a:pt x="13" y="758"/>
                    </a:cubicBezTo>
                    <a:cubicBezTo>
                      <a:pt x="3" y="793"/>
                      <a:pt x="0" y="834"/>
                      <a:pt x="8" y="880"/>
                    </a:cubicBezTo>
                    <a:cubicBezTo>
                      <a:pt x="15" y="927"/>
                      <a:pt x="32" y="964"/>
                      <a:pt x="54" y="994"/>
                    </a:cubicBezTo>
                    <a:cubicBezTo>
                      <a:pt x="66" y="1008"/>
                      <a:pt x="79" y="1020"/>
                      <a:pt x="94" y="1031"/>
                    </a:cubicBezTo>
                    <a:cubicBezTo>
                      <a:pt x="110" y="1041"/>
                      <a:pt x="126" y="1049"/>
                      <a:pt x="143" y="1055"/>
                    </a:cubicBezTo>
                    <a:cubicBezTo>
                      <a:pt x="213" y="1082"/>
                      <a:pt x="302" y="1078"/>
                      <a:pt x="387" y="1058"/>
                    </a:cubicBezTo>
                    <a:cubicBezTo>
                      <a:pt x="472" y="1038"/>
                      <a:pt x="552" y="1001"/>
                      <a:pt x="610" y="969"/>
                    </a:cubicBezTo>
                    <a:cubicBezTo>
                      <a:pt x="667" y="936"/>
                      <a:pt x="702" y="909"/>
                      <a:pt x="702" y="909"/>
                    </a:cubicBezTo>
                    <a:cubicBezTo>
                      <a:pt x="702" y="909"/>
                      <a:pt x="694" y="922"/>
                      <a:pt x="682" y="943"/>
                    </a:cubicBezTo>
                    <a:cubicBezTo>
                      <a:pt x="671" y="964"/>
                      <a:pt x="655" y="992"/>
                      <a:pt x="642" y="1022"/>
                    </a:cubicBezTo>
                    <a:cubicBezTo>
                      <a:pt x="616" y="1081"/>
                      <a:pt x="597" y="1148"/>
                      <a:pt x="647" y="1173"/>
                    </a:cubicBezTo>
                    <a:cubicBezTo>
                      <a:pt x="691" y="1195"/>
                      <a:pt x="760" y="1169"/>
                      <a:pt x="836" y="1112"/>
                    </a:cubicBezTo>
                    <a:cubicBezTo>
                      <a:pt x="911" y="1055"/>
                      <a:pt x="988" y="968"/>
                      <a:pt x="1051" y="874"/>
                    </a:cubicBezTo>
                    <a:cubicBezTo>
                      <a:pt x="1114" y="782"/>
                      <a:pt x="1161" y="684"/>
                      <a:pt x="1190" y="611"/>
                    </a:cubicBezTo>
                    <a:cubicBezTo>
                      <a:pt x="1198" y="593"/>
                      <a:pt x="1203" y="575"/>
                      <a:pt x="1209" y="560"/>
                    </a:cubicBezTo>
                    <a:cubicBezTo>
                      <a:pt x="1214" y="545"/>
                      <a:pt x="1219" y="532"/>
                      <a:pt x="1222" y="521"/>
                    </a:cubicBezTo>
                    <a:cubicBezTo>
                      <a:pt x="1229" y="499"/>
                      <a:pt x="1232" y="487"/>
                      <a:pt x="1232" y="487"/>
                    </a:cubicBezTo>
                    <a:cubicBezTo>
                      <a:pt x="1232" y="487"/>
                      <a:pt x="1230" y="503"/>
                      <a:pt x="1227" y="529"/>
                    </a:cubicBezTo>
                    <a:cubicBezTo>
                      <a:pt x="1224" y="553"/>
                      <a:pt x="1221" y="588"/>
                      <a:pt x="1220" y="623"/>
                    </a:cubicBezTo>
                    <a:cubicBezTo>
                      <a:pt x="1219" y="658"/>
                      <a:pt x="1221" y="695"/>
                      <a:pt x="1229" y="726"/>
                    </a:cubicBezTo>
                    <a:cubicBezTo>
                      <a:pt x="1238" y="756"/>
                      <a:pt x="1253" y="780"/>
                      <a:pt x="1280" y="789"/>
                    </a:cubicBezTo>
                    <a:cubicBezTo>
                      <a:pt x="1308" y="797"/>
                      <a:pt x="1341" y="750"/>
                      <a:pt x="1368" y="673"/>
                    </a:cubicBezTo>
                    <a:cubicBezTo>
                      <a:pt x="1395" y="597"/>
                      <a:pt x="1414" y="492"/>
                      <a:pt x="1418" y="390"/>
                    </a:cubicBezTo>
                    <a:cubicBezTo>
                      <a:pt x="1422" y="287"/>
                      <a:pt x="1411" y="188"/>
                      <a:pt x="1398" y="116"/>
                    </a:cubicBezTo>
                    <a:cubicBezTo>
                      <a:pt x="1390" y="80"/>
                      <a:pt x="1383" y="51"/>
                      <a:pt x="1378" y="31"/>
                    </a:cubicBezTo>
                    <a:cubicBezTo>
                      <a:pt x="1372" y="11"/>
                      <a:pt x="1368" y="0"/>
                      <a:pt x="1368" y="0"/>
                    </a:cubicBezTo>
                    <a:cubicBezTo>
                      <a:pt x="1368" y="0"/>
                      <a:pt x="1357" y="4"/>
                      <a:pt x="1337" y="10"/>
                    </a:cubicBezTo>
                    <a:cubicBezTo>
                      <a:pt x="1318" y="15"/>
                      <a:pt x="1289" y="22"/>
                      <a:pt x="1256" y="30"/>
                    </a:cubicBezTo>
                    <a:cubicBezTo>
                      <a:pt x="1189" y="45"/>
                      <a:pt x="1101" y="60"/>
                      <a:pt x="1017" y="67"/>
                    </a:cubicBezTo>
                    <a:cubicBezTo>
                      <a:pt x="933" y="73"/>
                      <a:pt x="853" y="72"/>
                      <a:pt x="797" y="75"/>
                    </a:cubicBezTo>
                    <a:cubicBezTo>
                      <a:pt x="739" y="76"/>
                      <a:pt x="707" y="83"/>
                      <a:pt x="715" y="109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3" name="Google Shape;983;p43">
                <a:extLst>
                  <a:ext uri="{FF2B5EF4-FFF2-40B4-BE49-F238E27FC236}">
                    <a16:creationId xmlns:a16="http://schemas.microsoft.com/office/drawing/2014/main" id="{0EDFF4B9-B846-5EEF-19A0-B9466782CD87}"/>
                  </a:ext>
                </a:extLst>
              </p:cNvPr>
              <p:cNvSpPr/>
              <p:nvPr/>
            </p:nvSpPr>
            <p:spPr>
              <a:xfrm>
                <a:off x="8386657" y="299713"/>
                <a:ext cx="898317" cy="647493"/>
              </a:xfrm>
              <a:custGeom>
                <a:avLst/>
                <a:gdLst/>
                <a:ahLst/>
                <a:cxnLst/>
                <a:rect l="l" t="t" r="r" b="b"/>
                <a:pathLst>
                  <a:path w="1357" h="979" extrusionOk="0">
                    <a:moveTo>
                      <a:pt x="7" y="978"/>
                    </a:moveTo>
                    <a:cubicBezTo>
                      <a:pt x="3" y="978"/>
                      <a:pt x="0" y="975"/>
                      <a:pt x="0" y="971"/>
                    </a:cubicBezTo>
                    <a:cubicBezTo>
                      <a:pt x="0" y="967"/>
                      <a:pt x="2" y="964"/>
                      <a:pt x="7" y="964"/>
                    </a:cubicBezTo>
                    <a:cubicBezTo>
                      <a:pt x="9" y="964"/>
                      <a:pt x="243" y="935"/>
                      <a:pt x="523" y="803"/>
                    </a:cubicBezTo>
                    <a:cubicBezTo>
                      <a:pt x="781" y="682"/>
                      <a:pt x="1133" y="444"/>
                      <a:pt x="1342" y="4"/>
                    </a:cubicBezTo>
                    <a:cubicBezTo>
                      <a:pt x="1344" y="0"/>
                      <a:pt x="1347" y="0"/>
                      <a:pt x="1351" y="0"/>
                    </a:cubicBezTo>
                    <a:cubicBezTo>
                      <a:pt x="1355" y="2"/>
                      <a:pt x="1356" y="6"/>
                      <a:pt x="1355" y="10"/>
                    </a:cubicBezTo>
                    <a:cubicBezTo>
                      <a:pt x="1145" y="454"/>
                      <a:pt x="790" y="693"/>
                      <a:pt x="530" y="816"/>
                    </a:cubicBezTo>
                    <a:cubicBezTo>
                      <a:pt x="246" y="949"/>
                      <a:pt x="10" y="977"/>
                      <a:pt x="7" y="978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4" name="Google Shape;984;p43">
                <a:extLst>
                  <a:ext uri="{FF2B5EF4-FFF2-40B4-BE49-F238E27FC236}">
                    <a16:creationId xmlns:a16="http://schemas.microsoft.com/office/drawing/2014/main" id="{5621767E-354E-290C-C095-92E0ACD64D34}"/>
                  </a:ext>
                </a:extLst>
              </p:cNvPr>
              <p:cNvSpPr/>
              <p:nvPr/>
            </p:nvSpPr>
            <p:spPr>
              <a:xfrm>
                <a:off x="8514988" y="818874"/>
                <a:ext cx="244996" cy="244998"/>
              </a:xfrm>
              <a:custGeom>
                <a:avLst/>
                <a:gdLst/>
                <a:ahLst/>
                <a:cxnLst/>
                <a:rect l="l" t="t" r="r" b="b"/>
                <a:pathLst>
                  <a:path w="371" h="371" extrusionOk="0">
                    <a:moveTo>
                      <a:pt x="8" y="370"/>
                    </a:moveTo>
                    <a:cubicBezTo>
                      <a:pt x="7" y="370"/>
                      <a:pt x="6" y="370"/>
                      <a:pt x="5" y="370"/>
                    </a:cubicBezTo>
                    <a:cubicBezTo>
                      <a:pt x="2" y="369"/>
                      <a:pt x="0" y="364"/>
                      <a:pt x="2" y="360"/>
                    </a:cubicBezTo>
                    <a:cubicBezTo>
                      <a:pt x="4" y="354"/>
                      <a:pt x="71" y="183"/>
                      <a:pt x="359" y="2"/>
                    </a:cubicBezTo>
                    <a:cubicBezTo>
                      <a:pt x="363" y="0"/>
                      <a:pt x="366" y="1"/>
                      <a:pt x="368" y="4"/>
                    </a:cubicBezTo>
                    <a:cubicBezTo>
                      <a:pt x="370" y="8"/>
                      <a:pt x="369" y="12"/>
                      <a:pt x="366" y="14"/>
                    </a:cubicBezTo>
                    <a:cubicBezTo>
                      <a:pt x="83" y="192"/>
                      <a:pt x="16" y="363"/>
                      <a:pt x="15" y="364"/>
                    </a:cubicBezTo>
                    <a:cubicBezTo>
                      <a:pt x="14" y="369"/>
                      <a:pt x="11" y="370"/>
                      <a:pt x="8" y="37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5" name="Google Shape;985;p43">
                <a:extLst>
                  <a:ext uri="{FF2B5EF4-FFF2-40B4-BE49-F238E27FC236}">
                    <a16:creationId xmlns:a16="http://schemas.microsoft.com/office/drawing/2014/main" id="{6739FF82-68D2-649D-37B1-3B5AB377E016}"/>
                  </a:ext>
                </a:extLst>
              </p:cNvPr>
              <p:cNvSpPr/>
              <p:nvPr/>
            </p:nvSpPr>
            <p:spPr>
              <a:xfrm>
                <a:off x="8447906" y="795541"/>
                <a:ext cx="347076" cy="81666"/>
              </a:xfrm>
              <a:custGeom>
                <a:avLst/>
                <a:gdLst/>
                <a:ahLst/>
                <a:cxnLst/>
                <a:rect l="l" t="t" r="r" b="b"/>
                <a:pathLst>
                  <a:path w="526" h="124" extrusionOk="0">
                    <a:moveTo>
                      <a:pt x="263" y="74"/>
                    </a:moveTo>
                    <a:cubicBezTo>
                      <a:pt x="218" y="74"/>
                      <a:pt x="180" y="69"/>
                      <a:pt x="148" y="63"/>
                    </a:cubicBezTo>
                    <a:cubicBezTo>
                      <a:pt x="59" y="46"/>
                      <a:pt x="6" y="15"/>
                      <a:pt x="4" y="14"/>
                    </a:cubicBezTo>
                    <a:cubicBezTo>
                      <a:pt x="1" y="13"/>
                      <a:pt x="0" y="8"/>
                      <a:pt x="2" y="5"/>
                    </a:cubicBezTo>
                    <a:cubicBezTo>
                      <a:pt x="4" y="1"/>
                      <a:pt x="8" y="0"/>
                      <a:pt x="11" y="2"/>
                    </a:cubicBezTo>
                    <a:cubicBezTo>
                      <a:pt x="13" y="3"/>
                      <a:pt x="221" y="123"/>
                      <a:pt x="514" y="12"/>
                    </a:cubicBezTo>
                    <a:cubicBezTo>
                      <a:pt x="518" y="11"/>
                      <a:pt x="522" y="12"/>
                      <a:pt x="524" y="15"/>
                    </a:cubicBezTo>
                    <a:cubicBezTo>
                      <a:pt x="525" y="19"/>
                      <a:pt x="524" y="23"/>
                      <a:pt x="520" y="25"/>
                    </a:cubicBezTo>
                    <a:cubicBezTo>
                      <a:pt x="423" y="61"/>
                      <a:pt x="335" y="74"/>
                      <a:pt x="263" y="74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6" name="Google Shape;986;p43">
                <a:extLst>
                  <a:ext uri="{FF2B5EF4-FFF2-40B4-BE49-F238E27FC236}">
                    <a16:creationId xmlns:a16="http://schemas.microsoft.com/office/drawing/2014/main" id="{910898E7-4EE2-B853-EEE0-6C9C35FD100A}"/>
                  </a:ext>
                </a:extLst>
              </p:cNvPr>
              <p:cNvSpPr/>
              <p:nvPr/>
            </p:nvSpPr>
            <p:spPr>
              <a:xfrm>
                <a:off x="8873732" y="617625"/>
                <a:ext cx="177913" cy="411243"/>
              </a:xfrm>
              <a:custGeom>
                <a:avLst/>
                <a:gdLst/>
                <a:ahLst/>
                <a:cxnLst/>
                <a:rect l="l" t="t" r="r" b="b"/>
                <a:pathLst>
                  <a:path w="269" h="621" extrusionOk="0">
                    <a:moveTo>
                      <a:pt x="7" y="620"/>
                    </a:moveTo>
                    <a:lnTo>
                      <a:pt x="7" y="620"/>
                    </a:lnTo>
                    <a:cubicBezTo>
                      <a:pt x="2" y="620"/>
                      <a:pt x="0" y="616"/>
                      <a:pt x="1" y="612"/>
                    </a:cubicBezTo>
                    <a:cubicBezTo>
                      <a:pt x="1" y="608"/>
                      <a:pt x="43" y="205"/>
                      <a:pt x="255" y="2"/>
                    </a:cubicBezTo>
                    <a:cubicBezTo>
                      <a:pt x="258" y="0"/>
                      <a:pt x="263" y="0"/>
                      <a:pt x="265" y="2"/>
                    </a:cubicBezTo>
                    <a:cubicBezTo>
                      <a:pt x="268" y="5"/>
                      <a:pt x="268" y="10"/>
                      <a:pt x="265" y="13"/>
                    </a:cubicBezTo>
                    <a:cubicBezTo>
                      <a:pt x="58" y="212"/>
                      <a:pt x="15" y="609"/>
                      <a:pt x="15" y="613"/>
                    </a:cubicBezTo>
                    <a:cubicBezTo>
                      <a:pt x="14" y="617"/>
                      <a:pt x="11" y="620"/>
                      <a:pt x="7" y="62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7" name="Google Shape;987;p43">
                <a:extLst>
                  <a:ext uri="{FF2B5EF4-FFF2-40B4-BE49-F238E27FC236}">
                    <a16:creationId xmlns:a16="http://schemas.microsoft.com/office/drawing/2014/main" id="{EF2ED82B-036D-81E8-CBFC-EA061DE099D3}"/>
                  </a:ext>
                </a:extLst>
              </p:cNvPr>
              <p:cNvSpPr/>
              <p:nvPr/>
            </p:nvSpPr>
            <p:spPr>
              <a:xfrm>
                <a:off x="9147894" y="439711"/>
                <a:ext cx="58332" cy="344162"/>
              </a:xfrm>
              <a:custGeom>
                <a:avLst/>
                <a:gdLst/>
                <a:ahLst/>
                <a:cxnLst/>
                <a:rect l="l" t="t" r="r" b="b"/>
                <a:pathLst>
                  <a:path w="90" h="522" extrusionOk="0">
                    <a:moveTo>
                      <a:pt x="81" y="521"/>
                    </a:moveTo>
                    <a:cubicBezTo>
                      <a:pt x="78" y="521"/>
                      <a:pt x="74" y="519"/>
                      <a:pt x="74" y="515"/>
                    </a:cubicBezTo>
                    <a:cubicBezTo>
                      <a:pt x="72" y="500"/>
                      <a:pt x="0" y="145"/>
                      <a:pt x="69" y="5"/>
                    </a:cubicBezTo>
                    <a:cubicBezTo>
                      <a:pt x="71" y="1"/>
                      <a:pt x="74" y="0"/>
                      <a:pt x="78" y="2"/>
                    </a:cubicBezTo>
                    <a:cubicBezTo>
                      <a:pt x="82" y="4"/>
                      <a:pt x="83" y="7"/>
                      <a:pt x="81" y="11"/>
                    </a:cubicBezTo>
                    <a:cubicBezTo>
                      <a:pt x="15" y="147"/>
                      <a:pt x="88" y="509"/>
                      <a:pt x="88" y="512"/>
                    </a:cubicBezTo>
                    <a:cubicBezTo>
                      <a:pt x="89" y="516"/>
                      <a:pt x="86" y="520"/>
                      <a:pt x="82" y="521"/>
                    </a:cubicBezTo>
                    <a:cubicBezTo>
                      <a:pt x="82" y="521"/>
                      <a:pt x="82" y="521"/>
                      <a:pt x="81" y="521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8" name="Google Shape;988;p43">
                <a:extLst>
                  <a:ext uri="{FF2B5EF4-FFF2-40B4-BE49-F238E27FC236}">
                    <a16:creationId xmlns:a16="http://schemas.microsoft.com/office/drawing/2014/main" id="{A3D2F2DD-170F-DB74-399D-3A4DFD4CA046}"/>
                  </a:ext>
                </a:extLst>
              </p:cNvPr>
              <p:cNvSpPr/>
              <p:nvPr/>
            </p:nvSpPr>
            <p:spPr>
              <a:xfrm>
                <a:off x="8894147" y="422211"/>
                <a:ext cx="317909" cy="96248"/>
              </a:xfrm>
              <a:custGeom>
                <a:avLst/>
                <a:gdLst/>
                <a:ahLst/>
                <a:cxnLst/>
                <a:rect l="l" t="t" r="r" b="b"/>
                <a:pathLst>
                  <a:path w="482" h="144" extrusionOk="0">
                    <a:moveTo>
                      <a:pt x="177" y="96"/>
                    </a:moveTo>
                    <a:cubicBezTo>
                      <a:pt x="72" y="96"/>
                      <a:pt x="6" y="67"/>
                      <a:pt x="5" y="66"/>
                    </a:cubicBezTo>
                    <a:cubicBezTo>
                      <a:pt x="1" y="64"/>
                      <a:pt x="0" y="60"/>
                      <a:pt x="1" y="56"/>
                    </a:cubicBezTo>
                    <a:cubicBezTo>
                      <a:pt x="3" y="53"/>
                      <a:pt x="7" y="52"/>
                      <a:pt x="11" y="53"/>
                    </a:cubicBezTo>
                    <a:cubicBezTo>
                      <a:pt x="12" y="54"/>
                      <a:pt x="216" y="143"/>
                      <a:pt x="470" y="2"/>
                    </a:cubicBezTo>
                    <a:cubicBezTo>
                      <a:pt x="474" y="0"/>
                      <a:pt x="477" y="1"/>
                      <a:pt x="479" y="5"/>
                    </a:cubicBezTo>
                    <a:cubicBezTo>
                      <a:pt x="481" y="9"/>
                      <a:pt x="480" y="13"/>
                      <a:pt x="476" y="15"/>
                    </a:cubicBezTo>
                    <a:cubicBezTo>
                      <a:pt x="363" y="78"/>
                      <a:pt x="259" y="96"/>
                      <a:pt x="177" y="96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9" name="Google Shape;989;p43">
                <a:extLst>
                  <a:ext uri="{FF2B5EF4-FFF2-40B4-BE49-F238E27FC236}">
                    <a16:creationId xmlns:a16="http://schemas.microsoft.com/office/drawing/2014/main" id="{8966563A-0C87-A37A-7DD4-BB0C85FC8020}"/>
                  </a:ext>
                </a:extLst>
              </p:cNvPr>
              <p:cNvSpPr/>
              <p:nvPr/>
            </p:nvSpPr>
            <p:spPr>
              <a:xfrm>
                <a:off x="8631652" y="608876"/>
                <a:ext cx="399575" cy="119581"/>
              </a:xfrm>
              <a:custGeom>
                <a:avLst/>
                <a:gdLst/>
                <a:ahLst/>
                <a:cxnLst/>
                <a:rect l="l" t="t" r="r" b="b"/>
                <a:pathLst>
                  <a:path w="605" h="179" extrusionOk="0">
                    <a:moveTo>
                      <a:pt x="393" y="110"/>
                    </a:moveTo>
                    <a:cubicBezTo>
                      <a:pt x="344" y="110"/>
                      <a:pt x="286" y="103"/>
                      <a:pt x="219" y="88"/>
                    </a:cubicBezTo>
                    <a:cubicBezTo>
                      <a:pt x="100" y="60"/>
                      <a:pt x="6" y="14"/>
                      <a:pt x="5" y="14"/>
                    </a:cubicBezTo>
                    <a:cubicBezTo>
                      <a:pt x="1" y="12"/>
                      <a:pt x="0" y="9"/>
                      <a:pt x="2" y="5"/>
                    </a:cubicBezTo>
                    <a:cubicBezTo>
                      <a:pt x="4" y="1"/>
                      <a:pt x="7" y="0"/>
                      <a:pt x="11" y="2"/>
                    </a:cubicBezTo>
                    <a:cubicBezTo>
                      <a:pt x="14" y="4"/>
                      <a:pt x="382" y="178"/>
                      <a:pt x="592" y="47"/>
                    </a:cubicBezTo>
                    <a:cubicBezTo>
                      <a:pt x="596" y="45"/>
                      <a:pt x="600" y="46"/>
                      <a:pt x="602" y="49"/>
                    </a:cubicBezTo>
                    <a:cubicBezTo>
                      <a:pt x="604" y="52"/>
                      <a:pt x="603" y="56"/>
                      <a:pt x="600" y="58"/>
                    </a:cubicBezTo>
                    <a:cubicBezTo>
                      <a:pt x="558" y="85"/>
                      <a:pt x="492" y="110"/>
                      <a:pt x="393" y="11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90" name="Google Shape;990;p43">
              <a:extLst>
                <a:ext uri="{FF2B5EF4-FFF2-40B4-BE49-F238E27FC236}">
                  <a16:creationId xmlns:a16="http://schemas.microsoft.com/office/drawing/2014/main" id="{EFFB7944-607D-83C4-6F3D-D2AC5D59709C}"/>
                </a:ext>
              </a:extLst>
            </p:cNvPr>
            <p:cNvSpPr/>
            <p:nvPr/>
          </p:nvSpPr>
          <p:spPr>
            <a:xfrm>
              <a:off x="7179713" y="1702850"/>
              <a:ext cx="1249188" cy="3545996"/>
            </a:xfrm>
            <a:custGeom>
              <a:avLst/>
              <a:gdLst/>
              <a:ahLst/>
              <a:cxnLst/>
              <a:rect l="l" t="t" r="r" b="b"/>
              <a:pathLst>
                <a:path w="1530" h="4344" extrusionOk="0">
                  <a:moveTo>
                    <a:pt x="252" y="2225"/>
                  </a:moveTo>
                  <a:cubicBezTo>
                    <a:pt x="293" y="2449"/>
                    <a:pt x="445" y="3912"/>
                    <a:pt x="490" y="4343"/>
                  </a:cubicBezTo>
                  <a:lnTo>
                    <a:pt x="1529" y="4246"/>
                  </a:lnTo>
                  <a:lnTo>
                    <a:pt x="951" y="1988"/>
                  </a:lnTo>
                  <a:lnTo>
                    <a:pt x="1055" y="1728"/>
                  </a:lnTo>
                  <a:lnTo>
                    <a:pt x="1111" y="1640"/>
                  </a:lnTo>
                  <a:cubicBezTo>
                    <a:pt x="1101" y="1555"/>
                    <a:pt x="1092" y="1472"/>
                    <a:pt x="1084" y="1391"/>
                  </a:cubicBezTo>
                  <a:cubicBezTo>
                    <a:pt x="1042" y="980"/>
                    <a:pt x="1011" y="649"/>
                    <a:pt x="825" y="392"/>
                  </a:cubicBezTo>
                  <a:cubicBezTo>
                    <a:pt x="626" y="116"/>
                    <a:pt x="492" y="22"/>
                    <a:pt x="440" y="189"/>
                  </a:cubicBezTo>
                  <a:cubicBezTo>
                    <a:pt x="224" y="0"/>
                    <a:pt x="33" y="79"/>
                    <a:pt x="186" y="247"/>
                  </a:cubicBezTo>
                  <a:cubicBezTo>
                    <a:pt x="71" y="189"/>
                    <a:pt x="5" y="215"/>
                    <a:pt x="15" y="301"/>
                  </a:cubicBezTo>
                  <a:cubicBezTo>
                    <a:pt x="22" y="370"/>
                    <a:pt x="211" y="470"/>
                    <a:pt x="344" y="730"/>
                  </a:cubicBezTo>
                  <a:cubicBezTo>
                    <a:pt x="366" y="772"/>
                    <a:pt x="380" y="832"/>
                    <a:pt x="352" y="783"/>
                  </a:cubicBezTo>
                  <a:cubicBezTo>
                    <a:pt x="292" y="680"/>
                    <a:pt x="230" y="601"/>
                    <a:pt x="177" y="542"/>
                  </a:cubicBezTo>
                  <a:cubicBezTo>
                    <a:pt x="97" y="454"/>
                    <a:pt x="27" y="430"/>
                    <a:pt x="16" y="494"/>
                  </a:cubicBezTo>
                  <a:cubicBezTo>
                    <a:pt x="0" y="576"/>
                    <a:pt x="141" y="727"/>
                    <a:pt x="208" y="911"/>
                  </a:cubicBezTo>
                  <a:cubicBezTo>
                    <a:pt x="381" y="1390"/>
                    <a:pt x="134" y="1586"/>
                    <a:pt x="252" y="2225"/>
                  </a:cubicBezTo>
                </a:path>
              </a:pathLst>
            </a:custGeom>
            <a:solidFill>
              <a:srgbClr val="80574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1" name="Google Shape;991;p43">
              <a:extLst>
                <a:ext uri="{FF2B5EF4-FFF2-40B4-BE49-F238E27FC236}">
                  <a16:creationId xmlns:a16="http://schemas.microsoft.com/office/drawing/2014/main" id="{140AF22D-4CAF-A0FE-5C38-EE5B09CECED4}"/>
                </a:ext>
              </a:extLst>
            </p:cNvPr>
            <p:cNvSpPr/>
            <p:nvPr/>
          </p:nvSpPr>
          <p:spPr>
            <a:xfrm>
              <a:off x="7298513" y="2246448"/>
              <a:ext cx="777596" cy="1234803"/>
            </a:xfrm>
            <a:custGeom>
              <a:avLst/>
              <a:gdLst/>
              <a:ahLst/>
              <a:cxnLst/>
              <a:rect l="l" t="t" r="r" b="b"/>
              <a:pathLst>
                <a:path w="952" h="1514" extrusionOk="0">
                  <a:moveTo>
                    <a:pt x="951" y="857"/>
                  </a:moveTo>
                  <a:cubicBezTo>
                    <a:pt x="946" y="814"/>
                    <a:pt x="941" y="770"/>
                    <a:pt x="937" y="728"/>
                  </a:cubicBezTo>
                  <a:cubicBezTo>
                    <a:pt x="913" y="491"/>
                    <a:pt x="893" y="280"/>
                    <a:pt x="843" y="95"/>
                  </a:cubicBezTo>
                  <a:cubicBezTo>
                    <a:pt x="721" y="91"/>
                    <a:pt x="600" y="0"/>
                    <a:pt x="600" y="0"/>
                  </a:cubicBezTo>
                  <a:lnTo>
                    <a:pt x="220" y="130"/>
                  </a:lnTo>
                  <a:cubicBezTo>
                    <a:pt x="222" y="140"/>
                    <a:pt x="220" y="143"/>
                    <a:pt x="212" y="133"/>
                  </a:cubicBezTo>
                  <a:lnTo>
                    <a:pt x="38" y="193"/>
                  </a:lnTo>
                  <a:cubicBezTo>
                    <a:pt x="47" y="211"/>
                    <a:pt x="54" y="230"/>
                    <a:pt x="61" y="249"/>
                  </a:cubicBezTo>
                  <a:cubicBezTo>
                    <a:pt x="231" y="713"/>
                    <a:pt x="0" y="913"/>
                    <a:pt x="97" y="1513"/>
                  </a:cubicBezTo>
                  <a:lnTo>
                    <a:pt x="951" y="857"/>
                  </a:lnTo>
                </a:path>
              </a:pathLst>
            </a:custGeom>
            <a:solidFill>
              <a:srgbClr val="4F33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2" name="Google Shape;992;p43">
              <a:extLst>
                <a:ext uri="{FF2B5EF4-FFF2-40B4-BE49-F238E27FC236}">
                  <a16:creationId xmlns:a16="http://schemas.microsoft.com/office/drawing/2014/main" id="{5146C6B0-1D26-6260-1788-6900F491A444}"/>
                </a:ext>
              </a:extLst>
            </p:cNvPr>
            <p:cNvSpPr/>
            <p:nvPr/>
          </p:nvSpPr>
          <p:spPr>
            <a:xfrm>
              <a:off x="7352511" y="3168048"/>
              <a:ext cx="493195" cy="2080800"/>
            </a:xfrm>
            <a:custGeom>
              <a:avLst/>
              <a:gdLst/>
              <a:ahLst/>
              <a:cxnLst/>
              <a:rect l="l" t="t" r="r" b="b"/>
              <a:pathLst>
                <a:path w="606" h="2551" extrusionOk="0">
                  <a:moveTo>
                    <a:pt x="275" y="2550"/>
                  </a:moveTo>
                  <a:cubicBezTo>
                    <a:pt x="230" y="2119"/>
                    <a:pt x="79" y="655"/>
                    <a:pt x="37" y="432"/>
                  </a:cubicBezTo>
                  <a:cubicBezTo>
                    <a:pt x="5" y="261"/>
                    <a:pt x="0" y="122"/>
                    <a:pt x="5" y="0"/>
                  </a:cubicBezTo>
                  <a:lnTo>
                    <a:pt x="5" y="0"/>
                  </a:lnTo>
                  <a:cubicBezTo>
                    <a:pt x="1" y="109"/>
                    <a:pt x="4" y="234"/>
                    <a:pt x="28" y="384"/>
                  </a:cubicBezTo>
                  <a:lnTo>
                    <a:pt x="199" y="252"/>
                  </a:lnTo>
                  <a:lnTo>
                    <a:pt x="605" y="2519"/>
                  </a:lnTo>
                  <a:lnTo>
                    <a:pt x="275" y="2550"/>
                  </a:lnTo>
                </a:path>
              </a:pathLst>
            </a:custGeom>
            <a:solidFill>
              <a:srgbClr val="4F33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3" name="Google Shape;993;p43">
              <a:extLst>
                <a:ext uri="{FF2B5EF4-FFF2-40B4-BE49-F238E27FC236}">
                  <a16:creationId xmlns:a16="http://schemas.microsoft.com/office/drawing/2014/main" id="{F49E54B5-C179-70D0-9644-88BDE71AD1CD}"/>
                </a:ext>
              </a:extLst>
            </p:cNvPr>
            <p:cNvSpPr/>
            <p:nvPr/>
          </p:nvSpPr>
          <p:spPr>
            <a:xfrm>
              <a:off x="7485711" y="1933250"/>
              <a:ext cx="79199" cy="61199"/>
            </a:xfrm>
            <a:custGeom>
              <a:avLst/>
              <a:gdLst/>
              <a:ahLst/>
              <a:cxnLst/>
              <a:rect l="l" t="t" r="r" b="b"/>
              <a:pathLst>
                <a:path w="96" h="76" extrusionOk="0">
                  <a:moveTo>
                    <a:pt x="85" y="24"/>
                  </a:moveTo>
                  <a:cubicBezTo>
                    <a:pt x="91" y="22"/>
                    <a:pt x="95" y="16"/>
                    <a:pt x="93" y="10"/>
                  </a:cubicBezTo>
                  <a:cubicBezTo>
                    <a:pt x="91" y="4"/>
                    <a:pt x="85" y="0"/>
                    <a:pt x="79" y="2"/>
                  </a:cubicBezTo>
                  <a:cubicBezTo>
                    <a:pt x="33" y="14"/>
                    <a:pt x="4" y="55"/>
                    <a:pt x="4" y="55"/>
                  </a:cubicBezTo>
                  <a:cubicBezTo>
                    <a:pt x="0" y="60"/>
                    <a:pt x="1" y="68"/>
                    <a:pt x="6" y="72"/>
                  </a:cubicBezTo>
                  <a:cubicBezTo>
                    <a:pt x="11" y="75"/>
                    <a:pt x="19" y="74"/>
                    <a:pt x="23" y="69"/>
                  </a:cubicBezTo>
                  <a:cubicBezTo>
                    <a:pt x="24" y="69"/>
                    <a:pt x="47" y="34"/>
                    <a:pt x="85" y="24"/>
                  </a:cubicBezTo>
                </a:path>
              </a:pathLst>
            </a:custGeom>
            <a:solidFill>
              <a:srgbClr val="D06B6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4" name="Google Shape;994;p43">
              <a:extLst>
                <a:ext uri="{FF2B5EF4-FFF2-40B4-BE49-F238E27FC236}">
                  <a16:creationId xmlns:a16="http://schemas.microsoft.com/office/drawing/2014/main" id="{CE8BCC62-D41B-E009-F591-9D6CCB510E07}"/>
                </a:ext>
              </a:extLst>
            </p:cNvPr>
            <p:cNvSpPr/>
            <p:nvPr/>
          </p:nvSpPr>
          <p:spPr>
            <a:xfrm>
              <a:off x="7582910" y="2088048"/>
              <a:ext cx="82798" cy="50400"/>
            </a:xfrm>
            <a:custGeom>
              <a:avLst/>
              <a:gdLst/>
              <a:ahLst/>
              <a:cxnLst/>
              <a:rect l="l" t="t" r="r" b="b"/>
              <a:pathLst>
                <a:path w="103" h="61" extrusionOk="0">
                  <a:moveTo>
                    <a:pt x="90" y="24"/>
                  </a:moveTo>
                  <a:cubicBezTo>
                    <a:pt x="97" y="24"/>
                    <a:pt x="102" y="18"/>
                    <a:pt x="101" y="11"/>
                  </a:cubicBezTo>
                  <a:cubicBezTo>
                    <a:pt x="101" y="5"/>
                    <a:pt x="95" y="0"/>
                    <a:pt x="88" y="1"/>
                  </a:cubicBezTo>
                  <a:cubicBezTo>
                    <a:pt x="41" y="4"/>
                    <a:pt x="5" y="38"/>
                    <a:pt x="5" y="39"/>
                  </a:cubicBezTo>
                  <a:cubicBezTo>
                    <a:pt x="0" y="44"/>
                    <a:pt x="0" y="50"/>
                    <a:pt x="4" y="55"/>
                  </a:cubicBezTo>
                  <a:cubicBezTo>
                    <a:pt x="8" y="60"/>
                    <a:pt x="15" y="60"/>
                    <a:pt x="20" y="56"/>
                  </a:cubicBezTo>
                  <a:cubicBezTo>
                    <a:pt x="20" y="55"/>
                    <a:pt x="50" y="26"/>
                    <a:pt x="90" y="24"/>
                  </a:cubicBezTo>
                </a:path>
              </a:pathLst>
            </a:custGeom>
            <a:solidFill>
              <a:srgbClr val="D06B6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5" name="Google Shape;995;p43">
              <a:extLst>
                <a:ext uri="{FF2B5EF4-FFF2-40B4-BE49-F238E27FC236}">
                  <a16:creationId xmlns:a16="http://schemas.microsoft.com/office/drawing/2014/main" id="{B79B5DAD-56CC-4471-59E0-C5CFB0EC2E9F}"/>
                </a:ext>
              </a:extLst>
            </p:cNvPr>
            <p:cNvSpPr/>
            <p:nvPr/>
          </p:nvSpPr>
          <p:spPr>
            <a:xfrm>
              <a:off x="7698109" y="1944048"/>
              <a:ext cx="82798" cy="53999"/>
            </a:xfrm>
            <a:custGeom>
              <a:avLst/>
              <a:gdLst/>
              <a:ahLst/>
              <a:cxnLst/>
              <a:rect l="l" t="t" r="r" b="b"/>
              <a:pathLst>
                <a:path w="101" h="66" extrusionOk="0">
                  <a:moveTo>
                    <a:pt x="89" y="23"/>
                  </a:moveTo>
                  <a:cubicBezTo>
                    <a:pt x="96" y="22"/>
                    <a:pt x="100" y="17"/>
                    <a:pt x="99" y="11"/>
                  </a:cubicBezTo>
                  <a:cubicBezTo>
                    <a:pt x="98" y="4"/>
                    <a:pt x="92" y="0"/>
                    <a:pt x="86" y="1"/>
                  </a:cubicBezTo>
                  <a:cubicBezTo>
                    <a:pt x="39" y="7"/>
                    <a:pt x="4" y="44"/>
                    <a:pt x="4" y="44"/>
                  </a:cubicBezTo>
                  <a:cubicBezTo>
                    <a:pt x="0" y="49"/>
                    <a:pt x="1" y="56"/>
                    <a:pt x="4" y="60"/>
                  </a:cubicBezTo>
                  <a:cubicBezTo>
                    <a:pt x="9" y="65"/>
                    <a:pt x="16" y="64"/>
                    <a:pt x="21" y="60"/>
                  </a:cubicBezTo>
                  <a:cubicBezTo>
                    <a:pt x="22" y="58"/>
                    <a:pt x="50" y="28"/>
                    <a:pt x="89" y="23"/>
                  </a:cubicBezTo>
                </a:path>
              </a:pathLst>
            </a:custGeom>
            <a:solidFill>
              <a:srgbClr val="4F33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6" name="Google Shape;996;p43">
              <a:extLst>
                <a:ext uri="{FF2B5EF4-FFF2-40B4-BE49-F238E27FC236}">
                  <a16:creationId xmlns:a16="http://schemas.microsoft.com/office/drawing/2014/main" id="{C9541E2D-F55D-31BB-1B4D-63FC6801A9BC}"/>
                </a:ext>
              </a:extLst>
            </p:cNvPr>
            <p:cNvSpPr/>
            <p:nvPr/>
          </p:nvSpPr>
          <p:spPr>
            <a:xfrm>
              <a:off x="7773709" y="2109648"/>
              <a:ext cx="86399" cy="43200"/>
            </a:xfrm>
            <a:custGeom>
              <a:avLst/>
              <a:gdLst/>
              <a:ahLst/>
              <a:cxnLst/>
              <a:rect l="l" t="t" r="r" b="b"/>
              <a:pathLst>
                <a:path w="107" h="54" extrusionOk="0">
                  <a:moveTo>
                    <a:pt x="93" y="27"/>
                  </a:moveTo>
                  <a:cubicBezTo>
                    <a:pt x="100" y="27"/>
                    <a:pt x="105" y="22"/>
                    <a:pt x="106" y="17"/>
                  </a:cubicBezTo>
                  <a:cubicBezTo>
                    <a:pt x="106" y="10"/>
                    <a:pt x="101" y="5"/>
                    <a:pt x="95" y="4"/>
                  </a:cubicBezTo>
                  <a:cubicBezTo>
                    <a:pt x="48" y="0"/>
                    <a:pt x="7" y="30"/>
                    <a:pt x="7" y="30"/>
                  </a:cubicBezTo>
                  <a:cubicBezTo>
                    <a:pt x="2" y="34"/>
                    <a:pt x="0" y="40"/>
                    <a:pt x="4" y="46"/>
                  </a:cubicBezTo>
                  <a:cubicBezTo>
                    <a:pt x="8" y="51"/>
                    <a:pt x="14" y="53"/>
                    <a:pt x="20" y="49"/>
                  </a:cubicBezTo>
                  <a:cubicBezTo>
                    <a:pt x="19" y="48"/>
                    <a:pt x="53" y="24"/>
                    <a:pt x="93" y="27"/>
                  </a:cubicBezTo>
                </a:path>
              </a:pathLst>
            </a:custGeom>
            <a:solidFill>
              <a:srgbClr val="4F33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7" name="Google Shape;997;p43">
              <a:extLst>
                <a:ext uri="{FF2B5EF4-FFF2-40B4-BE49-F238E27FC236}">
                  <a16:creationId xmlns:a16="http://schemas.microsoft.com/office/drawing/2014/main" id="{92AE3CBB-855F-0494-66E7-2C2515858F76}"/>
                </a:ext>
              </a:extLst>
            </p:cNvPr>
            <p:cNvSpPr/>
            <p:nvPr/>
          </p:nvSpPr>
          <p:spPr>
            <a:xfrm>
              <a:off x="7291313" y="1969249"/>
              <a:ext cx="71999" cy="72000"/>
            </a:xfrm>
            <a:custGeom>
              <a:avLst/>
              <a:gdLst/>
              <a:ahLst/>
              <a:cxnLst/>
              <a:rect l="l" t="t" r="r" b="b"/>
              <a:pathLst>
                <a:path w="87" h="88" extrusionOk="0">
                  <a:moveTo>
                    <a:pt x="78" y="24"/>
                  </a:moveTo>
                  <a:cubicBezTo>
                    <a:pt x="83" y="21"/>
                    <a:pt x="86" y="13"/>
                    <a:pt x="83" y="8"/>
                  </a:cubicBezTo>
                  <a:cubicBezTo>
                    <a:pt x="80" y="2"/>
                    <a:pt x="74" y="0"/>
                    <a:pt x="68" y="3"/>
                  </a:cubicBezTo>
                  <a:cubicBezTo>
                    <a:pt x="25" y="23"/>
                    <a:pt x="3" y="68"/>
                    <a:pt x="3" y="68"/>
                  </a:cubicBezTo>
                  <a:cubicBezTo>
                    <a:pt x="0" y="74"/>
                    <a:pt x="3" y="81"/>
                    <a:pt x="9" y="84"/>
                  </a:cubicBezTo>
                  <a:cubicBezTo>
                    <a:pt x="15" y="87"/>
                    <a:pt x="21" y="84"/>
                    <a:pt x="24" y="78"/>
                  </a:cubicBezTo>
                  <a:cubicBezTo>
                    <a:pt x="23" y="78"/>
                    <a:pt x="42" y="40"/>
                    <a:pt x="78" y="24"/>
                  </a:cubicBezTo>
                </a:path>
              </a:pathLst>
            </a:custGeom>
            <a:solidFill>
              <a:srgbClr val="D06B6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8" name="Google Shape;998;p43">
              <a:extLst>
                <a:ext uri="{FF2B5EF4-FFF2-40B4-BE49-F238E27FC236}">
                  <a16:creationId xmlns:a16="http://schemas.microsoft.com/office/drawing/2014/main" id="{FFC0C1E1-8E2D-C20A-FAA7-6DF6B14EC544}"/>
                </a:ext>
              </a:extLst>
            </p:cNvPr>
            <p:cNvSpPr/>
            <p:nvPr/>
          </p:nvSpPr>
          <p:spPr>
            <a:xfrm>
              <a:off x="7402911" y="2084449"/>
              <a:ext cx="71999" cy="72000"/>
            </a:xfrm>
            <a:custGeom>
              <a:avLst/>
              <a:gdLst/>
              <a:ahLst/>
              <a:cxnLst/>
              <a:rect l="l" t="t" r="r" b="b"/>
              <a:pathLst>
                <a:path w="87" h="88" extrusionOk="0">
                  <a:moveTo>
                    <a:pt x="77" y="24"/>
                  </a:moveTo>
                  <a:cubicBezTo>
                    <a:pt x="83" y="21"/>
                    <a:pt x="86" y="13"/>
                    <a:pt x="83" y="8"/>
                  </a:cubicBezTo>
                  <a:cubicBezTo>
                    <a:pt x="81" y="2"/>
                    <a:pt x="73" y="0"/>
                    <a:pt x="67" y="3"/>
                  </a:cubicBezTo>
                  <a:cubicBezTo>
                    <a:pt x="25" y="23"/>
                    <a:pt x="3" y="68"/>
                    <a:pt x="3" y="68"/>
                  </a:cubicBezTo>
                  <a:cubicBezTo>
                    <a:pt x="0" y="74"/>
                    <a:pt x="3" y="81"/>
                    <a:pt x="8" y="84"/>
                  </a:cubicBezTo>
                  <a:cubicBezTo>
                    <a:pt x="14" y="87"/>
                    <a:pt x="21" y="84"/>
                    <a:pt x="24" y="78"/>
                  </a:cubicBezTo>
                  <a:cubicBezTo>
                    <a:pt x="23" y="78"/>
                    <a:pt x="41" y="40"/>
                    <a:pt x="77" y="24"/>
                  </a:cubicBezTo>
                </a:path>
              </a:pathLst>
            </a:custGeom>
            <a:solidFill>
              <a:srgbClr val="D06B6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9" name="Google Shape;999;p43">
              <a:extLst>
                <a:ext uri="{FF2B5EF4-FFF2-40B4-BE49-F238E27FC236}">
                  <a16:creationId xmlns:a16="http://schemas.microsoft.com/office/drawing/2014/main" id="{9A42FCFE-F214-98D3-0480-EC8D9E15ECC4}"/>
                </a:ext>
              </a:extLst>
            </p:cNvPr>
            <p:cNvSpPr/>
            <p:nvPr/>
          </p:nvSpPr>
          <p:spPr>
            <a:xfrm>
              <a:off x="7518110" y="1839650"/>
              <a:ext cx="284396" cy="413997"/>
            </a:xfrm>
            <a:custGeom>
              <a:avLst/>
              <a:gdLst/>
              <a:ahLst/>
              <a:cxnLst/>
              <a:rect l="l" t="t" r="r" b="b"/>
              <a:pathLst>
                <a:path w="347" h="507" extrusionOk="0">
                  <a:moveTo>
                    <a:pt x="334" y="506"/>
                  </a:moveTo>
                  <a:cubicBezTo>
                    <a:pt x="330" y="506"/>
                    <a:pt x="327" y="504"/>
                    <a:pt x="326" y="500"/>
                  </a:cubicBezTo>
                  <a:cubicBezTo>
                    <a:pt x="211" y="215"/>
                    <a:pt x="6" y="20"/>
                    <a:pt x="4" y="18"/>
                  </a:cubicBezTo>
                  <a:cubicBezTo>
                    <a:pt x="0" y="14"/>
                    <a:pt x="1" y="7"/>
                    <a:pt x="4" y="4"/>
                  </a:cubicBezTo>
                  <a:cubicBezTo>
                    <a:pt x="8" y="0"/>
                    <a:pt x="13" y="1"/>
                    <a:pt x="17" y="4"/>
                  </a:cubicBezTo>
                  <a:cubicBezTo>
                    <a:pt x="19" y="6"/>
                    <a:pt x="227" y="205"/>
                    <a:pt x="344" y="493"/>
                  </a:cubicBezTo>
                  <a:cubicBezTo>
                    <a:pt x="346" y="498"/>
                    <a:pt x="344" y="504"/>
                    <a:pt x="338" y="506"/>
                  </a:cubicBezTo>
                  <a:cubicBezTo>
                    <a:pt x="336" y="506"/>
                    <a:pt x="335" y="506"/>
                    <a:pt x="334" y="506"/>
                  </a:cubicBezTo>
                </a:path>
              </a:pathLst>
            </a:custGeom>
            <a:solidFill>
              <a:srgbClr val="4F33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0" name="Google Shape;1000;p43">
              <a:extLst>
                <a:ext uri="{FF2B5EF4-FFF2-40B4-BE49-F238E27FC236}">
                  <a16:creationId xmlns:a16="http://schemas.microsoft.com/office/drawing/2014/main" id="{857F40AD-6D8A-4505-F514-E78F50511986}"/>
                </a:ext>
              </a:extLst>
            </p:cNvPr>
            <p:cNvSpPr/>
            <p:nvPr/>
          </p:nvSpPr>
          <p:spPr>
            <a:xfrm>
              <a:off x="7305713" y="1879248"/>
              <a:ext cx="327597" cy="449999"/>
            </a:xfrm>
            <a:custGeom>
              <a:avLst/>
              <a:gdLst/>
              <a:ahLst/>
              <a:cxnLst/>
              <a:rect l="l" t="t" r="r" b="b"/>
              <a:pathLst>
                <a:path w="400" h="550" extrusionOk="0">
                  <a:moveTo>
                    <a:pt x="388" y="549"/>
                  </a:moveTo>
                  <a:cubicBezTo>
                    <a:pt x="384" y="549"/>
                    <a:pt x="381" y="546"/>
                    <a:pt x="380" y="542"/>
                  </a:cubicBezTo>
                  <a:cubicBezTo>
                    <a:pt x="264" y="226"/>
                    <a:pt x="6" y="20"/>
                    <a:pt x="3" y="19"/>
                  </a:cubicBezTo>
                  <a:cubicBezTo>
                    <a:pt x="0" y="16"/>
                    <a:pt x="0" y="9"/>
                    <a:pt x="2" y="5"/>
                  </a:cubicBezTo>
                  <a:cubicBezTo>
                    <a:pt x="5" y="1"/>
                    <a:pt x="11" y="0"/>
                    <a:pt x="15" y="3"/>
                  </a:cubicBezTo>
                  <a:cubicBezTo>
                    <a:pt x="18" y="5"/>
                    <a:pt x="278" y="214"/>
                    <a:pt x="397" y="536"/>
                  </a:cubicBezTo>
                  <a:cubicBezTo>
                    <a:pt x="399" y="541"/>
                    <a:pt x="396" y="546"/>
                    <a:pt x="391" y="548"/>
                  </a:cubicBezTo>
                  <a:cubicBezTo>
                    <a:pt x="391" y="549"/>
                    <a:pt x="390" y="549"/>
                    <a:pt x="388" y="549"/>
                  </a:cubicBezTo>
                </a:path>
              </a:pathLst>
            </a:custGeom>
            <a:solidFill>
              <a:srgbClr val="85433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1" name="Google Shape;1001;p43">
              <a:extLst>
                <a:ext uri="{FF2B5EF4-FFF2-40B4-BE49-F238E27FC236}">
                  <a16:creationId xmlns:a16="http://schemas.microsoft.com/office/drawing/2014/main" id="{4FCB948A-2B10-1D6E-B90B-2D6BB534344E}"/>
                </a:ext>
              </a:extLst>
            </p:cNvPr>
            <p:cNvSpPr/>
            <p:nvPr/>
          </p:nvSpPr>
          <p:spPr>
            <a:xfrm>
              <a:off x="7284113" y="2077249"/>
              <a:ext cx="212397" cy="305998"/>
            </a:xfrm>
            <a:custGeom>
              <a:avLst/>
              <a:gdLst/>
              <a:ahLst/>
              <a:cxnLst/>
              <a:rect l="l" t="t" r="r" b="b"/>
              <a:pathLst>
                <a:path w="259" h="376" extrusionOk="0">
                  <a:moveTo>
                    <a:pt x="248" y="375"/>
                  </a:moveTo>
                  <a:cubicBezTo>
                    <a:pt x="244" y="375"/>
                    <a:pt x="240" y="373"/>
                    <a:pt x="239" y="369"/>
                  </a:cubicBezTo>
                  <a:cubicBezTo>
                    <a:pt x="164" y="196"/>
                    <a:pt x="6" y="19"/>
                    <a:pt x="4" y="17"/>
                  </a:cubicBezTo>
                  <a:cubicBezTo>
                    <a:pt x="0" y="14"/>
                    <a:pt x="2" y="8"/>
                    <a:pt x="5" y="4"/>
                  </a:cubicBezTo>
                  <a:cubicBezTo>
                    <a:pt x="9" y="0"/>
                    <a:pt x="14" y="1"/>
                    <a:pt x="18" y="5"/>
                  </a:cubicBezTo>
                  <a:cubicBezTo>
                    <a:pt x="20" y="7"/>
                    <a:pt x="180" y="186"/>
                    <a:pt x="256" y="361"/>
                  </a:cubicBezTo>
                  <a:cubicBezTo>
                    <a:pt x="258" y="366"/>
                    <a:pt x="256" y="372"/>
                    <a:pt x="251" y="374"/>
                  </a:cubicBezTo>
                  <a:cubicBezTo>
                    <a:pt x="250" y="374"/>
                    <a:pt x="249" y="375"/>
                    <a:pt x="248" y="375"/>
                  </a:cubicBezTo>
                </a:path>
              </a:pathLst>
            </a:custGeom>
            <a:solidFill>
              <a:srgbClr val="85433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2" name="Google Shape;1002;p43">
              <a:extLst>
                <a:ext uri="{FF2B5EF4-FFF2-40B4-BE49-F238E27FC236}">
                  <a16:creationId xmlns:a16="http://schemas.microsoft.com/office/drawing/2014/main" id="{956DB5D9-B43D-6E66-FB2E-27619F36EB36}"/>
                </a:ext>
              </a:extLst>
            </p:cNvPr>
            <p:cNvSpPr/>
            <p:nvPr/>
          </p:nvSpPr>
          <p:spPr>
            <a:xfrm>
              <a:off x="5772125" y="1702850"/>
              <a:ext cx="1274387" cy="3610795"/>
            </a:xfrm>
            <a:custGeom>
              <a:avLst/>
              <a:gdLst/>
              <a:ahLst/>
              <a:cxnLst/>
              <a:rect l="l" t="t" r="r" b="b"/>
              <a:pathLst>
                <a:path w="1560" h="4422" extrusionOk="0">
                  <a:moveTo>
                    <a:pt x="1308" y="2225"/>
                  </a:moveTo>
                  <a:cubicBezTo>
                    <a:pt x="1267" y="2449"/>
                    <a:pt x="1115" y="3990"/>
                    <a:pt x="1070" y="4421"/>
                  </a:cubicBezTo>
                  <a:lnTo>
                    <a:pt x="0" y="4364"/>
                  </a:lnTo>
                  <a:lnTo>
                    <a:pt x="609" y="1988"/>
                  </a:lnTo>
                  <a:lnTo>
                    <a:pt x="505" y="1728"/>
                  </a:lnTo>
                  <a:lnTo>
                    <a:pt x="449" y="1640"/>
                  </a:lnTo>
                  <a:cubicBezTo>
                    <a:pt x="459" y="1555"/>
                    <a:pt x="468" y="1472"/>
                    <a:pt x="475" y="1391"/>
                  </a:cubicBezTo>
                  <a:cubicBezTo>
                    <a:pt x="517" y="980"/>
                    <a:pt x="549" y="649"/>
                    <a:pt x="735" y="392"/>
                  </a:cubicBezTo>
                  <a:cubicBezTo>
                    <a:pt x="934" y="116"/>
                    <a:pt x="1068" y="22"/>
                    <a:pt x="1119" y="189"/>
                  </a:cubicBezTo>
                  <a:cubicBezTo>
                    <a:pt x="1336" y="0"/>
                    <a:pt x="1527" y="79"/>
                    <a:pt x="1374" y="247"/>
                  </a:cubicBezTo>
                  <a:cubicBezTo>
                    <a:pt x="1489" y="189"/>
                    <a:pt x="1555" y="215"/>
                    <a:pt x="1545" y="301"/>
                  </a:cubicBezTo>
                  <a:cubicBezTo>
                    <a:pt x="1538" y="370"/>
                    <a:pt x="1349" y="470"/>
                    <a:pt x="1216" y="730"/>
                  </a:cubicBezTo>
                  <a:cubicBezTo>
                    <a:pt x="1194" y="772"/>
                    <a:pt x="1179" y="832"/>
                    <a:pt x="1208" y="783"/>
                  </a:cubicBezTo>
                  <a:cubicBezTo>
                    <a:pt x="1268" y="680"/>
                    <a:pt x="1330" y="601"/>
                    <a:pt x="1383" y="542"/>
                  </a:cubicBezTo>
                  <a:cubicBezTo>
                    <a:pt x="1463" y="454"/>
                    <a:pt x="1533" y="430"/>
                    <a:pt x="1544" y="494"/>
                  </a:cubicBezTo>
                  <a:cubicBezTo>
                    <a:pt x="1559" y="576"/>
                    <a:pt x="1419" y="727"/>
                    <a:pt x="1352" y="911"/>
                  </a:cubicBezTo>
                  <a:cubicBezTo>
                    <a:pt x="1178" y="1390"/>
                    <a:pt x="1426" y="1586"/>
                    <a:pt x="1308" y="2225"/>
                  </a:cubicBezTo>
                </a:path>
              </a:pathLst>
            </a:custGeom>
            <a:solidFill>
              <a:srgbClr val="80574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3" name="Google Shape;1003;p43">
              <a:extLst>
                <a:ext uri="{FF2B5EF4-FFF2-40B4-BE49-F238E27FC236}">
                  <a16:creationId xmlns:a16="http://schemas.microsoft.com/office/drawing/2014/main" id="{12C5D67F-6EFA-5552-BA57-B362F45506AD}"/>
                </a:ext>
              </a:extLst>
            </p:cNvPr>
            <p:cNvSpPr/>
            <p:nvPr/>
          </p:nvSpPr>
          <p:spPr>
            <a:xfrm>
              <a:off x="6150121" y="2246448"/>
              <a:ext cx="777596" cy="1234803"/>
            </a:xfrm>
            <a:custGeom>
              <a:avLst/>
              <a:gdLst/>
              <a:ahLst/>
              <a:cxnLst/>
              <a:rect l="l" t="t" r="r" b="b"/>
              <a:pathLst>
                <a:path w="952" h="1514" extrusionOk="0">
                  <a:moveTo>
                    <a:pt x="0" y="857"/>
                  </a:moveTo>
                  <a:cubicBezTo>
                    <a:pt x="5" y="814"/>
                    <a:pt x="10" y="770"/>
                    <a:pt x="13" y="728"/>
                  </a:cubicBezTo>
                  <a:cubicBezTo>
                    <a:pt x="38" y="491"/>
                    <a:pt x="58" y="280"/>
                    <a:pt x="108" y="95"/>
                  </a:cubicBezTo>
                  <a:cubicBezTo>
                    <a:pt x="230" y="91"/>
                    <a:pt x="351" y="0"/>
                    <a:pt x="351" y="0"/>
                  </a:cubicBezTo>
                  <a:lnTo>
                    <a:pt x="731" y="130"/>
                  </a:lnTo>
                  <a:cubicBezTo>
                    <a:pt x="729" y="140"/>
                    <a:pt x="731" y="143"/>
                    <a:pt x="738" y="133"/>
                  </a:cubicBezTo>
                  <a:lnTo>
                    <a:pt x="913" y="193"/>
                  </a:lnTo>
                  <a:cubicBezTo>
                    <a:pt x="904" y="211"/>
                    <a:pt x="896" y="230"/>
                    <a:pt x="890" y="249"/>
                  </a:cubicBezTo>
                  <a:cubicBezTo>
                    <a:pt x="720" y="713"/>
                    <a:pt x="951" y="913"/>
                    <a:pt x="854" y="1513"/>
                  </a:cubicBezTo>
                  <a:lnTo>
                    <a:pt x="0" y="857"/>
                  </a:lnTo>
                </a:path>
              </a:pathLst>
            </a:custGeom>
            <a:solidFill>
              <a:srgbClr val="4F33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4" name="Google Shape;1004;p43">
              <a:extLst>
                <a:ext uri="{FF2B5EF4-FFF2-40B4-BE49-F238E27FC236}">
                  <a16:creationId xmlns:a16="http://schemas.microsoft.com/office/drawing/2014/main" id="{E3E1A3E1-E106-09EF-9F7A-C60030EE52CB}"/>
                </a:ext>
              </a:extLst>
            </p:cNvPr>
            <p:cNvSpPr/>
            <p:nvPr/>
          </p:nvSpPr>
          <p:spPr>
            <a:xfrm>
              <a:off x="6362520" y="3168048"/>
              <a:ext cx="507593" cy="2145606"/>
            </a:xfrm>
            <a:custGeom>
              <a:avLst/>
              <a:gdLst/>
              <a:ahLst/>
              <a:cxnLst/>
              <a:rect l="l" t="t" r="r" b="b"/>
              <a:pathLst>
                <a:path w="621" h="2629" extrusionOk="0">
                  <a:moveTo>
                    <a:pt x="345" y="2628"/>
                  </a:moveTo>
                  <a:cubicBezTo>
                    <a:pt x="390" y="2197"/>
                    <a:pt x="541" y="656"/>
                    <a:pt x="583" y="432"/>
                  </a:cubicBezTo>
                  <a:cubicBezTo>
                    <a:pt x="614" y="261"/>
                    <a:pt x="620" y="122"/>
                    <a:pt x="614" y="0"/>
                  </a:cubicBezTo>
                  <a:lnTo>
                    <a:pt x="614" y="0"/>
                  </a:lnTo>
                  <a:cubicBezTo>
                    <a:pt x="619" y="109"/>
                    <a:pt x="615" y="234"/>
                    <a:pt x="592" y="384"/>
                  </a:cubicBezTo>
                  <a:lnTo>
                    <a:pt x="421" y="252"/>
                  </a:lnTo>
                  <a:lnTo>
                    <a:pt x="0" y="2609"/>
                  </a:lnTo>
                  <a:lnTo>
                    <a:pt x="345" y="2628"/>
                  </a:lnTo>
                </a:path>
              </a:pathLst>
            </a:custGeom>
            <a:solidFill>
              <a:srgbClr val="4F33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5" name="Google Shape;1005;p43">
              <a:extLst>
                <a:ext uri="{FF2B5EF4-FFF2-40B4-BE49-F238E27FC236}">
                  <a16:creationId xmlns:a16="http://schemas.microsoft.com/office/drawing/2014/main" id="{0D72E00B-9D0D-71FB-2B99-07582B818A4D}"/>
                </a:ext>
              </a:extLst>
            </p:cNvPr>
            <p:cNvSpPr/>
            <p:nvPr/>
          </p:nvSpPr>
          <p:spPr>
            <a:xfrm>
              <a:off x="6661317" y="1933250"/>
              <a:ext cx="79199" cy="61199"/>
            </a:xfrm>
            <a:custGeom>
              <a:avLst/>
              <a:gdLst/>
              <a:ahLst/>
              <a:cxnLst/>
              <a:rect l="l" t="t" r="r" b="b"/>
              <a:pathLst>
                <a:path w="96" h="76" extrusionOk="0">
                  <a:moveTo>
                    <a:pt x="9" y="24"/>
                  </a:moveTo>
                  <a:cubicBezTo>
                    <a:pt x="4" y="22"/>
                    <a:pt x="0" y="16"/>
                    <a:pt x="2" y="10"/>
                  </a:cubicBezTo>
                  <a:cubicBezTo>
                    <a:pt x="4" y="4"/>
                    <a:pt x="9" y="0"/>
                    <a:pt x="16" y="2"/>
                  </a:cubicBezTo>
                  <a:cubicBezTo>
                    <a:pt x="62" y="14"/>
                    <a:pt x="91" y="55"/>
                    <a:pt x="91" y="55"/>
                  </a:cubicBezTo>
                  <a:cubicBezTo>
                    <a:pt x="95" y="60"/>
                    <a:pt x="94" y="68"/>
                    <a:pt x="88" y="72"/>
                  </a:cubicBezTo>
                  <a:cubicBezTo>
                    <a:pt x="84" y="75"/>
                    <a:pt x="76" y="74"/>
                    <a:pt x="72" y="69"/>
                  </a:cubicBezTo>
                  <a:cubicBezTo>
                    <a:pt x="72" y="69"/>
                    <a:pt x="47" y="34"/>
                    <a:pt x="9" y="24"/>
                  </a:cubicBezTo>
                </a:path>
              </a:pathLst>
            </a:custGeom>
            <a:solidFill>
              <a:srgbClr val="D06B6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6" name="Google Shape;1006;p43">
              <a:extLst>
                <a:ext uri="{FF2B5EF4-FFF2-40B4-BE49-F238E27FC236}">
                  <a16:creationId xmlns:a16="http://schemas.microsoft.com/office/drawing/2014/main" id="{D0697BE8-AE22-2B91-0518-42F31755FCDD}"/>
                </a:ext>
              </a:extLst>
            </p:cNvPr>
            <p:cNvSpPr/>
            <p:nvPr/>
          </p:nvSpPr>
          <p:spPr>
            <a:xfrm>
              <a:off x="6560518" y="2088048"/>
              <a:ext cx="82798" cy="50400"/>
            </a:xfrm>
            <a:custGeom>
              <a:avLst/>
              <a:gdLst/>
              <a:ahLst/>
              <a:cxnLst/>
              <a:rect l="l" t="t" r="r" b="b"/>
              <a:pathLst>
                <a:path w="103" h="61" extrusionOk="0">
                  <a:moveTo>
                    <a:pt x="11" y="24"/>
                  </a:moveTo>
                  <a:cubicBezTo>
                    <a:pt x="5" y="24"/>
                    <a:pt x="0" y="18"/>
                    <a:pt x="1" y="11"/>
                  </a:cubicBezTo>
                  <a:cubicBezTo>
                    <a:pt x="1" y="5"/>
                    <a:pt x="7" y="0"/>
                    <a:pt x="13" y="1"/>
                  </a:cubicBezTo>
                  <a:cubicBezTo>
                    <a:pt x="61" y="4"/>
                    <a:pt x="97" y="38"/>
                    <a:pt x="97" y="39"/>
                  </a:cubicBezTo>
                  <a:cubicBezTo>
                    <a:pt x="102" y="44"/>
                    <a:pt x="102" y="50"/>
                    <a:pt x="98" y="55"/>
                  </a:cubicBezTo>
                  <a:cubicBezTo>
                    <a:pt x="93" y="60"/>
                    <a:pt x="87" y="60"/>
                    <a:pt x="82" y="56"/>
                  </a:cubicBezTo>
                  <a:cubicBezTo>
                    <a:pt x="81" y="55"/>
                    <a:pt x="51" y="26"/>
                    <a:pt x="11" y="24"/>
                  </a:cubicBezTo>
                </a:path>
              </a:pathLst>
            </a:custGeom>
            <a:solidFill>
              <a:srgbClr val="D06B6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7" name="Google Shape;1007;p43">
              <a:extLst>
                <a:ext uri="{FF2B5EF4-FFF2-40B4-BE49-F238E27FC236}">
                  <a16:creationId xmlns:a16="http://schemas.microsoft.com/office/drawing/2014/main" id="{4E5F637E-AE10-BD11-DC43-2B43BCB0C387}"/>
                </a:ext>
              </a:extLst>
            </p:cNvPr>
            <p:cNvSpPr/>
            <p:nvPr/>
          </p:nvSpPr>
          <p:spPr>
            <a:xfrm>
              <a:off x="6441720" y="1944048"/>
              <a:ext cx="82798" cy="53999"/>
            </a:xfrm>
            <a:custGeom>
              <a:avLst/>
              <a:gdLst/>
              <a:ahLst/>
              <a:cxnLst/>
              <a:rect l="l" t="t" r="r" b="b"/>
              <a:pathLst>
                <a:path w="101" h="66" extrusionOk="0">
                  <a:moveTo>
                    <a:pt x="11" y="23"/>
                  </a:moveTo>
                  <a:cubicBezTo>
                    <a:pt x="4" y="22"/>
                    <a:pt x="0" y="17"/>
                    <a:pt x="1" y="11"/>
                  </a:cubicBezTo>
                  <a:cubicBezTo>
                    <a:pt x="2" y="4"/>
                    <a:pt x="8" y="0"/>
                    <a:pt x="13" y="1"/>
                  </a:cubicBezTo>
                  <a:cubicBezTo>
                    <a:pt x="61" y="7"/>
                    <a:pt x="95" y="44"/>
                    <a:pt x="95" y="44"/>
                  </a:cubicBezTo>
                  <a:cubicBezTo>
                    <a:pt x="100" y="49"/>
                    <a:pt x="99" y="56"/>
                    <a:pt x="95" y="60"/>
                  </a:cubicBezTo>
                  <a:cubicBezTo>
                    <a:pt x="91" y="65"/>
                    <a:pt x="84" y="64"/>
                    <a:pt x="79" y="60"/>
                  </a:cubicBezTo>
                  <a:cubicBezTo>
                    <a:pt x="79" y="58"/>
                    <a:pt x="50" y="28"/>
                    <a:pt x="11" y="23"/>
                  </a:cubicBezTo>
                </a:path>
              </a:pathLst>
            </a:custGeom>
            <a:solidFill>
              <a:srgbClr val="4F33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8" name="Google Shape;1008;p43">
              <a:extLst>
                <a:ext uri="{FF2B5EF4-FFF2-40B4-BE49-F238E27FC236}">
                  <a16:creationId xmlns:a16="http://schemas.microsoft.com/office/drawing/2014/main" id="{1A0AC0DC-A1D7-B742-8ACE-45533B298283}"/>
                </a:ext>
              </a:extLst>
            </p:cNvPr>
            <p:cNvSpPr/>
            <p:nvPr/>
          </p:nvSpPr>
          <p:spPr>
            <a:xfrm>
              <a:off x="6362520" y="2109648"/>
              <a:ext cx="86399" cy="43200"/>
            </a:xfrm>
            <a:custGeom>
              <a:avLst/>
              <a:gdLst/>
              <a:ahLst/>
              <a:cxnLst/>
              <a:rect l="l" t="t" r="r" b="b"/>
              <a:pathLst>
                <a:path w="107" h="54" extrusionOk="0">
                  <a:moveTo>
                    <a:pt x="12" y="27"/>
                  </a:moveTo>
                  <a:cubicBezTo>
                    <a:pt x="6" y="27"/>
                    <a:pt x="1" y="22"/>
                    <a:pt x="0" y="17"/>
                  </a:cubicBezTo>
                  <a:cubicBezTo>
                    <a:pt x="0" y="10"/>
                    <a:pt x="5" y="5"/>
                    <a:pt x="10" y="4"/>
                  </a:cubicBezTo>
                  <a:cubicBezTo>
                    <a:pt x="58" y="0"/>
                    <a:pt x="99" y="30"/>
                    <a:pt x="99" y="30"/>
                  </a:cubicBezTo>
                  <a:cubicBezTo>
                    <a:pt x="104" y="34"/>
                    <a:pt x="106" y="40"/>
                    <a:pt x="102" y="46"/>
                  </a:cubicBezTo>
                  <a:cubicBezTo>
                    <a:pt x="98" y="51"/>
                    <a:pt x="91" y="53"/>
                    <a:pt x="86" y="49"/>
                  </a:cubicBezTo>
                  <a:cubicBezTo>
                    <a:pt x="86" y="48"/>
                    <a:pt x="51" y="24"/>
                    <a:pt x="12" y="27"/>
                  </a:cubicBezTo>
                </a:path>
              </a:pathLst>
            </a:custGeom>
            <a:solidFill>
              <a:srgbClr val="4F33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9" name="Google Shape;1009;p43">
              <a:extLst>
                <a:ext uri="{FF2B5EF4-FFF2-40B4-BE49-F238E27FC236}">
                  <a16:creationId xmlns:a16="http://schemas.microsoft.com/office/drawing/2014/main" id="{837CDAE5-BCD0-470B-A6D2-A9569AD51179}"/>
                </a:ext>
              </a:extLst>
            </p:cNvPr>
            <p:cNvSpPr/>
            <p:nvPr/>
          </p:nvSpPr>
          <p:spPr>
            <a:xfrm>
              <a:off x="6862915" y="1969249"/>
              <a:ext cx="68398" cy="72000"/>
            </a:xfrm>
            <a:custGeom>
              <a:avLst/>
              <a:gdLst/>
              <a:ahLst/>
              <a:cxnLst/>
              <a:rect l="l" t="t" r="r" b="b"/>
              <a:pathLst>
                <a:path w="85" h="88" extrusionOk="0">
                  <a:moveTo>
                    <a:pt x="7" y="24"/>
                  </a:moveTo>
                  <a:cubicBezTo>
                    <a:pt x="2" y="21"/>
                    <a:pt x="0" y="13"/>
                    <a:pt x="2" y="8"/>
                  </a:cubicBezTo>
                  <a:cubicBezTo>
                    <a:pt x="5" y="2"/>
                    <a:pt x="11" y="0"/>
                    <a:pt x="17" y="3"/>
                  </a:cubicBezTo>
                  <a:cubicBezTo>
                    <a:pt x="60" y="23"/>
                    <a:pt x="82" y="68"/>
                    <a:pt x="82" y="68"/>
                  </a:cubicBezTo>
                  <a:cubicBezTo>
                    <a:pt x="84" y="74"/>
                    <a:pt x="82" y="81"/>
                    <a:pt x="76" y="84"/>
                  </a:cubicBezTo>
                  <a:cubicBezTo>
                    <a:pt x="70" y="87"/>
                    <a:pt x="63" y="84"/>
                    <a:pt x="61" y="78"/>
                  </a:cubicBezTo>
                  <a:cubicBezTo>
                    <a:pt x="62" y="78"/>
                    <a:pt x="43" y="40"/>
                    <a:pt x="7" y="24"/>
                  </a:cubicBezTo>
                </a:path>
              </a:pathLst>
            </a:custGeom>
            <a:solidFill>
              <a:srgbClr val="D06B6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0" name="Google Shape;1010;p43">
              <a:extLst>
                <a:ext uri="{FF2B5EF4-FFF2-40B4-BE49-F238E27FC236}">
                  <a16:creationId xmlns:a16="http://schemas.microsoft.com/office/drawing/2014/main" id="{43FE4D79-2475-973A-2CD4-7091CCBFBBF3}"/>
                </a:ext>
              </a:extLst>
            </p:cNvPr>
            <p:cNvSpPr/>
            <p:nvPr/>
          </p:nvSpPr>
          <p:spPr>
            <a:xfrm>
              <a:off x="6751317" y="2084449"/>
              <a:ext cx="71999" cy="72000"/>
            </a:xfrm>
            <a:custGeom>
              <a:avLst/>
              <a:gdLst/>
              <a:ahLst/>
              <a:cxnLst/>
              <a:rect l="l" t="t" r="r" b="b"/>
              <a:pathLst>
                <a:path w="87" h="88" extrusionOk="0">
                  <a:moveTo>
                    <a:pt x="9" y="24"/>
                  </a:moveTo>
                  <a:cubicBezTo>
                    <a:pt x="3" y="21"/>
                    <a:pt x="0" y="13"/>
                    <a:pt x="3" y="8"/>
                  </a:cubicBezTo>
                  <a:cubicBezTo>
                    <a:pt x="6" y="2"/>
                    <a:pt x="13" y="0"/>
                    <a:pt x="18" y="3"/>
                  </a:cubicBezTo>
                  <a:cubicBezTo>
                    <a:pt x="61" y="23"/>
                    <a:pt x="83" y="68"/>
                    <a:pt x="83" y="68"/>
                  </a:cubicBezTo>
                  <a:cubicBezTo>
                    <a:pt x="86" y="74"/>
                    <a:pt x="83" y="81"/>
                    <a:pt x="77" y="84"/>
                  </a:cubicBezTo>
                  <a:cubicBezTo>
                    <a:pt x="72" y="87"/>
                    <a:pt x="65" y="84"/>
                    <a:pt x="62" y="78"/>
                  </a:cubicBezTo>
                  <a:cubicBezTo>
                    <a:pt x="62" y="78"/>
                    <a:pt x="44" y="40"/>
                    <a:pt x="9" y="24"/>
                  </a:cubicBezTo>
                </a:path>
              </a:pathLst>
            </a:custGeom>
            <a:solidFill>
              <a:srgbClr val="D06B6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1" name="Google Shape;1011;p43">
              <a:extLst>
                <a:ext uri="{FF2B5EF4-FFF2-40B4-BE49-F238E27FC236}">
                  <a16:creationId xmlns:a16="http://schemas.microsoft.com/office/drawing/2014/main" id="{4D979A60-A202-A2E8-665D-FB54AA1EF769}"/>
                </a:ext>
              </a:extLst>
            </p:cNvPr>
            <p:cNvSpPr/>
            <p:nvPr/>
          </p:nvSpPr>
          <p:spPr>
            <a:xfrm>
              <a:off x="6438119" y="1850448"/>
              <a:ext cx="255597" cy="431999"/>
            </a:xfrm>
            <a:custGeom>
              <a:avLst/>
              <a:gdLst/>
              <a:ahLst/>
              <a:cxnLst/>
              <a:rect l="l" t="t" r="r" b="b"/>
              <a:pathLst>
                <a:path w="313" h="529" extrusionOk="0">
                  <a:moveTo>
                    <a:pt x="11" y="528"/>
                  </a:moveTo>
                  <a:cubicBezTo>
                    <a:pt x="10" y="528"/>
                    <a:pt x="10" y="528"/>
                    <a:pt x="9" y="528"/>
                  </a:cubicBezTo>
                  <a:cubicBezTo>
                    <a:pt x="4" y="527"/>
                    <a:pt x="0" y="522"/>
                    <a:pt x="1" y="516"/>
                  </a:cubicBezTo>
                  <a:cubicBezTo>
                    <a:pt x="18" y="422"/>
                    <a:pt x="74" y="308"/>
                    <a:pt x="163" y="175"/>
                  </a:cubicBezTo>
                  <a:cubicBezTo>
                    <a:pt x="230" y="77"/>
                    <a:pt x="293" y="6"/>
                    <a:pt x="294" y="5"/>
                  </a:cubicBezTo>
                  <a:cubicBezTo>
                    <a:pt x="298" y="1"/>
                    <a:pt x="303" y="0"/>
                    <a:pt x="307" y="4"/>
                  </a:cubicBezTo>
                  <a:cubicBezTo>
                    <a:pt x="311" y="8"/>
                    <a:pt x="312" y="14"/>
                    <a:pt x="308" y="17"/>
                  </a:cubicBezTo>
                  <a:cubicBezTo>
                    <a:pt x="305" y="20"/>
                    <a:pt x="60" y="300"/>
                    <a:pt x="20" y="519"/>
                  </a:cubicBezTo>
                  <a:cubicBezTo>
                    <a:pt x="19" y="525"/>
                    <a:pt x="16" y="528"/>
                    <a:pt x="11" y="528"/>
                  </a:cubicBezTo>
                </a:path>
              </a:pathLst>
            </a:custGeom>
            <a:solidFill>
              <a:srgbClr val="85433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2" name="Google Shape;1012;p43">
              <a:extLst>
                <a:ext uri="{FF2B5EF4-FFF2-40B4-BE49-F238E27FC236}">
                  <a16:creationId xmlns:a16="http://schemas.microsoft.com/office/drawing/2014/main" id="{E3D4CE86-B7FE-05AF-D5A4-C0AC99B1D533}"/>
                </a:ext>
              </a:extLst>
            </p:cNvPr>
            <p:cNvSpPr/>
            <p:nvPr/>
          </p:nvSpPr>
          <p:spPr>
            <a:xfrm>
              <a:off x="6592918" y="1897250"/>
              <a:ext cx="309597" cy="457200"/>
            </a:xfrm>
            <a:custGeom>
              <a:avLst/>
              <a:gdLst/>
              <a:ahLst/>
              <a:cxnLst/>
              <a:rect l="l" t="t" r="r" b="b"/>
              <a:pathLst>
                <a:path w="381" h="561" extrusionOk="0">
                  <a:moveTo>
                    <a:pt x="11" y="560"/>
                  </a:moveTo>
                  <a:cubicBezTo>
                    <a:pt x="10" y="560"/>
                    <a:pt x="9" y="560"/>
                    <a:pt x="9" y="560"/>
                  </a:cubicBezTo>
                  <a:cubicBezTo>
                    <a:pt x="4" y="559"/>
                    <a:pt x="0" y="554"/>
                    <a:pt x="2" y="549"/>
                  </a:cubicBezTo>
                  <a:cubicBezTo>
                    <a:pt x="76" y="233"/>
                    <a:pt x="361" y="5"/>
                    <a:pt x="364" y="3"/>
                  </a:cubicBezTo>
                  <a:cubicBezTo>
                    <a:pt x="368" y="0"/>
                    <a:pt x="374" y="0"/>
                    <a:pt x="377" y="5"/>
                  </a:cubicBezTo>
                  <a:cubicBezTo>
                    <a:pt x="380" y="9"/>
                    <a:pt x="380" y="15"/>
                    <a:pt x="375" y="18"/>
                  </a:cubicBezTo>
                  <a:cubicBezTo>
                    <a:pt x="373" y="20"/>
                    <a:pt x="92" y="244"/>
                    <a:pt x="20" y="554"/>
                  </a:cubicBezTo>
                  <a:cubicBezTo>
                    <a:pt x="19" y="557"/>
                    <a:pt x="14" y="560"/>
                    <a:pt x="11" y="560"/>
                  </a:cubicBezTo>
                </a:path>
              </a:pathLst>
            </a:custGeom>
            <a:solidFill>
              <a:srgbClr val="85433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3" name="Google Shape;1013;p43">
              <a:extLst>
                <a:ext uri="{FF2B5EF4-FFF2-40B4-BE49-F238E27FC236}">
                  <a16:creationId xmlns:a16="http://schemas.microsoft.com/office/drawing/2014/main" id="{1A3F649E-A357-7C0E-E56A-31A8CC05E74B}"/>
                </a:ext>
              </a:extLst>
            </p:cNvPr>
            <p:cNvSpPr/>
            <p:nvPr/>
          </p:nvSpPr>
          <p:spPr>
            <a:xfrm>
              <a:off x="6729717" y="2091649"/>
              <a:ext cx="176397" cy="309600"/>
            </a:xfrm>
            <a:custGeom>
              <a:avLst/>
              <a:gdLst/>
              <a:ahLst/>
              <a:cxnLst/>
              <a:rect l="l" t="t" r="r" b="b"/>
              <a:pathLst>
                <a:path w="217" h="380" extrusionOk="0">
                  <a:moveTo>
                    <a:pt x="10" y="379"/>
                  </a:moveTo>
                  <a:cubicBezTo>
                    <a:pt x="9" y="379"/>
                    <a:pt x="8" y="379"/>
                    <a:pt x="7" y="379"/>
                  </a:cubicBezTo>
                  <a:cubicBezTo>
                    <a:pt x="3" y="378"/>
                    <a:pt x="0" y="372"/>
                    <a:pt x="1" y="367"/>
                  </a:cubicBezTo>
                  <a:cubicBezTo>
                    <a:pt x="55" y="167"/>
                    <a:pt x="197" y="7"/>
                    <a:pt x="198" y="5"/>
                  </a:cubicBezTo>
                  <a:cubicBezTo>
                    <a:pt x="202" y="1"/>
                    <a:pt x="207" y="0"/>
                    <a:pt x="211" y="4"/>
                  </a:cubicBezTo>
                  <a:cubicBezTo>
                    <a:pt x="215" y="8"/>
                    <a:pt x="216" y="14"/>
                    <a:pt x="212" y="18"/>
                  </a:cubicBezTo>
                  <a:cubicBezTo>
                    <a:pt x="211" y="19"/>
                    <a:pt x="72" y="177"/>
                    <a:pt x="19" y="372"/>
                  </a:cubicBezTo>
                  <a:cubicBezTo>
                    <a:pt x="18" y="376"/>
                    <a:pt x="14" y="379"/>
                    <a:pt x="10" y="379"/>
                  </a:cubicBezTo>
                </a:path>
              </a:pathLst>
            </a:custGeom>
            <a:solidFill>
              <a:srgbClr val="85433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4" name="Google Shape;1014;p43">
              <a:extLst>
                <a:ext uri="{FF2B5EF4-FFF2-40B4-BE49-F238E27FC236}">
                  <a16:creationId xmlns:a16="http://schemas.microsoft.com/office/drawing/2014/main" id="{8A028130-2181-BCA2-869F-99A3DA622713}"/>
                </a:ext>
              </a:extLst>
            </p:cNvPr>
            <p:cNvSpPr/>
            <p:nvPr/>
          </p:nvSpPr>
          <p:spPr>
            <a:xfrm>
              <a:off x="6398520" y="943249"/>
              <a:ext cx="637193" cy="972001"/>
            </a:xfrm>
            <a:custGeom>
              <a:avLst/>
              <a:gdLst/>
              <a:ahLst/>
              <a:cxnLst/>
              <a:rect l="l" t="t" r="r" b="b"/>
              <a:pathLst>
                <a:path w="779" h="1192" extrusionOk="0">
                  <a:moveTo>
                    <a:pt x="330" y="1191"/>
                  </a:moveTo>
                  <a:cubicBezTo>
                    <a:pt x="330" y="1191"/>
                    <a:pt x="0" y="1145"/>
                    <a:pt x="96" y="755"/>
                  </a:cubicBezTo>
                  <a:cubicBezTo>
                    <a:pt x="192" y="365"/>
                    <a:pt x="395" y="390"/>
                    <a:pt x="306" y="71"/>
                  </a:cubicBezTo>
                  <a:cubicBezTo>
                    <a:pt x="318" y="58"/>
                    <a:pt x="344" y="33"/>
                    <a:pt x="385" y="18"/>
                  </a:cubicBezTo>
                  <a:cubicBezTo>
                    <a:pt x="432" y="0"/>
                    <a:pt x="473" y="5"/>
                    <a:pt x="491" y="8"/>
                  </a:cubicBezTo>
                  <a:cubicBezTo>
                    <a:pt x="499" y="121"/>
                    <a:pt x="520" y="156"/>
                    <a:pt x="541" y="158"/>
                  </a:cubicBezTo>
                  <a:cubicBezTo>
                    <a:pt x="577" y="160"/>
                    <a:pt x="630" y="101"/>
                    <a:pt x="662" y="146"/>
                  </a:cubicBezTo>
                  <a:cubicBezTo>
                    <a:pt x="693" y="192"/>
                    <a:pt x="746" y="313"/>
                    <a:pt x="762" y="532"/>
                  </a:cubicBezTo>
                  <a:cubicBezTo>
                    <a:pt x="778" y="750"/>
                    <a:pt x="330" y="1191"/>
                    <a:pt x="330" y="119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5" name="Google Shape;1015;p43">
              <a:extLst>
                <a:ext uri="{FF2B5EF4-FFF2-40B4-BE49-F238E27FC236}">
                  <a16:creationId xmlns:a16="http://schemas.microsoft.com/office/drawing/2014/main" id="{23AD5352-71C6-971D-7A9F-46FE74E2EB4F}"/>
                </a:ext>
              </a:extLst>
            </p:cNvPr>
            <p:cNvSpPr/>
            <p:nvPr/>
          </p:nvSpPr>
          <p:spPr>
            <a:xfrm>
              <a:off x="6398520" y="1537250"/>
              <a:ext cx="421197" cy="377999"/>
            </a:xfrm>
            <a:custGeom>
              <a:avLst/>
              <a:gdLst/>
              <a:ahLst/>
              <a:cxnLst/>
              <a:rect l="l" t="t" r="r" b="b"/>
              <a:pathLst>
                <a:path w="515" h="462" extrusionOk="0">
                  <a:moveTo>
                    <a:pt x="345" y="123"/>
                  </a:moveTo>
                  <a:cubicBezTo>
                    <a:pt x="211" y="131"/>
                    <a:pt x="140" y="74"/>
                    <a:pt x="102" y="0"/>
                  </a:cubicBezTo>
                  <a:cubicBezTo>
                    <a:pt x="100" y="8"/>
                    <a:pt x="97" y="16"/>
                    <a:pt x="95" y="25"/>
                  </a:cubicBezTo>
                  <a:cubicBezTo>
                    <a:pt x="0" y="415"/>
                    <a:pt x="329" y="461"/>
                    <a:pt x="329" y="461"/>
                  </a:cubicBezTo>
                  <a:cubicBezTo>
                    <a:pt x="329" y="461"/>
                    <a:pt x="394" y="397"/>
                    <a:pt x="474" y="306"/>
                  </a:cubicBezTo>
                  <a:cubicBezTo>
                    <a:pt x="514" y="205"/>
                    <a:pt x="489" y="114"/>
                    <a:pt x="345" y="123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6" name="Google Shape;1016;p43">
              <a:extLst>
                <a:ext uri="{FF2B5EF4-FFF2-40B4-BE49-F238E27FC236}">
                  <a16:creationId xmlns:a16="http://schemas.microsoft.com/office/drawing/2014/main" id="{529286BA-0AF3-5F76-F765-A57B819056E5}"/>
                </a:ext>
              </a:extLst>
            </p:cNvPr>
            <p:cNvSpPr/>
            <p:nvPr/>
          </p:nvSpPr>
          <p:spPr>
            <a:xfrm>
              <a:off x="6639717" y="925250"/>
              <a:ext cx="928793" cy="734398"/>
            </a:xfrm>
            <a:custGeom>
              <a:avLst/>
              <a:gdLst/>
              <a:ahLst/>
              <a:cxnLst/>
              <a:rect l="l" t="t" r="r" b="b"/>
              <a:pathLst>
                <a:path w="1137" h="900" extrusionOk="0">
                  <a:moveTo>
                    <a:pt x="112" y="899"/>
                  </a:moveTo>
                  <a:cubicBezTo>
                    <a:pt x="112" y="899"/>
                    <a:pt x="0" y="695"/>
                    <a:pt x="109" y="496"/>
                  </a:cubicBezTo>
                  <a:cubicBezTo>
                    <a:pt x="219" y="297"/>
                    <a:pt x="458" y="303"/>
                    <a:pt x="475" y="198"/>
                  </a:cubicBezTo>
                  <a:cubicBezTo>
                    <a:pt x="493" y="92"/>
                    <a:pt x="474" y="51"/>
                    <a:pt x="474" y="51"/>
                  </a:cubicBezTo>
                  <a:cubicBezTo>
                    <a:pt x="484" y="41"/>
                    <a:pt x="510" y="16"/>
                    <a:pt x="553" y="7"/>
                  </a:cubicBezTo>
                  <a:cubicBezTo>
                    <a:pt x="585" y="0"/>
                    <a:pt x="611" y="7"/>
                    <a:pt x="624" y="11"/>
                  </a:cubicBezTo>
                  <a:cubicBezTo>
                    <a:pt x="627" y="121"/>
                    <a:pt x="658" y="208"/>
                    <a:pt x="702" y="209"/>
                  </a:cubicBezTo>
                  <a:cubicBezTo>
                    <a:pt x="808" y="211"/>
                    <a:pt x="781" y="43"/>
                    <a:pt x="781" y="43"/>
                  </a:cubicBezTo>
                  <a:cubicBezTo>
                    <a:pt x="788" y="39"/>
                    <a:pt x="829" y="14"/>
                    <a:pt x="877" y="29"/>
                  </a:cubicBezTo>
                  <a:cubicBezTo>
                    <a:pt x="906" y="38"/>
                    <a:pt x="924" y="57"/>
                    <a:pt x="931" y="65"/>
                  </a:cubicBezTo>
                  <a:cubicBezTo>
                    <a:pt x="926" y="86"/>
                    <a:pt x="897" y="212"/>
                    <a:pt x="932" y="228"/>
                  </a:cubicBezTo>
                  <a:cubicBezTo>
                    <a:pt x="937" y="231"/>
                    <a:pt x="944" y="231"/>
                    <a:pt x="952" y="227"/>
                  </a:cubicBezTo>
                  <a:cubicBezTo>
                    <a:pt x="1021" y="201"/>
                    <a:pt x="1016" y="111"/>
                    <a:pt x="1016" y="111"/>
                  </a:cubicBezTo>
                  <a:cubicBezTo>
                    <a:pt x="1027" y="109"/>
                    <a:pt x="1054" y="106"/>
                    <a:pt x="1083" y="117"/>
                  </a:cubicBezTo>
                  <a:cubicBezTo>
                    <a:pt x="1111" y="126"/>
                    <a:pt x="1128" y="142"/>
                    <a:pt x="1136" y="152"/>
                  </a:cubicBezTo>
                  <a:cubicBezTo>
                    <a:pt x="1131" y="261"/>
                    <a:pt x="1126" y="372"/>
                    <a:pt x="1120" y="481"/>
                  </a:cubicBezTo>
                  <a:lnTo>
                    <a:pt x="112" y="899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7" name="Google Shape;1017;p43">
              <a:extLst>
                <a:ext uri="{FF2B5EF4-FFF2-40B4-BE49-F238E27FC236}">
                  <a16:creationId xmlns:a16="http://schemas.microsoft.com/office/drawing/2014/main" id="{9492CECE-4316-5184-385E-50D1816B6DF3}"/>
                </a:ext>
              </a:extLst>
            </p:cNvPr>
            <p:cNvSpPr/>
            <p:nvPr/>
          </p:nvSpPr>
          <p:spPr>
            <a:xfrm>
              <a:off x="6639717" y="1213250"/>
              <a:ext cx="316798" cy="449999"/>
            </a:xfrm>
            <a:custGeom>
              <a:avLst/>
              <a:gdLst/>
              <a:ahLst/>
              <a:cxnLst/>
              <a:rect l="l" t="t" r="r" b="b"/>
              <a:pathLst>
                <a:path w="387" h="551" extrusionOk="0">
                  <a:moveTo>
                    <a:pt x="315" y="352"/>
                  </a:moveTo>
                  <a:cubicBezTo>
                    <a:pt x="116" y="240"/>
                    <a:pt x="181" y="93"/>
                    <a:pt x="256" y="0"/>
                  </a:cubicBezTo>
                  <a:cubicBezTo>
                    <a:pt x="202" y="33"/>
                    <a:pt x="148" y="77"/>
                    <a:pt x="110" y="147"/>
                  </a:cubicBezTo>
                  <a:cubicBezTo>
                    <a:pt x="0" y="346"/>
                    <a:pt x="112" y="550"/>
                    <a:pt x="112" y="550"/>
                  </a:cubicBezTo>
                  <a:lnTo>
                    <a:pt x="386" y="436"/>
                  </a:lnTo>
                  <a:cubicBezTo>
                    <a:pt x="375" y="402"/>
                    <a:pt x="353" y="373"/>
                    <a:pt x="315" y="352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8" name="Google Shape;1018;p43">
              <a:extLst>
                <a:ext uri="{FF2B5EF4-FFF2-40B4-BE49-F238E27FC236}">
                  <a16:creationId xmlns:a16="http://schemas.microsoft.com/office/drawing/2014/main" id="{02C6309E-C596-AC29-8488-74B6DF32B264}"/>
                </a:ext>
              </a:extLst>
            </p:cNvPr>
            <p:cNvSpPr/>
            <p:nvPr/>
          </p:nvSpPr>
          <p:spPr>
            <a:xfrm>
              <a:off x="6333721" y="1141250"/>
              <a:ext cx="1529990" cy="2167190"/>
            </a:xfrm>
            <a:custGeom>
              <a:avLst/>
              <a:gdLst/>
              <a:ahLst/>
              <a:cxnLst/>
              <a:rect l="l" t="t" r="r" b="b"/>
              <a:pathLst>
                <a:path w="1874" h="2654" extrusionOk="0">
                  <a:moveTo>
                    <a:pt x="1634" y="115"/>
                  </a:moveTo>
                  <a:cubicBezTo>
                    <a:pt x="1634" y="115"/>
                    <a:pt x="1004" y="0"/>
                    <a:pt x="512" y="451"/>
                  </a:cubicBezTo>
                  <a:cubicBezTo>
                    <a:pt x="21" y="902"/>
                    <a:pt x="0" y="1572"/>
                    <a:pt x="367" y="1915"/>
                  </a:cubicBezTo>
                  <a:cubicBezTo>
                    <a:pt x="735" y="2258"/>
                    <a:pt x="990" y="2653"/>
                    <a:pt x="1363" y="2265"/>
                  </a:cubicBezTo>
                  <a:cubicBezTo>
                    <a:pt x="1736" y="1876"/>
                    <a:pt x="1873" y="1334"/>
                    <a:pt x="1587" y="866"/>
                  </a:cubicBezTo>
                  <a:cubicBezTo>
                    <a:pt x="1300" y="399"/>
                    <a:pt x="1575" y="373"/>
                    <a:pt x="1575" y="373"/>
                  </a:cubicBezTo>
                  <a:lnTo>
                    <a:pt x="1634" y="115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9" name="Google Shape;1019;p43">
              <a:extLst>
                <a:ext uri="{FF2B5EF4-FFF2-40B4-BE49-F238E27FC236}">
                  <a16:creationId xmlns:a16="http://schemas.microsoft.com/office/drawing/2014/main" id="{93F70181-A267-330C-CC46-A36552A533B3}"/>
                </a:ext>
              </a:extLst>
            </p:cNvPr>
            <p:cNvSpPr/>
            <p:nvPr/>
          </p:nvSpPr>
          <p:spPr>
            <a:xfrm>
              <a:off x="7359711" y="1332049"/>
              <a:ext cx="287997" cy="237599"/>
            </a:xfrm>
            <a:custGeom>
              <a:avLst/>
              <a:gdLst/>
              <a:ahLst/>
              <a:cxnLst/>
              <a:rect l="l" t="t" r="r" b="b"/>
              <a:pathLst>
                <a:path w="351" h="290" extrusionOk="0">
                  <a:moveTo>
                    <a:pt x="318" y="140"/>
                  </a:moveTo>
                  <a:lnTo>
                    <a:pt x="350" y="0"/>
                  </a:lnTo>
                  <a:cubicBezTo>
                    <a:pt x="323" y="7"/>
                    <a:pt x="48" y="84"/>
                    <a:pt x="15" y="227"/>
                  </a:cubicBezTo>
                  <a:cubicBezTo>
                    <a:pt x="0" y="289"/>
                    <a:pt x="94" y="284"/>
                    <a:pt x="204" y="248"/>
                  </a:cubicBezTo>
                  <a:cubicBezTo>
                    <a:pt x="226" y="148"/>
                    <a:pt x="318" y="140"/>
                    <a:pt x="318" y="140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0" name="Google Shape;1020;p43">
              <a:extLst>
                <a:ext uri="{FF2B5EF4-FFF2-40B4-BE49-F238E27FC236}">
                  <a16:creationId xmlns:a16="http://schemas.microsoft.com/office/drawing/2014/main" id="{067626D0-B118-437A-B480-D3367CC03498}"/>
                </a:ext>
              </a:extLst>
            </p:cNvPr>
            <p:cNvSpPr/>
            <p:nvPr/>
          </p:nvSpPr>
          <p:spPr>
            <a:xfrm>
              <a:off x="6333721" y="1324849"/>
              <a:ext cx="1501187" cy="1979998"/>
            </a:xfrm>
            <a:custGeom>
              <a:avLst/>
              <a:gdLst/>
              <a:ahLst/>
              <a:cxnLst/>
              <a:rect l="l" t="t" r="r" b="b"/>
              <a:pathLst>
                <a:path w="1837" h="2426" extrusionOk="0">
                  <a:moveTo>
                    <a:pt x="1675" y="816"/>
                  </a:moveTo>
                  <a:cubicBezTo>
                    <a:pt x="1737" y="1018"/>
                    <a:pt x="1695" y="1581"/>
                    <a:pt x="1445" y="1795"/>
                  </a:cubicBezTo>
                  <a:cubicBezTo>
                    <a:pt x="1193" y="2007"/>
                    <a:pt x="503" y="1965"/>
                    <a:pt x="281" y="1105"/>
                  </a:cubicBezTo>
                  <a:cubicBezTo>
                    <a:pt x="142" y="566"/>
                    <a:pt x="536" y="199"/>
                    <a:pt x="850" y="0"/>
                  </a:cubicBezTo>
                  <a:cubicBezTo>
                    <a:pt x="736" y="52"/>
                    <a:pt x="621" y="124"/>
                    <a:pt x="512" y="223"/>
                  </a:cubicBezTo>
                  <a:cubicBezTo>
                    <a:pt x="20" y="675"/>
                    <a:pt x="0" y="1344"/>
                    <a:pt x="367" y="1687"/>
                  </a:cubicBezTo>
                  <a:cubicBezTo>
                    <a:pt x="735" y="2030"/>
                    <a:pt x="990" y="2425"/>
                    <a:pt x="1363" y="2037"/>
                  </a:cubicBezTo>
                  <a:cubicBezTo>
                    <a:pt x="1691" y="1697"/>
                    <a:pt x="1836" y="1238"/>
                    <a:pt x="1675" y="816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1" name="Google Shape;1021;p43">
              <a:extLst>
                <a:ext uri="{FF2B5EF4-FFF2-40B4-BE49-F238E27FC236}">
                  <a16:creationId xmlns:a16="http://schemas.microsoft.com/office/drawing/2014/main" id="{42BC7074-DA8A-46EB-2001-315AD01F38E1}"/>
                </a:ext>
              </a:extLst>
            </p:cNvPr>
            <p:cNvSpPr/>
            <p:nvPr/>
          </p:nvSpPr>
          <p:spPr>
            <a:xfrm>
              <a:off x="7248113" y="1396849"/>
              <a:ext cx="579594" cy="486000"/>
            </a:xfrm>
            <a:custGeom>
              <a:avLst/>
              <a:gdLst/>
              <a:ahLst/>
              <a:cxnLst/>
              <a:rect l="l" t="t" r="r" b="b"/>
              <a:pathLst>
                <a:path w="708" h="597" extrusionOk="0">
                  <a:moveTo>
                    <a:pt x="707" y="85"/>
                  </a:moveTo>
                  <a:cubicBezTo>
                    <a:pt x="707" y="85"/>
                    <a:pt x="505" y="0"/>
                    <a:pt x="252" y="84"/>
                  </a:cubicBezTo>
                  <a:cubicBezTo>
                    <a:pt x="0" y="167"/>
                    <a:pt x="74" y="461"/>
                    <a:pt x="156" y="529"/>
                  </a:cubicBezTo>
                  <a:cubicBezTo>
                    <a:pt x="238" y="596"/>
                    <a:pt x="422" y="586"/>
                    <a:pt x="521" y="504"/>
                  </a:cubicBezTo>
                  <a:cubicBezTo>
                    <a:pt x="620" y="422"/>
                    <a:pt x="648" y="466"/>
                    <a:pt x="648" y="466"/>
                  </a:cubicBezTo>
                  <a:lnTo>
                    <a:pt x="679" y="331"/>
                  </a:lnTo>
                  <a:cubicBezTo>
                    <a:pt x="679" y="331"/>
                    <a:pt x="598" y="368"/>
                    <a:pt x="596" y="299"/>
                  </a:cubicBezTo>
                  <a:cubicBezTo>
                    <a:pt x="594" y="229"/>
                    <a:pt x="657" y="298"/>
                    <a:pt x="657" y="298"/>
                  </a:cubicBezTo>
                  <a:lnTo>
                    <a:pt x="707" y="85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2" name="Google Shape;1022;p43">
              <a:extLst>
                <a:ext uri="{FF2B5EF4-FFF2-40B4-BE49-F238E27FC236}">
                  <a16:creationId xmlns:a16="http://schemas.microsoft.com/office/drawing/2014/main" id="{E627443A-3711-C92E-0099-4DB3BE781BBD}"/>
                </a:ext>
              </a:extLst>
            </p:cNvPr>
            <p:cNvSpPr/>
            <p:nvPr/>
          </p:nvSpPr>
          <p:spPr>
            <a:xfrm>
              <a:off x="7320113" y="1702850"/>
              <a:ext cx="471595" cy="183600"/>
            </a:xfrm>
            <a:custGeom>
              <a:avLst/>
              <a:gdLst/>
              <a:ahLst/>
              <a:cxnLst/>
              <a:rect l="l" t="t" r="r" b="b"/>
              <a:pathLst>
                <a:path w="578" h="226" extrusionOk="0">
                  <a:moveTo>
                    <a:pt x="565" y="14"/>
                  </a:moveTo>
                  <a:cubicBezTo>
                    <a:pt x="443" y="0"/>
                    <a:pt x="382" y="109"/>
                    <a:pt x="162" y="112"/>
                  </a:cubicBezTo>
                  <a:cubicBezTo>
                    <a:pt x="82" y="113"/>
                    <a:pt x="31" y="75"/>
                    <a:pt x="0" y="28"/>
                  </a:cubicBezTo>
                  <a:cubicBezTo>
                    <a:pt x="13" y="86"/>
                    <a:pt x="40" y="134"/>
                    <a:pt x="67" y="157"/>
                  </a:cubicBezTo>
                  <a:cubicBezTo>
                    <a:pt x="149" y="225"/>
                    <a:pt x="333" y="214"/>
                    <a:pt x="432" y="132"/>
                  </a:cubicBezTo>
                  <a:cubicBezTo>
                    <a:pt x="531" y="50"/>
                    <a:pt x="559" y="94"/>
                    <a:pt x="559" y="94"/>
                  </a:cubicBezTo>
                  <a:lnTo>
                    <a:pt x="577" y="17"/>
                  </a:lnTo>
                  <a:cubicBezTo>
                    <a:pt x="572" y="15"/>
                    <a:pt x="568" y="14"/>
                    <a:pt x="565" y="14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3" name="Google Shape;1023;p43">
              <a:extLst>
                <a:ext uri="{FF2B5EF4-FFF2-40B4-BE49-F238E27FC236}">
                  <a16:creationId xmlns:a16="http://schemas.microsoft.com/office/drawing/2014/main" id="{26A29575-9277-C501-DA9A-92A4BF0FE51A}"/>
                </a:ext>
              </a:extLst>
            </p:cNvPr>
            <p:cNvSpPr/>
            <p:nvPr/>
          </p:nvSpPr>
          <p:spPr>
            <a:xfrm>
              <a:off x="7302112" y="1440049"/>
              <a:ext cx="323998" cy="208799"/>
            </a:xfrm>
            <a:custGeom>
              <a:avLst/>
              <a:gdLst/>
              <a:ahLst/>
              <a:cxnLst/>
              <a:rect l="l" t="t" r="r" b="b"/>
              <a:pathLst>
                <a:path w="397" h="257" extrusionOk="0">
                  <a:moveTo>
                    <a:pt x="13" y="256"/>
                  </a:moveTo>
                  <a:cubicBezTo>
                    <a:pt x="9" y="256"/>
                    <a:pt x="6" y="254"/>
                    <a:pt x="6" y="250"/>
                  </a:cubicBezTo>
                  <a:cubicBezTo>
                    <a:pt x="6" y="247"/>
                    <a:pt x="0" y="176"/>
                    <a:pt x="59" y="109"/>
                  </a:cubicBezTo>
                  <a:cubicBezTo>
                    <a:pt x="122" y="38"/>
                    <a:pt x="233" y="2"/>
                    <a:pt x="388" y="0"/>
                  </a:cubicBezTo>
                  <a:lnTo>
                    <a:pt x="388" y="0"/>
                  </a:lnTo>
                  <a:cubicBezTo>
                    <a:pt x="392" y="0"/>
                    <a:pt x="395" y="3"/>
                    <a:pt x="396" y="7"/>
                  </a:cubicBezTo>
                  <a:cubicBezTo>
                    <a:pt x="396" y="11"/>
                    <a:pt x="393" y="15"/>
                    <a:pt x="389" y="15"/>
                  </a:cubicBezTo>
                  <a:cubicBezTo>
                    <a:pt x="238" y="15"/>
                    <a:pt x="131" y="51"/>
                    <a:pt x="70" y="117"/>
                  </a:cubicBezTo>
                  <a:cubicBezTo>
                    <a:pt x="15" y="179"/>
                    <a:pt x="21" y="247"/>
                    <a:pt x="21" y="248"/>
                  </a:cubicBezTo>
                  <a:cubicBezTo>
                    <a:pt x="21" y="253"/>
                    <a:pt x="18" y="256"/>
                    <a:pt x="13" y="256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4" name="Google Shape;1024;p43">
              <a:extLst>
                <a:ext uri="{FF2B5EF4-FFF2-40B4-BE49-F238E27FC236}">
                  <a16:creationId xmlns:a16="http://schemas.microsoft.com/office/drawing/2014/main" id="{0E7EFDC5-CB0F-E0F5-686A-69B4C51D94D4}"/>
                </a:ext>
              </a:extLst>
            </p:cNvPr>
            <p:cNvSpPr/>
            <p:nvPr/>
          </p:nvSpPr>
          <p:spPr>
            <a:xfrm>
              <a:off x="7755708" y="1461649"/>
              <a:ext cx="104398" cy="183598"/>
            </a:xfrm>
            <a:custGeom>
              <a:avLst/>
              <a:gdLst/>
              <a:ahLst/>
              <a:cxnLst/>
              <a:rect l="l" t="t" r="r" b="b"/>
              <a:pathLst>
                <a:path w="129" h="227" extrusionOk="0">
                  <a:moveTo>
                    <a:pt x="115" y="125"/>
                  </a:moveTo>
                  <a:cubicBezTo>
                    <a:pt x="101" y="184"/>
                    <a:pt x="67" y="226"/>
                    <a:pt x="39" y="219"/>
                  </a:cubicBezTo>
                  <a:cubicBezTo>
                    <a:pt x="12" y="212"/>
                    <a:pt x="0" y="160"/>
                    <a:pt x="14" y="101"/>
                  </a:cubicBezTo>
                  <a:cubicBezTo>
                    <a:pt x="27" y="42"/>
                    <a:pt x="61" y="0"/>
                    <a:pt x="89" y="6"/>
                  </a:cubicBezTo>
                  <a:cubicBezTo>
                    <a:pt x="117" y="13"/>
                    <a:pt x="128" y="66"/>
                    <a:pt x="115" y="125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5" name="Google Shape;1025;p43">
              <a:extLst>
                <a:ext uri="{FF2B5EF4-FFF2-40B4-BE49-F238E27FC236}">
                  <a16:creationId xmlns:a16="http://schemas.microsoft.com/office/drawing/2014/main" id="{30DEDE28-B635-FFAA-74A2-9BA980CC2D72}"/>
                </a:ext>
              </a:extLst>
            </p:cNvPr>
            <p:cNvSpPr/>
            <p:nvPr/>
          </p:nvSpPr>
          <p:spPr>
            <a:xfrm>
              <a:off x="7773709" y="1465250"/>
              <a:ext cx="86399" cy="180000"/>
            </a:xfrm>
            <a:custGeom>
              <a:avLst/>
              <a:gdLst/>
              <a:ahLst/>
              <a:cxnLst/>
              <a:rect l="l" t="t" r="r" b="b"/>
              <a:pathLst>
                <a:path w="107" h="222" extrusionOk="0">
                  <a:moveTo>
                    <a:pt x="67" y="1"/>
                  </a:moveTo>
                  <a:cubicBezTo>
                    <a:pt x="57" y="0"/>
                    <a:pt x="48" y="2"/>
                    <a:pt x="38" y="10"/>
                  </a:cubicBezTo>
                  <a:cubicBezTo>
                    <a:pt x="53" y="30"/>
                    <a:pt x="57" y="71"/>
                    <a:pt x="47" y="116"/>
                  </a:cubicBezTo>
                  <a:cubicBezTo>
                    <a:pt x="37" y="155"/>
                    <a:pt x="20" y="186"/>
                    <a:pt x="0" y="201"/>
                  </a:cubicBezTo>
                  <a:cubicBezTo>
                    <a:pt x="5" y="208"/>
                    <a:pt x="11" y="212"/>
                    <a:pt x="17" y="214"/>
                  </a:cubicBezTo>
                  <a:cubicBezTo>
                    <a:pt x="45" y="221"/>
                    <a:pt x="79" y="178"/>
                    <a:pt x="93" y="120"/>
                  </a:cubicBezTo>
                  <a:cubicBezTo>
                    <a:pt x="106" y="61"/>
                    <a:pt x="95" y="8"/>
                    <a:pt x="67" y="1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6" name="Google Shape;1026;p43">
              <a:extLst>
                <a:ext uri="{FF2B5EF4-FFF2-40B4-BE49-F238E27FC236}">
                  <a16:creationId xmlns:a16="http://schemas.microsoft.com/office/drawing/2014/main" id="{D6031E52-D148-CF20-A3C4-4985ED83BE33}"/>
                </a:ext>
              </a:extLst>
            </p:cNvPr>
            <p:cNvSpPr/>
            <p:nvPr/>
          </p:nvSpPr>
          <p:spPr>
            <a:xfrm>
              <a:off x="7759309" y="1666850"/>
              <a:ext cx="64799" cy="118799"/>
            </a:xfrm>
            <a:custGeom>
              <a:avLst/>
              <a:gdLst/>
              <a:ahLst/>
              <a:cxnLst/>
              <a:rect l="l" t="t" r="r" b="b"/>
              <a:pathLst>
                <a:path w="81" h="144" extrusionOk="0">
                  <a:moveTo>
                    <a:pt x="72" y="79"/>
                  </a:moveTo>
                  <a:cubicBezTo>
                    <a:pt x="63" y="117"/>
                    <a:pt x="41" y="143"/>
                    <a:pt x="24" y="139"/>
                  </a:cubicBezTo>
                  <a:cubicBezTo>
                    <a:pt x="6" y="136"/>
                    <a:pt x="0" y="101"/>
                    <a:pt x="8" y="64"/>
                  </a:cubicBezTo>
                  <a:cubicBezTo>
                    <a:pt x="17" y="27"/>
                    <a:pt x="38" y="0"/>
                    <a:pt x="55" y="4"/>
                  </a:cubicBezTo>
                  <a:cubicBezTo>
                    <a:pt x="73" y="8"/>
                    <a:pt x="80" y="41"/>
                    <a:pt x="72" y="79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7" name="Google Shape;1027;p43">
              <a:extLst>
                <a:ext uri="{FF2B5EF4-FFF2-40B4-BE49-F238E27FC236}">
                  <a16:creationId xmlns:a16="http://schemas.microsoft.com/office/drawing/2014/main" id="{D8620E62-4D89-7668-6B72-C1B44FA7102D}"/>
                </a:ext>
              </a:extLst>
            </p:cNvPr>
            <p:cNvSpPr/>
            <p:nvPr/>
          </p:nvSpPr>
          <p:spPr>
            <a:xfrm>
              <a:off x="7762908" y="1670449"/>
              <a:ext cx="61199" cy="115200"/>
            </a:xfrm>
            <a:custGeom>
              <a:avLst/>
              <a:gdLst/>
              <a:ahLst/>
              <a:cxnLst/>
              <a:rect l="l" t="t" r="r" b="b"/>
              <a:pathLst>
                <a:path w="75" h="140" extrusionOk="0">
                  <a:moveTo>
                    <a:pt x="49" y="0"/>
                  </a:moveTo>
                  <a:cubicBezTo>
                    <a:pt x="47" y="0"/>
                    <a:pt x="46" y="0"/>
                    <a:pt x="44" y="0"/>
                  </a:cubicBezTo>
                  <a:cubicBezTo>
                    <a:pt x="47" y="14"/>
                    <a:pt x="47" y="33"/>
                    <a:pt x="43" y="54"/>
                  </a:cubicBezTo>
                  <a:cubicBezTo>
                    <a:pt x="35" y="87"/>
                    <a:pt x="17" y="112"/>
                    <a:pt x="0" y="114"/>
                  </a:cubicBezTo>
                  <a:cubicBezTo>
                    <a:pt x="3" y="125"/>
                    <a:pt x="8" y="134"/>
                    <a:pt x="17" y="135"/>
                  </a:cubicBezTo>
                  <a:cubicBezTo>
                    <a:pt x="35" y="139"/>
                    <a:pt x="56" y="113"/>
                    <a:pt x="65" y="75"/>
                  </a:cubicBezTo>
                  <a:cubicBezTo>
                    <a:pt x="74" y="37"/>
                    <a:pt x="67" y="4"/>
                    <a:pt x="49" y="0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8" name="Google Shape;1028;p43">
              <a:extLst>
                <a:ext uri="{FF2B5EF4-FFF2-40B4-BE49-F238E27FC236}">
                  <a16:creationId xmlns:a16="http://schemas.microsoft.com/office/drawing/2014/main" id="{54C1F1B2-69E8-591B-506D-D5C35358E6ED}"/>
                </a:ext>
              </a:extLst>
            </p:cNvPr>
            <p:cNvSpPr/>
            <p:nvPr/>
          </p:nvSpPr>
          <p:spPr>
            <a:xfrm>
              <a:off x="6564119" y="1648849"/>
              <a:ext cx="536395" cy="1152002"/>
            </a:xfrm>
            <a:custGeom>
              <a:avLst/>
              <a:gdLst/>
              <a:ahLst/>
              <a:cxnLst/>
              <a:rect l="l" t="t" r="r" b="b"/>
              <a:pathLst>
                <a:path w="657" h="1409" extrusionOk="0">
                  <a:moveTo>
                    <a:pt x="648" y="1408"/>
                  </a:moveTo>
                  <a:cubicBezTo>
                    <a:pt x="645" y="1408"/>
                    <a:pt x="642" y="1405"/>
                    <a:pt x="642" y="1402"/>
                  </a:cubicBezTo>
                  <a:cubicBezTo>
                    <a:pt x="634" y="1267"/>
                    <a:pt x="544" y="1184"/>
                    <a:pt x="439" y="1087"/>
                  </a:cubicBezTo>
                  <a:cubicBezTo>
                    <a:pt x="341" y="997"/>
                    <a:pt x="228" y="895"/>
                    <a:pt x="154" y="726"/>
                  </a:cubicBezTo>
                  <a:cubicBezTo>
                    <a:pt x="0" y="376"/>
                    <a:pt x="393" y="7"/>
                    <a:pt x="397" y="3"/>
                  </a:cubicBezTo>
                  <a:cubicBezTo>
                    <a:pt x="400" y="0"/>
                    <a:pt x="405" y="0"/>
                    <a:pt x="407" y="3"/>
                  </a:cubicBezTo>
                  <a:cubicBezTo>
                    <a:pt x="410" y="6"/>
                    <a:pt x="410" y="11"/>
                    <a:pt x="407" y="14"/>
                  </a:cubicBezTo>
                  <a:cubicBezTo>
                    <a:pt x="404" y="18"/>
                    <a:pt x="17" y="380"/>
                    <a:pt x="167" y="721"/>
                  </a:cubicBezTo>
                  <a:cubicBezTo>
                    <a:pt x="241" y="886"/>
                    <a:pt x="351" y="987"/>
                    <a:pt x="448" y="1077"/>
                  </a:cubicBezTo>
                  <a:cubicBezTo>
                    <a:pt x="556" y="1175"/>
                    <a:pt x="648" y="1261"/>
                    <a:pt x="656" y="1401"/>
                  </a:cubicBezTo>
                  <a:cubicBezTo>
                    <a:pt x="656" y="1405"/>
                    <a:pt x="653" y="1408"/>
                    <a:pt x="648" y="1408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9" name="Google Shape;1029;p43">
              <a:extLst>
                <a:ext uri="{FF2B5EF4-FFF2-40B4-BE49-F238E27FC236}">
                  <a16:creationId xmlns:a16="http://schemas.microsoft.com/office/drawing/2014/main" id="{47A5F470-1D4D-3C37-8E5F-B967654AE3D7}"/>
                </a:ext>
              </a:extLst>
            </p:cNvPr>
            <p:cNvSpPr/>
            <p:nvPr/>
          </p:nvSpPr>
          <p:spPr>
            <a:xfrm>
              <a:off x="6700918" y="1864848"/>
              <a:ext cx="161998" cy="521997"/>
            </a:xfrm>
            <a:custGeom>
              <a:avLst/>
              <a:gdLst/>
              <a:ahLst/>
              <a:cxnLst/>
              <a:rect l="l" t="t" r="r" b="b"/>
              <a:pathLst>
                <a:path w="197" h="641" extrusionOk="0">
                  <a:moveTo>
                    <a:pt x="95" y="640"/>
                  </a:moveTo>
                  <a:cubicBezTo>
                    <a:pt x="92" y="640"/>
                    <a:pt x="90" y="638"/>
                    <a:pt x="88" y="636"/>
                  </a:cubicBezTo>
                  <a:cubicBezTo>
                    <a:pt x="44" y="548"/>
                    <a:pt x="47" y="415"/>
                    <a:pt x="96" y="240"/>
                  </a:cubicBezTo>
                  <a:cubicBezTo>
                    <a:pt x="132" y="112"/>
                    <a:pt x="181" y="7"/>
                    <a:pt x="181" y="5"/>
                  </a:cubicBezTo>
                  <a:cubicBezTo>
                    <a:pt x="183" y="1"/>
                    <a:pt x="187" y="0"/>
                    <a:pt x="191" y="1"/>
                  </a:cubicBezTo>
                  <a:cubicBezTo>
                    <a:pt x="195" y="3"/>
                    <a:pt x="196" y="7"/>
                    <a:pt x="195" y="11"/>
                  </a:cubicBezTo>
                  <a:cubicBezTo>
                    <a:pt x="193" y="15"/>
                    <a:pt x="0" y="425"/>
                    <a:pt x="101" y="628"/>
                  </a:cubicBezTo>
                  <a:cubicBezTo>
                    <a:pt x="103" y="632"/>
                    <a:pt x="101" y="636"/>
                    <a:pt x="98" y="638"/>
                  </a:cubicBezTo>
                  <a:cubicBezTo>
                    <a:pt x="97" y="640"/>
                    <a:pt x="96" y="640"/>
                    <a:pt x="95" y="640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0" name="Google Shape;1030;p43">
              <a:extLst>
                <a:ext uri="{FF2B5EF4-FFF2-40B4-BE49-F238E27FC236}">
                  <a16:creationId xmlns:a16="http://schemas.microsoft.com/office/drawing/2014/main" id="{70E96424-9DFB-970B-EFF0-27D1116507BD}"/>
                </a:ext>
              </a:extLst>
            </p:cNvPr>
            <p:cNvSpPr/>
            <p:nvPr/>
          </p:nvSpPr>
          <p:spPr>
            <a:xfrm>
              <a:off x="6556919" y="1886448"/>
              <a:ext cx="147598" cy="359999"/>
            </a:xfrm>
            <a:custGeom>
              <a:avLst/>
              <a:gdLst/>
              <a:ahLst/>
              <a:cxnLst/>
              <a:rect l="l" t="t" r="r" b="b"/>
              <a:pathLst>
                <a:path w="181" h="442" extrusionOk="0">
                  <a:moveTo>
                    <a:pt x="172" y="441"/>
                  </a:moveTo>
                  <a:cubicBezTo>
                    <a:pt x="171" y="441"/>
                    <a:pt x="169" y="441"/>
                    <a:pt x="168" y="440"/>
                  </a:cubicBezTo>
                  <a:cubicBezTo>
                    <a:pt x="84" y="383"/>
                    <a:pt x="43" y="269"/>
                    <a:pt x="23" y="182"/>
                  </a:cubicBezTo>
                  <a:cubicBezTo>
                    <a:pt x="2" y="89"/>
                    <a:pt x="0" y="9"/>
                    <a:pt x="0" y="8"/>
                  </a:cubicBezTo>
                  <a:cubicBezTo>
                    <a:pt x="0" y="4"/>
                    <a:pt x="3" y="0"/>
                    <a:pt x="7" y="0"/>
                  </a:cubicBezTo>
                  <a:lnTo>
                    <a:pt x="7" y="0"/>
                  </a:lnTo>
                  <a:cubicBezTo>
                    <a:pt x="11" y="0"/>
                    <a:pt x="14" y="3"/>
                    <a:pt x="15" y="7"/>
                  </a:cubicBezTo>
                  <a:cubicBezTo>
                    <a:pt x="15" y="10"/>
                    <a:pt x="23" y="324"/>
                    <a:pt x="177" y="428"/>
                  </a:cubicBezTo>
                  <a:cubicBezTo>
                    <a:pt x="179" y="430"/>
                    <a:pt x="180" y="434"/>
                    <a:pt x="178" y="437"/>
                  </a:cubicBezTo>
                  <a:cubicBezTo>
                    <a:pt x="177" y="440"/>
                    <a:pt x="175" y="441"/>
                    <a:pt x="172" y="44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1" name="Google Shape;1031;p43">
              <a:extLst>
                <a:ext uri="{FF2B5EF4-FFF2-40B4-BE49-F238E27FC236}">
                  <a16:creationId xmlns:a16="http://schemas.microsoft.com/office/drawing/2014/main" id="{A1640E75-3DF0-547D-E8EC-97E65BAB8B29}"/>
                </a:ext>
              </a:extLst>
            </p:cNvPr>
            <p:cNvSpPr/>
            <p:nvPr/>
          </p:nvSpPr>
          <p:spPr>
            <a:xfrm>
              <a:off x="7377712" y="2055649"/>
              <a:ext cx="179999" cy="698401"/>
            </a:xfrm>
            <a:custGeom>
              <a:avLst/>
              <a:gdLst/>
              <a:ahLst/>
              <a:cxnLst/>
              <a:rect l="l" t="t" r="r" b="b"/>
              <a:pathLst>
                <a:path w="219" h="854" extrusionOk="0">
                  <a:moveTo>
                    <a:pt x="9" y="853"/>
                  </a:moveTo>
                  <a:cubicBezTo>
                    <a:pt x="8" y="853"/>
                    <a:pt x="6" y="853"/>
                    <a:pt x="5" y="852"/>
                  </a:cubicBezTo>
                  <a:cubicBezTo>
                    <a:pt x="1" y="850"/>
                    <a:pt x="0" y="846"/>
                    <a:pt x="2" y="843"/>
                  </a:cubicBezTo>
                  <a:cubicBezTo>
                    <a:pt x="202" y="503"/>
                    <a:pt x="111" y="15"/>
                    <a:pt x="110" y="9"/>
                  </a:cubicBezTo>
                  <a:cubicBezTo>
                    <a:pt x="109" y="5"/>
                    <a:pt x="113" y="2"/>
                    <a:pt x="116" y="1"/>
                  </a:cubicBezTo>
                  <a:cubicBezTo>
                    <a:pt x="120" y="0"/>
                    <a:pt x="123" y="3"/>
                    <a:pt x="124" y="6"/>
                  </a:cubicBezTo>
                  <a:cubicBezTo>
                    <a:pt x="125" y="11"/>
                    <a:pt x="218" y="505"/>
                    <a:pt x="15" y="849"/>
                  </a:cubicBezTo>
                  <a:cubicBezTo>
                    <a:pt x="14" y="852"/>
                    <a:pt x="11" y="853"/>
                    <a:pt x="9" y="853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2" name="Google Shape;1032;p43">
              <a:extLst>
                <a:ext uri="{FF2B5EF4-FFF2-40B4-BE49-F238E27FC236}">
                  <a16:creationId xmlns:a16="http://schemas.microsoft.com/office/drawing/2014/main" id="{2BE72F82-2DBE-D0AB-FD07-F48ACFAB8D82}"/>
                </a:ext>
              </a:extLst>
            </p:cNvPr>
            <p:cNvSpPr/>
            <p:nvPr/>
          </p:nvSpPr>
          <p:spPr>
            <a:xfrm>
              <a:off x="7471312" y="2113249"/>
              <a:ext cx="136799" cy="338399"/>
            </a:xfrm>
            <a:custGeom>
              <a:avLst/>
              <a:gdLst/>
              <a:ahLst/>
              <a:cxnLst/>
              <a:rect l="l" t="t" r="r" b="b"/>
              <a:pathLst>
                <a:path w="168" h="415" extrusionOk="0">
                  <a:moveTo>
                    <a:pt x="8" y="414"/>
                  </a:moveTo>
                  <a:cubicBezTo>
                    <a:pt x="7" y="414"/>
                    <a:pt x="5" y="414"/>
                    <a:pt x="4" y="413"/>
                  </a:cubicBezTo>
                  <a:cubicBezTo>
                    <a:pt x="1" y="412"/>
                    <a:pt x="0" y="407"/>
                    <a:pt x="2" y="404"/>
                  </a:cubicBezTo>
                  <a:cubicBezTo>
                    <a:pt x="89" y="273"/>
                    <a:pt x="152" y="10"/>
                    <a:pt x="152" y="7"/>
                  </a:cubicBezTo>
                  <a:cubicBezTo>
                    <a:pt x="153" y="3"/>
                    <a:pt x="157" y="0"/>
                    <a:pt x="160" y="1"/>
                  </a:cubicBezTo>
                  <a:cubicBezTo>
                    <a:pt x="164" y="2"/>
                    <a:pt x="167" y="6"/>
                    <a:pt x="166" y="10"/>
                  </a:cubicBezTo>
                  <a:cubicBezTo>
                    <a:pt x="165" y="12"/>
                    <a:pt x="102" y="279"/>
                    <a:pt x="15" y="412"/>
                  </a:cubicBezTo>
                  <a:cubicBezTo>
                    <a:pt x="13" y="413"/>
                    <a:pt x="11" y="414"/>
                    <a:pt x="8" y="414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3" name="Google Shape;1033;p43">
              <a:extLst>
                <a:ext uri="{FF2B5EF4-FFF2-40B4-BE49-F238E27FC236}">
                  <a16:creationId xmlns:a16="http://schemas.microsoft.com/office/drawing/2014/main" id="{B4289F0A-BCE5-9F7C-B414-52339F1844A9}"/>
                </a:ext>
              </a:extLst>
            </p:cNvPr>
            <p:cNvSpPr/>
            <p:nvPr/>
          </p:nvSpPr>
          <p:spPr>
            <a:xfrm>
              <a:off x="7345311" y="2217648"/>
              <a:ext cx="100799" cy="417601"/>
            </a:xfrm>
            <a:custGeom>
              <a:avLst/>
              <a:gdLst/>
              <a:ahLst/>
              <a:cxnLst/>
              <a:rect l="l" t="t" r="r" b="b"/>
              <a:pathLst>
                <a:path w="122" h="511" extrusionOk="0">
                  <a:moveTo>
                    <a:pt x="113" y="510"/>
                  </a:moveTo>
                  <a:cubicBezTo>
                    <a:pt x="111" y="510"/>
                    <a:pt x="109" y="509"/>
                    <a:pt x="108" y="509"/>
                  </a:cubicBezTo>
                  <a:cubicBezTo>
                    <a:pt x="71" y="469"/>
                    <a:pt x="40" y="373"/>
                    <a:pt x="20" y="223"/>
                  </a:cubicBezTo>
                  <a:cubicBezTo>
                    <a:pt x="5" y="109"/>
                    <a:pt x="0" y="8"/>
                    <a:pt x="0" y="7"/>
                  </a:cubicBezTo>
                  <a:cubicBezTo>
                    <a:pt x="0" y="4"/>
                    <a:pt x="3" y="0"/>
                    <a:pt x="7" y="0"/>
                  </a:cubicBezTo>
                  <a:lnTo>
                    <a:pt x="7" y="0"/>
                  </a:lnTo>
                  <a:cubicBezTo>
                    <a:pt x="11" y="0"/>
                    <a:pt x="14" y="3"/>
                    <a:pt x="15" y="7"/>
                  </a:cubicBezTo>
                  <a:cubicBezTo>
                    <a:pt x="17" y="90"/>
                    <a:pt x="44" y="420"/>
                    <a:pt x="118" y="498"/>
                  </a:cubicBezTo>
                  <a:cubicBezTo>
                    <a:pt x="121" y="501"/>
                    <a:pt x="121" y="506"/>
                    <a:pt x="118" y="509"/>
                  </a:cubicBezTo>
                  <a:cubicBezTo>
                    <a:pt x="116" y="509"/>
                    <a:pt x="115" y="510"/>
                    <a:pt x="113" y="510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4" name="Google Shape;1034;p43">
              <a:extLst>
                <a:ext uri="{FF2B5EF4-FFF2-40B4-BE49-F238E27FC236}">
                  <a16:creationId xmlns:a16="http://schemas.microsoft.com/office/drawing/2014/main" id="{B2D91E78-A47E-FAD3-386B-1FA276BBDF49}"/>
                </a:ext>
              </a:extLst>
            </p:cNvPr>
            <p:cNvSpPr/>
            <p:nvPr/>
          </p:nvSpPr>
          <p:spPr>
            <a:xfrm>
              <a:off x="5988123" y="2282448"/>
              <a:ext cx="853188" cy="1335603"/>
            </a:xfrm>
            <a:custGeom>
              <a:avLst/>
              <a:gdLst/>
              <a:ahLst/>
              <a:cxnLst/>
              <a:rect l="l" t="t" r="r" b="b"/>
              <a:pathLst>
                <a:path w="1046" h="1635" extrusionOk="0">
                  <a:moveTo>
                    <a:pt x="601" y="8"/>
                  </a:moveTo>
                  <a:cubicBezTo>
                    <a:pt x="570" y="35"/>
                    <a:pt x="572" y="36"/>
                    <a:pt x="545" y="60"/>
                  </a:cubicBezTo>
                  <a:cubicBezTo>
                    <a:pt x="217" y="344"/>
                    <a:pt x="107" y="382"/>
                    <a:pt x="61" y="677"/>
                  </a:cubicBezTo>
                  <a:cubicBezTo>
                    <a:pt x="0" y="1073"/>
                    <a:pt x="606" y="1634"/>
                    <a:pt x="825" y="1397"/>
                  </a:cubicBezTo>
                  <a:cubicBezTo>
                    <a:pt x="1045" y="1161"/>
                    <a:pt x="859" y="839"/>
                    <a:pt x="745" y="750"/>
                  </a:cubicBezTo>
                  <a:cubicBezTo>
                    <a:pt x="604" y="642"/>
                    <a:pt x="505" y="671"/>
                    <a:pt x="511" y="634"/>
                  </a:cubicBezTo>
                  <a:cubicBezTo>
                    <a:pt x="524" y="555"/>
                    <a:pt x="613" y="441"/>
                    <a:pt x="671" y="320"/>
                  </a:cubicBezTo>
                  <a:cubicBezTo>
                    <a:pt x="716" y="226"/>
                    <a:pt x="761" y="0"/>
                    <a:pt x="601" y="8"/>
                  </a:cubicBezTo>
                </a:path>
              </a:pathLst>
            </a:custGeom>
            <a:solidFill>
              <a:srgbClr val="80574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5" name="Google Shape;1035;p43">
              <a:extLst>
                <a:ext uri="{FF2B5EF4-FFF2-40B4-BE49-F238E27FC236}">
                  <a16:creationId xmlns:a16="http://schemas.microsoft.com/office/drawing/2014/main" id="{B4A5E589-5516-07EC-A45F-D3F8EA37BDA4}"/>
                </a:ext>
              </a:extLst>
            </p:cNvPr>
            <p:cNvSpPr/>
            <p:nvPr/>
          </p:nvSpPr>
          <p:spPr>
            <a:xfrm>
              <a:off x="6265320" y="2322049"/>
              <a:ext cx="237598" cy="230399"/>
            </a:xfrm>
            <a:custGeom>
              <a:avLst/>
              <a:gdLst/>
              <a:ahLst/>
              <a:cxnLst/>
              <a:rect l="l" t="t" r="r" b="b"/>
              <a:pathLst>
                <a:path w="289" h="283" extrusionOk="0">
                  <a:moveTo>
                    <a:pt x="210" y="0"/>
                  </a:moveTo>
                  <a:cubicBezTo>
                    <a:pt x="241" y="19"/>
                    <a:pt x="288" y="80"/>
                    <a:pt x="277" y="97"/>
                  </a:cubicBezTo>
                  <a:cubicBezTo>
                    <a:pt x="152" y="282"/>
                    <a:pt x="0" y="188"/>
                    <a:pt x="32" y="150"/>
                  </a:cubicBezTo>
                  <a:cubicBezTo>
                    <a:pt x="72" y="104"/>
                    <a:pt x="184" y="25"/>
                    <a:pt x="210" y="0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6" name="Google Shape;1036;p43">
              <a:extLst>
                <a:ext uri="{FF2B5EF4-FFF2-40B4-BE49-F238E27FC236}">
                  <a16:creationId xmlns:a16="http://schemas.microsoft.com/office/drawing/2014/main" id="{3AE9EE8D-56F1-A211-C557-09E9374D2C75}"/>
                </a:ext>
              </a:extLst>
            </p:cNvPr>
            <p:cNvSpPr/>
            <p:nvPr/>
          </p:nvSpPr>
          <p:spPr>
            <a:xfrm>
              <a:off x="6279720" y="2397648"/>
              <a:ext cx="219596" cy="108000"/>
            </a:xfrm>
            <a:custGeom>
              <a:avLst/>
              <a:gdLst/>
              <a:ahLst/>
              <a:cxnLst/>
              <a:rect l="l" t="t" r="r" b="b"/>
              <a:pathLst>
                <a:path w="270" h="131" extrusionOk="0">
                  <a:moveTo>
                    <a:pt x="4" y="81"/>
                  </a:moveTo>
                  <a:cubicBezTo>
                    <a:pt x="0" y="76"/>
                    <a:pt x="1" y="68"/>
                    <a:pt x="6" y="64"/>
                  </a:cubicBezTo>
                  <a:cubicBezTo>
                    <a:pt x="11" y="61"/>
                    <a:pt x="18" y="62"/>
                    <a:pt x="22" y="66"/>
                  </a:cubicBezTo>
                  <a:cubicBezTo>
                    <a:pt x="24" y="68"/>
                    <a:pt x="25" y="70"/>
                    <a:pt x="27" y="72"/>
                  </a:cubicBezTo>
                  <a:cubicBezTo>
                    <a:pt x="52" y="99"/>
                    <a:pt x="83" y="106"/>
                    <a:pt x="113" y="103"/>
                  </a:cubicBezTo>
                  <a:cubicBezTo>
                    <a:pt x="144" y="99"/>
                    <a:pt x="174" y="84"/>
                    <a:pt x="194" y="67"/>
                  </a:cubicBezTo>
                  <a:cubicBezTo>
                    <a:pt x="196" y="65"/>
                    <a:pt x="199" y="64"/>
                    <a:pt x="201" y="62"/>
                  </a:cubicBezTo>
                  <a:cubicBezTo>
                    <a:pt x="242" y="24"/>
                    <a:pt x="245" y="9"/>
                    <a:pt x="245" y="9"/>
                  </a:cubicBezTo>
                  <a:cubicBezTo>
                    <a:pt x="247" y="4"/>
                    <a:pt x="253" y="0"/>
                    <a:pt x="259" y="1"/>
                  </a:cubicBezTo>
                  <a:cubicBezTo>
                    <a:pt x="265" y="3"/>
                    <a:pt x="269" y="8"/>
                    <a:pt x="268" y="15"/>
                  </a:cubicBezTo>
                  <a:cubicBezTo>
                    <a:pt x="268" y="15"/>
                    <a:pt x="262" y="37"/>
                    <a:pt x="217" y="79"/>
                  </a:cubicBezTo>
                  <a:cubicBezTo>
                    <a:pt x="214" y="81"/>
                    <a:pt x="213" y="84"/>
                    <a:pt x="209" y="85"/>
                  </a:cubicBezTo>
                  <a:cubicBezTo>
                    <a:pt x="185" y="104"/>
                    <a:pt x="151" y="122"/>
                    <a:pt x="114" y="125"/>
                  </a:cubicBezTo>
                  <a:cubicBezTo>
                    <a:pt x="77" y="130"/>
                    <a:pt x="39" y="121"/>
                    <a:pt x="9" y="87"/>
                  </a:cubicBezTo>
                  <a:cubicBezTo>
                    <a:pt x="8" y="85"/>
                    <a:pt x="6" y="84"/>
                    <a:pt x="4" y="81"/>
                  </a:cubicBezTo>
                </a:path>
              </a:pathLst>
            </a:custGeom>
            <a:solidFill>
              <a:srgbClr val="4F33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7" name="Google Shape;1037;p43">
              <a:extLst>
                <a:ext uri="{FF2B5EF4-FFF2-40B4-BE49-F238E27FC236}">
                  <a16:creationId xmlns:a16="http://schemas.microsoft.com/office/drawing/2014/main" id="{E6CDB210-1E1D-246C-D77A-32EF9937781B}"/>
                </a:ext>
              </a:extLst>
            </p:cNvPr>
            <p:cNvSpPr/>
            <p:nvPr/>
          </p:nvSpPr>
          <p:spPr>
            <a:xfrm>
              <a:off x="6247321" y="2278849"/>
              <a:ext cx="338396" cy="633597"/>
            </a:xfrm>
            <a:custGeom>
              <a:avLst/>
              <a:gdLst/>
              <a:ahLst/>
              <a:cxnLst/>
              <a:rect l="l" t="t" r="r" b="b"/>
              <a:pathLst>
                <a:path w="415" h="775" extrusionOk="0">
                  <a:moveTo>
                    <a:pt x="10" y="774"/>
                  </a:moveTo>
                  <a:cubicBezTo>
                    <a:pt x="8" y="774"/>
                    <a:pt x="5" y="773"/>
                    <a:pt x="3" y="771"/>
                  </a:cubicBezTo>
                  <a:cubicBezTo>
                    <a:pt x="0" y="766"/>
                    <a:pt x="1" y="760"/>
                    <a:pt x="6" y="757"/>
                  </a:cubicBezTo>
                  <a:cubicBezTo>
                    <a:pt x="106" y="692"/>
                    <a:pt x="292" y="498"/>
                    <a:pt x="368" y="259"/>
                  </a:cubicBezTo>
                  <a:cubicBezTo>
                    <a:pt x="393" y="176"/>
                    <a:pt x="392" y="113"/>
                    <a:pt x="364" y="70"/>
                  </a:cubicBezTo>
                  <a:cubicBezTo>
                    <a:pt x="333" y="25"/>
                    <a:pt x="280" y="20"/>
                    <a:pt x="280" y="20"/>
                  </a:cubicBezTo>
                  <a:cubicBezTo>
                    <a:pt x="274" y="20"/>
                    <a:pt x="271" y="14"/>
                    <a:pt x="271" y="9"/>
                  </a:cubicBezTo>
                  <a:cubicBezTo>
                    <a:pt x="272" y="3"/>
                    <a:pt x="276" y="0"/>
                    <a:pt x="282" y="1"/>
                  </a:cubicBezTo>
                  <a:cubicBezTo>
                    <a:pt x="285" y="1"/>
                    <a:pt x="345" y="7"/>
                    <a:pt x="380" y="59"/>
                  </a:cubicBezTo>
                  <a:cubicBezTo>
                    <a:pt x="412" y="107"/>
                    <a:pt x="414" y="175"/>
                    <a:pt x="386" y="264"/>
                  </a:cubicBezTo>
                  <a:cubicBezTo>
                    <a:pt x="309" y="509"/>
                    <a:pt x="123" y="702"/>
                    <a:pt x="16" y="773"/>
                  </a:cubicBezTo>
                  <a:cubicBezTo>
                    <a:pt x="14" y="773"/>
                    <a:pt x="12" y="774"/>
                    <a:pt x="10" y="774"/>
                  </a:cubicBezTo>
                </a:path>
              </a:pathLst>
            </a:custGeom>
            <a:solidFill>
              <a:srgbClr val="4F33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" name="Google Shape;1038;p43">
              <a:extLst>
                <a:ext uri="{FF2B5EF4-FFF2-40B4-BE49-F238E27FC236}">
                  <a16:creationId xmlns:a16="http://schemas.microsoft.com/office/drawing/2014/main" id="{B69982F1-4755-4587-B911-C6C1300DF5A2}"/>
                </a:ext>
              </a:extLst>
            </p:cNvPr>
            <p:cNvSpPr/>
            <p:nvPr/>
          </p:nvSpPr>
          <p:spPr>
            <a:xfrm>
              <a:off x="6366119" y="2793648"/>
              <a:ext cx="381597" cy="374399"/>
            </a:xfrm>
            <a:custGeom>
              <a:avLst/>
              <a:gdLst/>
              <a:ahLst/>
              <a:cxnLst/>
              <a:rect l="l" t="t" r="r" b="b"/>
              <a:pathLst>
                <a:path w="469" h="460" extrusionOk="0">
                  <a:moveTo>
                    <a:pt x="457" y="458"/>
                  </a:moveTo>
                  <a:cubicBezTo>
                    <a:pt x="452" y="458"/>
                    <a:pt x="449" y="455"/>
                    <a:pt x="448" y="450"/>
                  </a:cubicBezTo>
                  <a:cubicBezTo>
                    <a:pt x="406" y="237"/>
                    <a:pt x="288" y="131"/>
                    <a:pt x="198" y="81"/>
                  </a:cubicBezTo>
                  <a:cubicBezTo>
                    <a:pt x="100" y="25"/>
                    <a:pt x="10" y="20"/>
                    <a:pt x="9" y="20"/>
                  </a:cubicBezTo>
                  <a:cubicBezTo>
                    <a:pt x="4" y="20"/>
                    <a:pt x="0" y="15"/>
                    <a:pt x="1" y="9"/>
                  </a:cubicBezTo>
                  <a:cubicBezTo>
                    <a:pt x="1" y="4"/>
                    <a:pt x="6" y="0"/>
                    <a:pt x="10" y="1"/>
                  </a:cubicBezTo>
                  <a:cubicBezTo>
                    <a:pt x="14" y="1"/>
                    <a:pt x="383" y="25"/>
                    <a:pt x="467" y="447"/>
                  </a:cubicBezTo>
                  <a:cubicBezTo>
                    <a:pt x="468" y="452"/>
                    <a:pt x="465" y="458"/>
                    <a:pt x="459" y="459"/>
                  </a:cubicBezTo>
                  <a:cubicBezTo>
                    <a:pt x="459" y="458"/>
                    <a:pt x="458" y="458"/>
                    <a:pt x="457" y="458"/>
                  </a:cubicBezTo>
                </a:path>
              </a:pathLst>
            </a:custGeom>
            <a:solidFill>
              <a:srgbClr val="4F33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9" name="Google Shape;1039;p43">
              <a:extLst>
                <a:ext uri="{FF2B5EF4-FFF2-40B4-BE49-F238E27FC236}">
                  <a16:creationId xmlns:a16="http://schemas.microsoft.com/office/drawing/2014/main" id="{DD2B62EB-DE87-7C5A-F536-347D5E68CBCD}"/>
                </a:ext>
              </a:extLst>
            </p:cNvPr>
            <p:cNvSpPr/>
            <p:nvPr/>
          </p:nvSpPr>
          <p:spPr>
            <a:xfrm>
              <a:off x="6470519" y="3348047"/>
              <a:ext cx="259198" cy="104399"/>
            </a:xfrm>
            <a:custGeom>
              <a:avLst/>
              <a:gdLst/>
              <a:ahLst/>
              <a:cxnLst/>
              <a:rect l="l" t="t" r="r" b="b"/>
              <a:pathLst>
                <a:path w="316" h="129" extrusionOk="0">
                  <a:moveTo>
                    <a:pt x="296" y="0"/>
                  </a:moveTo>
                  <a:cubicBezTo>
                    <a:pt x="296" y="0"/>
                    <a:pt x="224" y="88"/>
                    <a:pt x="0" y="65"/>
                  </a:cubicBezTo>
                  <a:cubicBezTo>
                    <a:pt x="0" y="65"/>
                    <a:pt x="123" y="128"/>
                    <a:pt x="315" y="68"/>
                  </a:cubicBezTo>
                  <a:lnTo>
                    <a:pt x="296" y="0"/>
                  </a:lnTo>
                </a:path>
              </a:pathLst>
            </a:custGeom>
            <a:solidFill>
              <a:srgbClr val="4F33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0" name="Google Shape;1040;p43">
              <a:extLst>
                <a:ext uri="{FF2B5EF4-FFF2-40B4-BE49-F238E27FC236}">
                  <a16:creationId xmlns:a16="http://schemas.microsoft.com/office/drawing/2014/main" id="{062F3CE2-C37E-4427-0D36-C939F90DB933}"/>
                </a:ext>
              </a:extLst>
            </p:cNvPr>
            <p:cNvSpPr/>
            <p:nvPr/>
          </p:nvSpPr>
          <p:spPr>
            <a:xfrm>
              <a:off x="7384912" y="2282448"/>
              <a:ext cx="853188" cy="1335603"/>
            </a:xfrm>
            <a:custGeom>
              <a:avLst/>
              <a:gdLst/>
              <a:ahLst/>
              <a:cxnLst/>
              <a:rect l="l" t="t" r="r" b="b"/>
              <a:pathLst>
                <a:path w="1046" h="1635" extrusionOk="0">
                  <a:moveTo>
                    <a:pt x="444" y="8"/>
                  </a:moveTo>
                  <a:cubicBezTo>
                    <a:pt x="475" y="35"/>
                    <a:pt x="472" y="36"/>
                    <a:pt x="500" y="60"/>
                  </a:cubicBezTo>
                  <a:cubicBezTo>
                    <a:pt x="828" y="344"/>
                    <a:pt x="938" y="382"/>
                    <a:pt x="984" y="677"/>
                  </a:cubicBezTo>
                  <a:cubicBezTo>
                    <a:pt x="1045" y="1073"/>
                    <a:pt x="439" y="1634"/>
                    <a:pt x="220" y="1397"/>
                  </a:cubicBezTo>
                  <a:cubicBezTo>
                    <a:pt x="0" y="1161"/>
                    <a:pt x="186" y="839"/>
                    <a:pt x="300" y="750"/>
                  </a:cubicBezTo>
                  <a:cubicBezTo>
                    <a:pt x="441" y="642"/>
                    <a:pt x="540" y="671"/>
                    <a:pt x="534" y="634"/>
                  </a:cubicBezTo>
                  <a:cubicBezTo>
                    <a:pt x="521" y="555"/>
                    <a:pt x="432" y="441"/>
                    <a:pt x="374" y="320"/>
                  </a:cubicBezTo>
                  <a:cubicBezTo>
                    <a:pt x="329" y="226"/>
                    <a:pt x="284" y="0"/>
                    <a:pt x="444" y="8"/>
                  </a:cubicBezTo>
                </a:path>
              </a:pathLst>
            </a:custGeom>
            <a:solidFill>
              <a:srgbClr val="80574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1" name="Google Shape;1041;p43">
              <a:extLst>
                <a:ext uri="{FF2B5EF4-FFF2-40B4-BE49-F238E27FC236}">
                  <a16:creationId xmlns:a16="http://schemas.microsoft.com/office/drawing/2014/main" id="{981643F0-B68D-C261-62D6-CCED8E20BC14}"/>
                </a:ext>
              </a:extLst>
            </p:cNvPr>
            <p:cNvSpPr/>
            <p:nvPr/>
          </p:nvSpPr>
          <p:spPr>
            <a:xfrm>
              <a:off x="7723310" y="2322049"/>
              <a:ext cx="237598" cy="230399"/>
            </a:xfrm>
            <a:custGeom>
              <a:avLst/>
              <a:gdLst/>
              <a:ahLst/>
              <a:cxnLst/>
              <a:rect l="l" t="t" r="r" b="b"/>
              <a:pathLst>
                <a:path w="289" h="283" extrusionOk="0">
                  <a:moveTo>
                    <a:pt x="77" y="0"/>
                  </a:moveTo>
                  <a:cubicBezTo>
                    <a:pt x="47" y="19"/>
                    <a:pt x="0" y="80"/>
                    <a:pt x="11" y="97"/>
                  </a:cubicBezTo>
                  <a:cubicBezTo>
                    <a:pt x="136" y="282"/>
                    <a:pt x="288" y="188"/>
                    <a:pt x="256" y="150"/>
                  </a:cubicBezTo>
                  <a:cubicBezTo>
                    <a:pt x="216" y="104"/>
                    <a:pt x="104" y="25"/>
                    <a:pt x="77" y="0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2" name="Google Shape;1042;p43">
              <a:extLst>
                <a:ext uri="{FF2B5EF4-FFF2-40B4-BE49-F238E27FC236}">
                  <a16:creationId xmlns:a16="http://schemas.microsoft.com/office/drawing/2014/main" id="{ACE95856-C527-6CEF-55A3-11731367C0D3}"/>
                </a:ext>
              </a:extLst>
            </p:cNvPr>
            <p:cNvSpPr/>
            <p:nvPr/>
          </p:nvSpPr>
          <p:spPr>
            <a:xfrm>
              <a:off x="7726908" y="2397648"/>
              <a:ext cx="219596" cy="108000"/>
            </a:xfrm>
            <a:custGeom>
              <a:avLst/>
              <a:gdLst/>
              <a:ahLst/>
              <a:cxnLst/>
              <a:rect l="l" t="t" r="r" b="b"/>
              <a:pathLst>
                <a:path w="270" h="131" extrusionOk="0">
                  <a:moveTo>
                    <a:pt x="265" y="81"/>
                  </a:moveTo>
                  <a:cubicBezTo>
                    <a:pt x="269" y="76"/>
                    <a:pt x="268" y="68"/>
                    <a:pt x="263" y="64"/>
                  </a:cubicBezTo>
                  <a:cubicBezTo>
                    <a:pt x="258" y="61"/>
                    <a:pt x="251" y="62"/>
                    <a:pt x="247" y="66"/>
                  </a:cubicBezTo>
                  <a:cubicBezTo>
                    <a:pt x="245" y="68"/>
                    <a:pt x="244" y="70"/>
                    <a:pt x="242" y="72"/>
                  </a:cubicBezTo>
                  <a:cubicBezTo>
                    <a:pt x="217" y="99"/>
                    <a:pt x="186" y="106"/>
                    <a:pt x="156" y="103"/>
                  </a:cubicBezTo>
                  <a:cubicBezTo>
                    <a:pt x="125" y="99"/>
                    <a:pt x="94" y="84"/>
                    <a:pt x="74" y="67"/>
                  </a:cubicBezTo>
                  <a:cubicBezTo>
                    <a:pt x="72" y="65"/>
                    <a:pt x="70" y="64"/>
                    <a:pt x="68" y="62"/>
                  </a:cubicBezTo>
                  <a:cubicBezTo>
                    <a:pt x="27" y="24"/>
                    <a:pt x="24" y="9"/>
                    <a:pt x="24" y="9"/>
                  </a:cubicBezTo>
                  <a:cubicBezTo>
                    <a:pt x="22" y="4"/>
                    <a:pt x="16" y="0"/>
                    <a:pt x="10" y="1"/>
                  </a:cubicBezTo>
                  <a:cubicBezTo>
                    <a:pt x="4" y="3"/>
                    <a:pt x="0" y="8"/>
                    <a:pt x="1" y="15"/>
                  </a:cubicBezTo>
                  <a:cubicBezTo>
                    <a:pt x="1" y="15"/>
                    <a:pt x="7" y="37"/>
                    <a:pt x="51" y="79"/>
                  </a:cubicBezTo>
                  <a:cubicBezTo>
                    <a:pt x="54" y="81"/>
                    <a:pt x="56" y="84"/>
                    <a:pt x="60" y="85"/>
                  </a:cubicBezTo>
                  <a:cubicBezTo>
                    <a:pt x="84" y="104"/>
                    <a:pt x="118" y="122"/>
                    <a:pt x="154" y="125"/>
                  </a:cubicBezTo>
                  <a:cubicBezTo>
                    <a:pt x="191" y="130"/>
                    <a:pt x="230" y="121"/>
                    <a:pt x="260" y="87"/>
                  </a:cubicBezTo>
                  <a:cubicBezTo>
                    <a:pt x="260" y="85"/>
                    <a:pt x="263" y="84"/>
                    <a:pt x="265" y="81"/>
                  </a:cubicBezTo>
                </a:path>
              </a:pathLst>
            </a:custGeom>
            <a:solidFill>
              <a:srgbClr val="4F33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3" name="Google Shape;1043;p43">
              <a:extLst>
                <a:ext uri="{FF2B5EF4-FFF2-40B4-BE49-F238E27FC236}">
                  <a16:creationId xmlns:a16="http://schemas.microsoft.com/office/drawing/2014/main" id="{2A1756A2-6A57-BE30-DED9-FE27C1A84F0C}"/>
                </a:ext>
              </a:extLst>
            </p:cNvPr>
            <p:cNvSpPr/>
            <p:nvPr/>
          </p:nvSpPr>
          <p:spPr>
            <a:xfrm>
              <a:off x="7636910" y="2282448"/>
              <a:ext cx="338396" cy="633600"/>
            </a:xfrm>
            <a:custGeom>
              <a:avLst/>
              <a:gdLst/>
              <a:ahLst/>
              <a:cxnLst/>
              <a:rect l="l" t="t" r="r" b="b"/>
              <a:pathLst>
                <a:path w="415" h="774" extrusionOk="0">
                  <a:moveTo>
                    <a:pt x="403" y="773"/>
                  </a:moveTo>
                  <a:cubicBezTo>
                    <a:pt x="401" y="773"/>
                    <a:pt x="400" y="772"/>
                    <a:pt x="398" y="772"/>
                  </a:cubicBezTo>
                  <a:cubicBezTo>
                    <a:pt x="292" y="701"/>
                    <a:pt x="106" y="509"/>
                    <a:pt x="28" y="263"/>
                  </a:cubicBezTo>
                  <a:cubicBezTo>
                    <a:pt x="0" y="174"/>
                    <a:pt x="2" y="106"/>
                    <a:pt x="34" y="58"/>
                  </a:cubicBezTo>
                  <a:cubicBezTo>
                    <a:pt x="70" y="5"/>
                    <a:pt x="130" y="0"/>
                    <a:pt x="132" y="0"/>
                  </a:cubicBezTo>
                  <a:cubicBezTo>
                    <a:pt x="138" y="0"/>
                    <a:pt x="141" y="4"/>
                    <a:pt x="142" y="8"/>
                  </a:cubicBezTo>
                  <a:cubicBezTo>
                    <a:pt x="142" y="14"/>
                    <a:pt x="139" y="18"/>
                    <a:pt x="134" y="19"/>
                  </a:cubicBezTo>
                  <a:lnTo>
                    <a:pt x="134" y="19"/>
                  </a:lnTo>
                  <a:cubicBezTo>
                    <a:pt x="133" y="19"/>
                    <a:pt x="80" y="24"/>
                    <a:pt x="50" y="69"/>
                  </a:cubicBezTo>
                  <a:cubicBezTo>
                    <a:pt x="21" y="111"/>
                    <a:pt x="20" y="175"/>
                    <a:pt x="46" y="257"/>
                  </a:cubicBezTo>
                  <a:cubicBezTo>
                    <a:pt x="121" y="496"/>
                    <a:pt x="308" y="690"/>
                    <a:pt x="408" y="755"/>
                  </a:cubicBezTo>
                  <a:cubicBezTo>
                    <a:pt x="413" y="758"/>
                    <a:pt x="414" y="764"/>
                    <a:pt x="411" y="769"/>
                  </a:cubicBezTo>
                  <a:cubicBezTo>
                    <a:pt x="410" y="772"/>
                    <a:pt x="407" y="773"/>
                    <a:pt x="403" y="773"/>
                  </a:cubicBezTo>
                </a:path>
              </a:pathLst>
            </a:custGeom>
            <a:solidFill>
              <a:srgbClr val="4F33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4" name="Google Shape;1044;p43">
              <a:extLst>
                <a:ext uri="{FF2B5EF4-FFF2-40B4-BE49-F238E27FC236}">
                  <a16:creationId xmlns:a16="http://schemas.microsoft.com/office/drawing/2014/main" id="{34DA9DEA-9CFC-06A9-9EB3-CB34A3C91C44}"/>
                </a:ext>
              </a:extLst>
            </p:cNvPr>
            <p:cNvSpPr/>
            <p:nvPr/>
          </p:nvSpPr>
          <p:spPr>
            <a:xfrm>
              <a:off x="7474910" y="2793648"/>
              <a:ext cx="381598" cy="374401"/>
            </a:xfrm>
            <a:custGeom>
              <a:avLst/>
              <a:gdLst/>
              <a:ahLst/>
              <a:cxnLst/>
              <a:rect l="l" t="t" r="r" b="b"/>
              <a:pathLst>
                <a:path w="468" h="459" extrusionOk="0">
                  <a:moveTo>
                    <a:pt x="11" y="458"/>
                  </a:moveTo>
                  <a:cubicBezTo>
                    <a:pt x="10" y="458"/>
                    <a:pt x="10" y="458"/>
                    <a:pt x="9" y="458"/>
                  </a:cubicBezTo>
                  <a:cubicBezTo>
                    <a:pt x="4" y="457"/>
                    <a:pt x="0" y="452"/>
                    <a:pt x="1" y="447"/>
                  </a:cubicBezTo>
                  <a:cubicBezTo>
                    <a:pt x="85" y="24"/>
                    <a:pt x="454" y="1"/>
                    <a:pt x="458" y="0"/>
                  </a:cubicBezTo>
                  <a:cubicBezTo>
                    <a:pt x="462" y="0"/>
                    <a:pt x="467" y="4"/>
                    <a:pt x="467" y="8"/>
                  </a:cubicBezTo>
                  <a:cubicBezTo>
                    <a:pt x="467" y="14"/>
                    <a:pt x="463" y="18"/>
                    <a:pt x="458" y="19"/>
                  </a:cubicBezTo>
                  <a:cubicBezTo>
                    <a:pt x="455" y="19"/>
                    <a:pt x="101" y="43"/>
                    <a:pt x="20" y="449"/>
                  </a:cubicBezTo>
                  <a:cubicBezTo>
                    <a:pt x="19" y="454"/>
                    <a:pt x="16" y="458"/>
                    <a:pt x="11" y="458"/>
                  </a:cubicBezTo>
                </a:path>
              </a:pathLst>
            </a:custGeom>
            <a:solidFill>
              <a:srgbClr val="4F33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5" name="Google Shape;1045;p43">
              <a:extLst>
                <a:ext uri="{FF2B5EF4-FFF2-40B4-BE49-F238E27FC236}">
                  <a16:creationId xmlns:a16="http://schemas.microsoft.com/office/drawing/2014/main" id="{EE2C9619-B8CD-253F-6201-28395E2C3BE5}"/>
                </a:ext>
              </a:extLst>
            </p:cNvPr>
            <p:cNvSpPr/>
            <p:nvPr/>
          </p:nvSpPr>
          <p:spPr>
            <a:xfrm>
              <a:off x="7644110" y="3348047"/>
              <a:ext cx="255597" cy="104399"/>
            </a:xfrm>
            <a:custGeom>
              <a:avLst/>
              <a:gdLst/>
              <a:ahLst/>
              <a:cxnLst/>
              <a:rect l="l" t="t" r="r" b="b"/>
              <a:pathLst>
                <a:path w="315" h="129" extrusionOk="0">
                  <a:moveTo>
                    <a:pt x="19" y="0"/>
                  </a:moveTo>
                  <a:cubicBezTo>
                    <a:pt x="19" y="0"/>
                    <a:pt x="90" y="88"/>
                    <a:pt x="314" y="65"/>
                  </a:cubicBezTo>
                  <a:cubicBezTo>
                    <a:pt x="314" y="65"/>
                    <a:pt x="191" y="128"/>
                    <a:pt x="0" y="68"/>
                  </a:cubicBezTo>
                  <a:lnTo>
                    <a:pt x="19" y="0"/>
                  </a:lnTo>
                </a:path>
              </a:pathLst>
            </a:custGeom>
            <a:solidFill>
              <a:srgbClr val="4F33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05608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40"/>
          <p:cNvSpPr txBox="1">
            <a:spLocks noGrp="1"/>
          </p:cNvSpPr>
          <p:nvPr>
            <p:ph type="subTitle" idx="2"/>
          </p:nvPr>
        </p:nvSpPr>
        <p:spPr>
          <a:xfrm>
            <a:off x="720000" y="1743993"/>
            <a:ext cx="2905500" cy="102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We used 80% of data for training of the model and used rest of the 20% for testing the accuracy of the model.</a:t>
            </a:r>
            <a:endParaRPr dirty="0"/>
          </a:p>
        </p:txBody>
      </p:sp>
      <p:sp>
        <p:nvSpPr>
          <p:cNvPr id="813" name="Google Shape;813;p40"/>
          <p:cNvSpPr txBox="1">
            <a:spLocks noGrp="1"/>
          </p:cNvSpPr>
          <p:nvPr>
            <p:ph type="subTitle" idx="5"/>
          </p:nvPr>
        </p:nvSpPr>
        <p:spPr>
          <a:xfrm>
            <a:off x="4569527" y="3417128"/>
            <a:ext cx="2905500" cy="102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90%+ prediction accuracy.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Effective classification in 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confusion matrix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ROC curve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demonstrates strong performance </a:t>
            </a:r>
          </a:p>
        </p:txBody>
      </p:sp>
      <p:sp>
        <p:nvSpPr>
          <p:cNvPr id="814" name="Google Shape;814;p4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</a:t>
            </a:r>
            <a:endParaRPr/>
          </a:p>
        </p:txBody>
      </p:sp>
      <p:sp>
        <p:nvSpPr>
          <p:cNvPr id="815" name="Google Shape;815;p40"/>
          <p:cNvSpPr txBox="1">
            <a:spLocks noGrp="1"/>
          </p:cNvSpPr>
          <p:nvPr>
            <p:ph type="subTitle" idx="1"/>
          </p:nvPr>
        </p:nvSpPr>
        <p:spPr>
          <a:xfrm>
            <a:off x="720000" y="1455075"/>
            <a:ext cx="2905500" cy="39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Data distribution:</a:t>
            </a:r>
            <a:endParaRPr dirty="0"/>
          </a:p>
        </p:txBody>
      </p:sp>
      <p:sp>
        <p:nvSpPr>
          <p:cNvPr id="816" name="Google Shape;816;p40"/>
          <p:cNvSpPr txBox="1">
            <a:spLocks noGrp="1"/>
          </p:cNvSpPr>
          <p:nvPr>
            <p:ph type="subTitle" idx="6"/>
          </p:nvPr>
        </p:nvSpPr>
        <p:spPr>
          <a:xfrm>
            <a:off x="720000" y="3172026"/>
            <a:ext cx="2905500" cy="39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Limitations:</a:t>
            </a:r>
            <a:endParaRPr dirty="0"/>
          </a:p>
        </p:txBody>
      </p:sp>
      <p:sp>
        <p:nvSpPr>
          <p:cNvPr id="817" name="Google Shape;817;p40"/>
          <p:cNvSpPr txBox="1">
            <a:spLocks noGrp="1"/>
          </p:cNvSpPr>
          <p:nvPr>
            <p:ph type="subTitle" idx="7"/>
          </p:nvPr>
        </p:nvSpPr>
        <p:spPr>
          <a:xfrm>
            <a:off x="4675850" y="1619896"/>
            <a:ext cx="2905500" cy="39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Exploratory Data Analysis:</a:t>
            </a:r>
            <a:endParaRPr dirty="0"/>
          </a:p>
        </p:txBody>
      </p:sp>
      <p:sp>
        <p:nvSpPr>
          <p:cNvPr id="818" name="Google Shape;818;p40"/>
          <p:cNvSpPr txBox="1">
            <a:spLocks noGrp="1"/>
          </p:cNvSpPr>
          <p:nvPr>
            <p:ph type="subTitle" idx="8"/>
          </p:nvPr>
        </p:nvSpPr>
        <p:spPr>
          <a:xfrm>
            <a:off x="4569525" y="3172026"/>
            <a:ext cx="2905500" cy="39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Achived:</a:t>
            </a:r>
            <a:endParaRPr dirty="0"/>
          </a:p>
        </p:txBody>
      </p:sp>
      <p:cxnSp>
        <p:nvCxnSpPr>
          <p:cNvPr id="819" name="Google Shape;819;p40"/>
          <p:cNvCxnSpPr/>
          <p:nvPr/>
        </p:nvCxnSpPr>
        <p:spPr>
          <a:xfrm>
            <a:off x="815800" y="1352325"/>
            <a:ext cx="26781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20" name="Google Shape;820;p40"/>
          <p:cNvCxnSpPr/>
          <p:nvPr/>
        </p:nvCxnSpPr>
        <p:spPr>
          <a:xfrm>
            <a:off x="4569525" y="1336594"/>
            <a:ext cx="26781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21" name="Google Shape;821;p40"/>
          <p:cNvCxnSpPr/>
          <p:nvPr/>
        </p:nvCxnSpPr>
        <p:spPr>
          <a:xfrm>
            <a:off x="815800" y="3086550"/>
            <a:ext cx="26781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22" name="Google Shape;822;p40"/>
          <p:cNvCxnSpPr/>
          <p:nvPr/>
        </p:nvCxnSpPr>
        <p:spPr>
          <a:xfrm>
            <a:off x="4605750" y="3086550"/>
            <a:ext cx="26781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23905D5C-5C09-1DD0-6FAE-BD040403A991}"/>
              </a:ext>
            </a:extLst>
          </p:cNvPr>
          <p:cNvSpPr>
            <a:spLocks noGrp="1" noChangeArrowheads="1"/>
          </p:cNvSpPr>
          <p:nvPr>
            <p:ph type="subTitle" idx="3"/>
          </p:nvPr>
        </p:nvSpPr>
        <p:spPr bwMode="auto">
          <a:xfrm>
            <a:off x="4569524" y="1872306"/>
            <a:ext cx="376640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ind Siliguri" panose="02000000000000000000" pitchFamily="2" charset="0"/>
                <a:cs typeface="Hind Siliguri" panose="02000000000000000000" pitchFamily="2" charset="0"/>
              </a:rPr>
              <a:t>Anomalous values were present in the data which were to be removed.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dirty="0">
                <a:solidFill>
                  <a:schemeClr val="tx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Null values would need to be removed from the data.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ind Siliguri" panose="02000000000000000000" pitchFamily="2" charset="0"/>
                <a:cs typeface="Hind Siliguri" panose="02000000000000000000" pitchFamily="2" charset="0"/>
              </a:rPr>
              <a:t>Duplicated values in data replaced by median.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92951218-4583-23BD-C909-F72867CC69E2}"/>
              </a:ext>
            </a:extLst>
          </p:cNvPr>
          <p:cNvSpPr>
            <a:spLocks noGrp="1" noChangeArrowheads="1"/>
          </p:cNvSpPr>
          <p:nvPr>
            <p:ph type="subTitle" idx="4"/>
          </p:nvPr>
        </p:nvSpPr>
        <p:spPr bwMode="auto">
          <a:xfrm>
            <a:off x="720725" y="3331278"/>
            <a:ext cx="342597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 size and feature variety impact model accuracy.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Suggestions: Larger datasets and more diverse features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832" name="Google Shape;832;p41"/>
          <p:cNvSpPr txBox="1">
            <a:spLocks noGrp="1"/>
          </p:cNvSpPr>
          <p:nvPr>
            <p:ph type="subTitle" idx="7"/>
          </p:nvPr>
        </p:nvSpPr>
        <p:spPr>
          <a:xfrm>
            <a:off x="720000" y="1397545"/>
            <a:ext cx="2469768" cy="49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Summary of Findings</a:t>
            </a:r>
            <a:r>
              <a:rPr lang="en" dirty="0"/>
              <a:t>	</a:t>
            </a:r>
            <a:endParaRPr dirty="0"/>
          </a:p>
        </p:txBody>
      </p:sp>
      <p:sp>
        <p:nvSpPr>
          <p:cNvPr id="833" name="Google Shape;833;p41"/>
          <p:cNvSpPr txBox="1">
            <a:spLocks noGrp="1"/>
          </p:cNvSpPr>
          <p:nvPr>
            <p:ph type="subTitle" idx="8"/>
          </p:nvPr>
        </p:nvSpPr>
        <p:spPr>
          <a:xfrm>
            <a:off x="3524247" y="1586494"/>
            <a:ext cx="2576709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Effectiveness of Logistic Regression</a:t>
            </a:r>
            <a:endParaRPr dirty="0"/>
          </a:p>
        </p:txBody>
      </p:sp>
      <p:sp>
        <p:nvSpPr>
          <p:cNvPr id="834" name="Google Shape;834;p41"/>
          <p:cNvSpPr txBox="1">
            <a:spLocks noGrp="1"/>
          </p:cNvSpPr>
          <p:nvPr>
            <p:ph type="subTitle" idx="9"/>
          </p:nvPr>
        </p:nvSpPr>
        <p:spPr>
          <a:xfrm>
            <a:off x="6328500" y="1511892"/>
            <a:ext cx="2631891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Model Accuracy and Performance</a:t>
            </a:r>
            <a:endParaRPr dirty="0"/>
          </a:p>
        </p:txBody>
      </p:sp>
      <p:sp>
        <p:nvSpPr>
          <p:cNvPr id="837" name="Google Shape;837;p41"/>
          <p:cNvSpPr txBox="1">
            <a:spLocks noGrp="1"/>
          </p:cNvSpPr>
          <p:nvPr>
            <p:ph type="subTitle" idx="13"/>
          </p:nvPr>
        </p:nvSpPr>
        <p:spPr>
          <a:xfrm>
            <a:off x="714849" y="3464450"/>
            <a:ext cx="2702959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Challenges Encountered</a:t>
            </a:r>
            <a:endParaRPr dirty="0"/>
          </a:p>
        </p:txBody>
      </p:sp>
      <p:sp>
        <p:nvSpPr>
          <p:cNvPr id="838" name="Google Shape;838;p41"/>
          <p:cNvSpPr txBox="1">
            <a:spLocks noGrp="1"/>
          </p:cNvSpPr>
          <p:nvPr>
            <p:ph type="subTitle" idx="14"/>
          </p:nvPr>
        </p:nvSpPr>
        <p:spPr>
          <a:xfrm>
            <a:off x="3525000" y="3346776"/>
            <a:ext cx="2201194" cy="50928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Limitations of the Study</a:t>
            </a:r>
            <a:endParaRPr dirty="0"/>
          </a:p>
        </p:txBody>
      </p:sp>
      <p:sp>
        <p:nvSpPr>
          <p:cNvPr id="839" name="Google Shape;839;p41"/>
          <p:cNvSpPr txBox="1">
            <a:spLocks noGrp="1"/>
          </p:cNvSpPr>
          <p:nvPr>
            <p:ph type="subTitle" idx="15"/>
          </p:nvPr>
        </p:nvSpPr>
        <p:spPr>
          <a:xfrm>
            <a:off x="6334900" y="3412868"/>
            <a:ext cx="2631891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Future Directions and Improvements</a:t>
            </a:r>
            <a:endParaRPr dirty="0"/>
          </a:p>
        </p:txBody>
      </p:sp>
      <p:cxnSp>
        <p:nvCxnSpPr>
          <p:cNvPr id="840" name="Google Shape;840;p41"/>
          <p:cNvCxnSpPr/>
          <p:nvPr/>
        </p:nvCxnSpPr>
        <p:spPr>
          <a:xfrm>
            <a:off x="815800" y="1196381"/>
            <a:ext cx="18828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41" name="Google Shape;841;p41"/>
          <p:cNvCxnSpPr/>
          <p:nvPr/>
        </p:nvCxnSpPr>
        <p:spPr>
          <a:xfrm>
            <a:off x="3625950" y="1196381"/>
            <a:ext cx="18828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42" name="Google Shape;842;p41"/>
          <p:cNvCxnSpPr/>
          <p:nvPr/>
        </p:nvCxnSpPr>
        <p:spPr>
          <a:xfrm>
            <a:off x="6435850" y="1196381"/>
            <a:ext cx="18828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43" name="Google Shape;843;p41"/>
          <p:cNvCxnSpPr/>
          <p:nvPr/>
        </p:nvCxnSpPr>
        <p:spPr>
          <a:xfrm>
            <a:off x="815800" y="3154300"/>
            <a:ext cx="18828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44" name="Google Shape;844;p41"/>
          <p:cNvCxnSpPr/>
          <p:nvPr/>
        </p:nvCxnSpPr>
        <p:spPr>
          <a:xfrm>
            <a:off x="3625950" y="3154300"/>
            <a:ext cx="18828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45" name="Google Shape;845;p41"/>
          <p:cNvCxnSpPr/>
          <p:nvPr/>
        </p:nvCxnSpPr>
        <p:spPr>
          <a:xfrm>
            <a:off x="6435850" y="3154300"/>
            <a:ext cx="18828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91C838F2-7BAE-C8B5-225F-3505F0DF7A7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720000" y="1431507"/>
            <a:ext cx="2702959" cy="16619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model successfully predicts heart failure with an accuracy of over 90%.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features like age, sex, cholesterol, and chest pain type contributed significantly to predictions. 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DCFE7DF-97FE-425A-1FA5-F1A7E0B2E358}"/>
              </a:ext>
            </a:extLst>
          </p:cNvPr>
          <p:cNvSpPr>
            <a:spLocks noGrp="1" noChangeArrowheads="1"/>
          </p:cNvSpPr>
          <p:nvPr>
            <p:ph type="subTitle" idx="2"/>
          </p:nvPr>
        </p:nvSpPr>
        <p:spPr bwMode="auto">
          <a:xfrm>
            <a:off x="3524250" y="1523522"/>
            <a:ext cx="2702959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Logistic regression proved to be an effective classifier for binary outcomes.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Its simplicity and interpretability made it a suitable choice for heart failure prediction. 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A2528A97-BACA-3454-DB6D-C9EC1804DA22}"/>
              </a:ext>
            </a:extLst>
          </p:cNvPr>
          <p:cNvSpPr>
            <a:spLocks noGrp="1" noChangeArrowheads="1"/>
          </p:cNvSpPr>
          <p:nvPr>
            <p:ph type="subTitle" idx="5"/>
          </p:nvPr>
        </p:nvSpPr>
        <p:spPr bwMode="auto">
          <a:xfrm>
            <a:off x="6334126" y="1523522"/>
            <a:ext cx="2626266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model achieved an accuracy of 90%+ in predicting heart failure cases.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Results from the confusion matrix indicate a solid performance with few false positives and negatives. </a:t>
            </a:r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84E250F6-5663-530F-3F7F-74BE18C3B569}"/>
              </a:ext>
            </a:extLst>
          </p:cNvPr>
          <p:cNvSpPr>
            <a:spLocks noGrp="1" noChangeArrowheads="1"/>
          </p:cNvSpPr>
          <p:nvPr>
            <p:ph type="subTitle" idx="3"/>
          </p:nvPr>
        </p:nvSpPr>
        <p:spPr bwMode="auto">
          <a:xfrm>
            <a:off x="714375" y="3609627"/>
            <a:ext cx="2469768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Limited dataset (918 patients) constrained the model’s generalization ability.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imbalance and feature selection posed challenges in optimizing the model. </a:t>
            </a:r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EFC8E9BD-192C-BE95-44D7-6320CCBD1F10}"/>
              </a:ext>
            </a:extLst>
          </p:cNvPr>
          <p:cNvSpPr>
            <a:spLocks noGrp="1" noChangeArrowheads="1"/>
          </p:cNvSpPr>
          <p:nvPr>
            <p:ph type="subTitle" idx="4"/>
          </p:nvPr>
        </p:nvSpPr>
        <p:spPr bwMode="auto">
          <a:xfrm>
            <a:off x="3524250" y="3526134"/>
            <a:ext cx="3044315" cy="1292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model was trained on a small dataset with only 11 features.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Real-world application may require additional features and larger datasets for higher accuracy </a:t>
            </a:r>
          </a:p>
        </p:txBody>
      </p:sp>
      <p:sp>
        <p:nvSpPr>
          <p:cNvPr id="12" name="Subtitle 11">
            <a:extLst>
              <a:ext uri="{FF2B5EF4-FFF2-40B4-BE49-F238E27FC236}">
                <a16:creationId xmlns:a16="http://schemas.microsoft.com/office/drawing/2014/main" id="{F6F943BF-1160-C549-6484-CB89F65513D7}"/>
              </a:ext>
            </a:extLst>
          </p:cNvPr>
          <p:cNvSpPr>
            <a:spLocks noGrp="1" noChangeArrowheads="1"/>
          </p:cNvSpPr>
          <p:nvPr>
            <p:ph type="subTitle" idx="6"/>
          </p:nvPr>
        </p:nvSpPr>
        <p:spPr bwMode="auto">
          <a:xfrm>
            <a:off x="6435725" y="3492816"/>
            <a:ext cx="2631891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Expand the dataset and incorporate more diverse features for better generalization.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Explore more advanced models like neural networks or ensemble methods to improve performance. 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oogle Shape;1193;p52">
            <a:extLst>
              <a:ext uri="{FF2B5EF4-FFF2-40B4-BE49-F238E27FC236}">
                <a16:creationId xmlns:a16="http://schemas.microsoft.com/office/drawing/2014/main" id="{9FB76896-BCAB-0718-527D-47A014E88051}"/>
              </a:ext>
            </a:extLst>
          </p:cNvPr>
          <p:cNvGrpSpPr/>
          <p:nvPr/>
        </p:nvGrpSpPr>
        <p:grpSpPr>
          <a:xfrm>
            <a:off x="3927684" y="323649"/>
            <a:ext cx="4547594" cy="4860793"/>
            <a:chOff x="3927684" y="323649"/>
            <a:chExt cx="4547594" cy="4860793"/>
          </a:xfrm>
        </p:grpSpPr>
        <p:sp>
          <p:nvSpPr>
            <p:cNvPr id="5" name="Google Shape;1194;p52">
              <a:extLst>
                <a:ext uri="{FF2B5EF4-FFF2-40B4-BE49-F238E27FC236}">
                  <a16:creationId xmlns:a16="http://schemas.microsoft.com/office/drawing/2014/main" id="{865A2EB3-F392-E453-C133-4F7F33F67211}"/>
                </a:ext>
              </a:extLst>
            </p:cNvPr>
            <p:cNvSpPr/>
            <p:nvPr/>
          </p:nvSpPr>
          <p:spPr>
            <a:xfrm rot="5889303">
              <a:off x="4030870" y="768073"/>
              <a:ext cx="4341213" cy="3971946"/>
            </a:xfrm>
            <a:custGeom>
              <a:avLst/>
              <a:gdLst/>
              <a:ahLst/>
              <a:cxnLst/>
              <a:rect l="l" t="t" r="r" b="b"/>
              <a:pathLst>
                <a:path w="25107" h="22971" extrusionOk="0">
                  <a:moveTo>
                    <a:pt x="6029" y="1"/>
                  </a:moveTo>
                  <a:cubicBezTo>
                    <a:pt x="4338" y="1"/>
                    <a:pt x="2979" y="676"/>
                    <a:pt x="2106" y="1643"/>
                  </a:cubicBezTo>
                  <a:cubicBezTo>
                    <a:pt x="580" y="3337"/>
                    <a:pt x="1" y="6173"/>
                    <a:pt x="2576" y="10368"/>
                  </a:cubicBezTo>
                  <a:cubicBezTo>
                    <a:pt x="4339" y="13239"/>
                    <a:pt x="4269" y="14957"/>
                    <a:pt x="3934" y="17793"/>
                  </a:cubicBezTo>
                  <a:cubicBezTo>
                    <a:pt x="3597" y="20624"/>
                    <a:pt x="4165" y="21865"/>
                    <a:pt x="5284" y="22550"/>
                  </a:cubicBezTo>
                  <a:cubicBezTo>
                    <a:pt x="5735" y="22827"/>
                    <a:pt x="6253" y="22970"/>
                    <a:pt x="6788" y="22970"/>
                  </a:cubicBezTo>
                  <a:cubicBezTo>
                    <a:pt x="7978" y="22970"/>
                    <a:pt x="9255" y="22259"/>
                    <a:pt x="10087" y="20722"/>
                  </a:cubicBezTo>
                  <a:cubicBezTo>
                    <a:pt x="11061" y="18911"/>
                    <a:pt x="11691" y="17303"/>
                    <a:pt x="13839" y="17303"/>
                  </a:cubicBezTo>
                  <a:cubicBezTo>
                    <a:pt x="14341" y="17303"/>
                    <a:pt x="14925" y="17391"/>
                    <a:pt x="15616" y="17584"/>
                  </a:cubicBezTo>
                  <a:cubicBezTo>
                    <a:pt x="16571" y="17851"/>
                    <a:pt x="17477" y="17980"/>
                    <a:pt x="18320" y="17980"/>
                  </a:cubicBezTo>
                  <a:cubicBezTo>
                    <a:pt x="20695" y="17980"/>
                    <a:pt x="22564" y="16954"/>
                    <a:pt x="23591" y="15113"/>
                  </a:cubicBezTo>
                  <a:cubicBezTo>
                    <a:pt x="24984" y="12619"/>
                    <a:pt x="25106" y="8192"/>
                    <a:pt x="22164" y="6325"/>
                  </a:cubicBezTo>
                  <a:cubicBezTo>
                    <a:pt x="19224" y="4462"/>
                    <a:pt x="16596" y="6173"/>
                    <a:pt x="12118" y="2548"/>
                  </a:cubicBezTo>
                  <a:cubicBezTo>
                    <a:pt x="9850" y="712"/>
                    <a:pt x="7765" y="1"/>
                    <a:pt x="60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grpSp>
          <p:nvGrpSpPr>
            <p:cNvPr id="6" name="Google Shape;1195;p52">
              <a:extLst>
                <a:ext uri="{FF2B5EF4-FFF2-40B4-BE49-F238E27FC236}">
                  <a16:creationId xmlns:a16="http://schemas.microsoft.com/office/drawing/2014/main" id="{EBF891B8-9F5F-47BA-BF75-173692CF1236}"/>
                </a:ext>
              </a:extLst>
            </p:cNvPr>
            <p:cNvGrpSpPr/>
            <p:nvPr/>
          </p:nvGrpSpPr>
          <p:grpSpPr>
            <a:xfrm rot="-5400000" flipH="1">
              <a:off x="5583239" y="3353518"/>
              <a:ext cx="947899" cy="863325"/>
              <a:chOff x="8337075" y="299713"/>
              <a:chExt cx="947899" cy="863325"/>
            </a:xfrm>
          </p:grpSpPr>
          <p:sp>
            <p:nvSpPr>
              <p:cNvPr id="67" name="Google Shape;1196;p52">
                <a:extLst>
                  <a:ext uri="{FF2B5EF4-FFF2-40B4-BE49-F238E27FC236}">
                    <a16:creationId xmlns:a16="http://schemas.microsoft.com/office/drawing/2014/main" id="{966D9B4A-4D97-B84A-4FF3-3B17B84A97C0}"/>
                  </a:ext>
                </a:extLst>
              </p:cNvPr>
              <p:cNvSpPr/>
              <p:nvPr/>
            </p:nvSpPr>
            <p:spPr>
              <a:xfrm>
                <a:off x="8337075" y="372628"/>
                <a:ext cx="942062" cy="790409"/>
              </a:xfrm>
              <a:custGeom>
                <a:avLst/>
                <a:gdLst/>
                <a:ahLst/>
                <a:cxnLst/>
                <a:rect l="l" t="t" r="r" b="b"/>
                <a:pathLst>
                  <a:path w="1423" h="1196" extrusionOk="0">
                    <a:moveTo>
                      <a:pt x="715" y="109"/>
                    </a:moveTo>
                    <a:cubicBezTo>
                      <a:pt x="723" y="133"/>
                      <a:pt x="741" y="154"/>
                      <a:pt x="766" y="171"/>
                    </a:cubicBezTo>
                    <a:cubicBezTo>
                      <a:pt x="791" y="187"/>
                      <a:pt x="821" y="199"/>
                      <a:pt x="851" y="208"/>
                    </a:cubicBezTo>
                    <a:cubicBezTo>
                      <a:pt x="881" y="216"/>
                      <a:pt x="910" y="219"/>
                      <a:pt x="933" y="222"/>
                    </a:cubicBezTo>
                    <a:cubicBezTo>
                      <a:pt x="955" y="224"/>
                      <a:pt x="969" y="223"/>
                      <a:pt x="969" y="223"/>
                    </a:cubicBezTo>
                    <a:cubicBezTo>
                      <a:pt x="969" y="223"/>
                      <a:pt x="958" y="225"/>
                      <a:pt x="939" y="227"/>
                    </a:cubicBezTo>
                    <a:cubicBezTo>
                      <a:pt x="930" y="228"/>
                      <a:pt x="918" y="229"/>
                      <a:pt x="905" y="231"/>
                    </a:cubicBezTo>
                    <a:cubicBezTo>
                      <a:pt x="892" y="232"/>
                      <a:pt x="877" y="233"/>
                      <a:pt x="861" y="235"/>
                    </a:cubicBezTo>
                    <a:cubicBezTo>
                      <a:pt x="797" y="241"/>
                      <a:pt x="714" y="245"/>
                      <a:pt x="633" y="246"/>
                    </a:cubicBezTo>
                    <a:cubicBezTo>
                      <a:pt x="552" y="248"/>
                      <a:pt x="474" y="247"/>
                      <a:pt x="414" y="255"/>
                    </a:cubicBezTo>
                    <a:cubicBezTo>
                      <a:pt x="355" y="264"/>
                      <a:pt x="316" y="284"/>
                      <a:pt x="312" y="329"/>
                    </a:cubicBezTo>
                    <a:cubicBezTo>
                      <a:pt x="307" y="377"/>
                      <a:pt x="352" y="419"/>
                      <a:pt x="401" y="446"/>
                    </a:cubicBezTo>
                    <a:cubicBezTo>
                      <a:pt x="426" y="459"/>
                      <a:pt x="451" y="469"/>
                      <a:pt x="470" y="476"/>
                    </a:cubicBezTo>
                    <a:cubicBezTo>
                      <a:pt x="489" y="482"/>
                      <a:pt x="502" y="486"/>
                      <a:pt x="502" y="486"/>
                    </a:cubicBezTo>
                    <a:cubicBezTo>
                      <a:pt x="502" y="486"/>
                      <a:pt x="467" y="493"/>
                      <a:pt x="416" y="506"/>
                    </a:cubicBezTo>
                    <a:cubicBezTo>
                      <a:pt x="366" y="518"/>
                      <a:pt x="298" y="536"/>
                      <a:pt x="235" y="562"/>
                    </a:cubicBezTo>
                    <a:cubicBezTo>
                      <a:pt x="171" y="588"/>
                      <a:pt x="109" y="620"/>
                      <a:pt x="64" y="670"/>
                    </a:cubicBezTo>
                    <a:cubicBezTo>
                      <a:pt x="52" y="682"/>
                      <a:pt x="43" y="695"/>
                      <a:pt x="34" y="711"/>
                    </a:cubicBezTo>
                    <a:cubicBezTo>
                      <a:pt x="26" y="725"/>
                      <a:pt x="19" y="741"/>
                      <a:pt x="13" y="758"/>
                    </a:cubicBezTo>
                    <a:cubicBezTo>
                      <a:pt x="3" y="793"/>
                      <a:pt x="0" y="834"/>
                      <a:pt x="8" y="880"/>
                    </a:cubicBezTo>
                    <a:cubicBezTo>
                      <a:pt x="15" y="927"/>
                      <a:pt x="32" y="964"/>
                      <a:pt x="54" y="994"/>
                    </a:cubicBezTo>
                    <a:cubicBezTo>
                      <a:pt x="66" y="1008"/>
                      <a:pt x="79" y="1020"/>
                      <a:pt x="94" y="1031"/>
                    </a:cubicBezTo>
                    <a:cubicBezTo>
                      <a:pt x="110" y="1041"/>
                      <a:pt x="126" y="1049"/>
                      <a:pt x="143" y="1055"/>
                    </a:cubicBezTo>
                    <a:cubicBezTo>
                      <a:pt x="213" y="1082"/>
                      <a:pt x="302" y="1078"/>
                      <a:pt x="387" y="1058"/>
                    </a:cubicBezTo>
                    <a:cubicBezTo>
                      <a:pt x="472" y="1038"/>
                      <a:pt x="552" y="1001"/>
                      <a:pt x="610" y="969"/>
                    </a:cubicBezTo>
                    <a:cubicBezTo>
                      <a:pt x="667" y="936"/>
                      <a:pt x="702" y="909"/>
                      <a:pt x="702" y="909"/>
                    </a:cubicBezTo>
                    <a:cubicBezTo>
                      <a:pt x="702" y="909"/>
                      <a:pt x="694" y="922"/>
                      <a:pt x="682" y="943"/>
                    </a:cubicBezTo>
                    <a:cubicBezTo>
                      <a:pt x="671" y="964"/>
                      <a:pt x="655" y="992"/>
                      <a:pt x="642" y="1022"/>
                    </a:cubicBezTo>
                    <a:cubicBezTo>
                      <a:pt x="616" y="1081"/>
                      <a:pt x="597" y="1148"/>
                      <a:pt x="647" y="1173"/>
                    </a:cubicBezTo>
                    <a:cubicBezTo>
                      <a:pt x="691" y="1195"/>
                      <a:pt x="760" y="1169"/>
                      <a:pt x="836" y="1112"/>
                    </a:cubicBezTo>
                    <a:cubicBezTo>
                      <a:pt x="911" y="1055"/>
                      <a:pt x="988" y="968"/>
                      <a:pt x="1051" y="874"/>
                    </a:cubicBezTo>
                    <a:cubicBezTo>
                      <a:pt x="1114" y="782"/>
                      <a:pt x="1161" y="684"/>
                      <a:pt x="1190" y="611"/>
                    </a:cubicBezTo>
                    <a:cubicBezTo>
                      <a:pt x="1198" y="593"/>
                      <a:pt x="1203" y="575"/>
                      <a:pt x="1209" y="560"/>
                    </a:cubicBezTo>
                    <a:cubicBezTo>
                      <a:pt x="1214" y="545"/>
                      <a:pt x="1219" y="532"/>
                      <a:pt x="1222" y="521"/>
                    </a:cubicBezTo>
                    <a:cubicBezTo>
                      <a:pt x="1229" y="499"/>
                      <a:pt x="1232" y="487"/>
                      <a:pt x="1232" y="487"/>
                    </a:cubicBezTo>
                    <a:cubicBezTo>
                      <a:pt x="1232" y="487"/>
                      <a:pt x="1230" y="503"/>
                      <a:pt x="1227" y="529"/>
                    </a:cubicBezTo>
                    <a:cubicBezTo>
                      <a:pt x="1224" y="553"/>
                      <a:pt x="1221" y="588"/>
                      <a:pt x="1220" y="623"/>
                    </a:cubicBezTo>
                    <a:cubicBezTo>
                      <a:pt x="1219" y="658"/>
                      <a:pt x="1221" y="695"/>
                      <a:pt x="1229" y="726"/>
                    </a:cubicBezTo>
                    <a:cubicBezTo>
                      <a:pt x="1238" y="756"/>
                      <a:pt x="1253" y="780"/>
                      <a:pt x="1280" y="789"/>
                    </a:cubicBezTo>
                    <a:cubicBezTo>
                      <a:pt x="1308" y="797"/>
                      <a:pt x="1341" y="750"/>
                      <a:pt x="1368" y="673"/>
                    </a:cubicBezTo>
                    <a:cubicBezTo>
                      <a:pt x="1395" y="597"/>
                      <a:pt x="1414" y="492"/>
                      <a:pt x="1418" y="390"/>
                    </a:cubicBezTo>
                    <a:cubicBezTo>
                      <a:pt x="1422" y="287"/>
                      <a:pt x="1411" y="188"/>
                      <a:pt x="1398" y="116"/>
                    </a:cubicBezTo>
                    <a:cubicBezTo>
                      <a:pt x="1390" y="80"/>
                      <a:pt x="1383" y="51"/>
                      <a:pt x="1378" y="31"/>
                    </a:cubicBezTo>
                    <a:cubicBezTo>
                      <a:pt x="1372" y="11"/>
                      <a:pt x="1368" y="0"/>
                      <a:pt x="1368" y="0"/>
                    </a:cubicBezTo>
                    <a:cubicBezTo>
                      <a:pt x="1368" y="0"/>
                      <a:pt x="1357" y="4"/>
                      <a:pt x="1337" y="10"/>
                    </a:cubicBezTo>
                    <a:cubicBezTo>
                      <a:pt x="1318" y="15"/>
                      <a:pt x="1289" y="22"/>
                      <a:pt x="1256" y="30"/>
                    </a:cubicBezTo>
                    <a:cubicBezTo>
                      <a:pt x="1189" y="45"/>
                      <a:pt x="1101" y="60"/>
                      <a:pt x="1017" y="67"/>
                    </a:cubicBezTo>
                    <a:cubicBezTo>
                      <a:pt x="933" y="73"/>
                      <a:pt x="853" y="72"/>
                      <a:pt x="797" y="75"/>
                    </a:cubicBezTo>
                    <a:cubicBezTo>
                      <a:pt x="739" y="76"/>
                      <a:pt x="707" y="83"/>
                      <a:pt x="715" y="109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" name="Google Shape;1197;p52">
                <a:extLst>
                  <a:ext uri="{FF2B5EF4-FFF2-40B4-BE49-F238E27FC236}">
                    <a16:creationId xmlns:a16="http://schemas.microsoft.com/office/drawing/2014/main" id="{44B2C6FF-D3A8-DEDD-3E91-33EA2F9F7D96}"/>
                  </a:ext>
                </a:extLst>
              </p:cNvPr>
              <p:cNvSpPr/>
              <p:nvPr/>
            </p:nvSpPr>
            <p:spPr>
              <a:xfrm>
                <a:off x="8386657" y="299713"/>
                <a:ext cx="898317" cy="647493"/>
              </a:xfrm>
              <a:custGeom>
                <a:avLst/>
                <a:gdLst/>
                <a:ahLst/>
                <a:cxnLst/>
                <a:rect l="l" t="t" r="r" b="b"/>
                <a:pathLst>
                  <a:path w="1357" h="979" extrusionOk="0">
                    <a:moveTo>
                      <a:pt x="7" y="978"/>
                    </a:moveTo>
                    <a:cubicBezTo>
                      <a:pt x="3" y="978"/>
                      <a:pt x="0" y="975"/>
                      <a:pt x="0" y="971"/>
                    </a:cubicBezTo>
                    <a:cubicBezTo>
                      <a:pt x="0" y="967"/>
                      <a:pt x="2" y="964"/>
                      <a:pt x="7" y="964"/>
                    </a:cubicBezTo>
                    <a:cubicBezTo>
                      <a:pt x="9" y="964"/>
                      <a:pt x="243" y="935"/>
                      <a:pt x="523" y="803"/>
                    </a:cubicBezTo>
                    <a:cubicBezTo>
                      <a:pt x="781" y="682"/>
                      <a:pt x="1133" y="444"/>
                      <a:pt x="1342" y="4"/>
                    </a:cubicBezTo>
                    <a:cubicBezTo>
                      <a:pt x="1344" y="0"/>
                      <a:pt x="1347" y="0"/>
                      <a:pt x="1351" y="0"/>
                    </a:cubicBezTo>
                    <a:cubicBezTo>
                      <a:pt x="1355" y="2"/>
                      <a:pt x="1356" y="6"/>
                      <a:pt x="1355" y="10"/>
                    </a:cubicBezTo>
                    <a:cubicBezTo>
                      <a:pt x="1145" y="454"/>
                      <a:pt x="790" y="693"/>
                      <a:pt x="530" y="816"/>
                    </a:cubicBezTo>
                    <a:cubicBezTo>
                      <a:pt x="246" y="949"/>
                      <a:pt x="10" y="977"/>
                      <a:pt x="7" y="978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" name="Google Shape;1198;p52">
                <a:extLst>
                  <a:ext uri="{FF2B5EF4-FFF2-40B4-BE49-F238E27FC236}">
                    <a16:creationId xmlns:a16="http://schemas.microsoft.com/office/drawing/2014/main" id="{402C9DDA-729C-2D40-547F-6F255167DD6E}"/>
                  </a:ext>
                </a:extLst>
              </p:cNvPr>
              <p:cNvSpPr/>
              <p:nvPr/>
            </p:nvSpPr>
            <p:spPr>
              <a:xfrm>
                <a:off x="8514988" y="818874"/>
                <a:ext cx="244996" cy="244998"/>
              </a:xfrm>
              <a:custGeom>
                <a:avLst/>
                <a:gdLst/>
                <a:ahLst/>
                <a:cxnLst/>
                <a:rect l="l" t="t" r="r" b="b"/>
                <a:pathLst>
                  <a:path w="371" h="371" extrusionOk="0">
                    <a:moveTo>
                      <a:pt x="8" y="370"/>
                    </a:moveTo>
                    <a:cubicBezTo>
                      <a:pt x="7" y="370"/>
                      <a:pt x="6" y="370"/>
                      <a:pt x="5" y="370"/>
                    </a:cubicBezTo>
                    <a:cubicBezTo>
                      <a:pt x="2" y="369"/>
                      <a:pt x="0" y="364"/>
                      <a:pt x="2" y="360"/>
                    </a:cubicBezTo>
                    <a:cubicBezTo>
                      <a:pt x="4" y="354"/>
                      <a:pt x="71" y="183"/>
                      <a:pt x="359" y="2"/>
                    </a:cubicBezTo>
                    <a:cubicBezTo>
                      <a:pt x="363" y="0"/>
                      <a:pt x="366" y="1"/>
                      <a:pt x="368" y="4"/>
                    </a:cubicBezTo>
                    <a:cubicBezTo>
                      <a:pt x="370" y="8"/>
                      <a:pt x="369" y="12"/>
                      <a:pt x="366" y="14"/>
                    </a:cubicBezTo>
                    <a:cubicBezTo>
                      <a:pt x="83" y="192"/>
                      <a:pt x="16" y="363"/>
                      <a:pt x="15" y="364"/>
                    </a:cubicBezTo>
                    <a:cubicBezTo>
                      <a:pt x="14" y="369"/>
                      <a:pt x="11" y="370"/>
                      <a:pt x="8" y="370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" name="Google Shape;1199;p52">
                <a:extLst>
                  <a:ext uri="{FF2B5EF4-FFF2-40B4-BE49-F238E27FC236}">
                    <a16:creationId xmlns:a16="http://schemas.microsoft.com/office/drawing/2014/main" id="{2E12A859-2228-8805-BC62-E634380262BF}"/>
                  </a:ext>
                </a:extLst>
              </p:cNvPr>
              <p:cNvSpPr/>
              <p:nvPr/>
            </p:nvSpPr>
            <p:spPr>
              <a:xfrm>
                <a:off x="8447906" y="795541"/>
                <a:ext cx="347076" cy="81666"/>
              </a:xfrm>
              <a:custGeom>
                <a:avLst/>
                <a:gdLst/>
                <a:ahLst/>
                <a:cxnLst/>
                <a:rect l="l" t="t" r="r" b="b"/>
                <a:pathLst>
                  <a:path w="526" h="124" extrusionOk="0">
                    <a:moveTo>
                      <a:pt x="263" y="74"/>
                    </a:moveTo>
                    <a:cubicBezTo>
                      <a:pt x="218" y="74"/>
                      <a:pt x="180" y="69"/>
                      <a:pt x="148" y="63"/>
                    </a:cubicBezTo>
                    <a:cubicBezTo>
                      <a:pt x="59" y="46"/>
                      <a:pt x="6" y="15"/>
                      <a:pt x="4" y="14"/>
                    </a:cubicBezTo>
                    <a:cubicBezTo>
                      <a:pt x="1" y="13"/>
                      <a:pt x="0" y="8"/>
                      <a:pt x="2" y="5"/>
                    </a:cubicBezTo>
                    <a:cubicBezTo>
                      <a:pt x="4" y="1"/>
                      <a:pt x="8" y="0"/>
                      <a:pt x="11" y="2"/>
                    </a:cubicBezTo>
                    <a:cubicBezTo>
                      <a:pt x="13" y="3"/>
                      <a:pt x="221" y="123"/>
                      <a:pt x="514" y="12"/>
                    </a:cubicBezTo>
                    <a:cubicBezTo>
                      <a:pt x="518" y="11"/>
                      <a:pt x="522" y="12"/>
                      <a:pt x="524" y="15"/>
                    </a:cubicBezTo>
                    <a:cubicBezTo>
                      <a:pt x="525" y="19"/>
                      <a:pt x="524" y="23"/>
                      <a:pt x="520" y="25"/>
                    </a:cubicBezTo>
                    <a:cubicBezTo>
                      <a:pt x="423" y="61"/>
                      <a:pt x="335" y="74"/>
                      <a:pt x="263" y="74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" name="Google Shape;1200;p52">
                <a:extLst>
                  <a:ext uri="{FF2B5EF4-FFF2-40B4-BE49-F238E27FC236}">
                    <a16:creationId xmlns:a16="http://schemas.microsoft.com/office/drawing/2014/main" id="{FE29E281-A929-5D00-77CE-8A417631835F}"/>
                  </a:ext>
                </a:extLst>
              </p:cNvPr>
              <p:cNvSpPr/>
              <p:nvPr/>
            </p:nvSpPr>
            <p:spPr>
              <a:xfrm>
                <a:off x="8873732" y="617625"/>
                <a:ext cx="177913" cy="411243"/>
              </a:xfrm>
              <a:custGeom>
                <a:avLst/>
                <a:gdLst/>
                <a:ahLst/>
                <a:cxnLst/>
                <a:rect l="l" t="t" r="r" b="b"/>
                <a:pathLst>
                  <a:path w="269" h="621" extrusionOk="0">
                    <a:moveTo>
                      <a:pt x="7" y="620"/>
                    </a:moveTo>
                    <a:lnTo>
                      <a:pt x="7" y="620"/>
                    </a:lnTo>
                    <a:cubicBezTo>
                      <a:pt x="2" y="620"/>
                      <a:pt x="0" y="616"/>
                      <a:pt x="1" y="612"/>
                    </a:cubicBezTo>
                    <a:cubicBezTo>
                      <a:pt x="1" y="608"/>
                      <a:pt x="43" y="205"/>
                      <a:pt x="255" y="2"/>
                    </a:cubicBezTo>
                    <a:cubicBezTo>
                      <a:pt x="258" y="0"/>
                      <a:pt x="263" y="0"/>
                      <a:pt x="265" y="2"/>
                    </a:cubicBezTo>
                    <a:cubicBezTo>
                      <a:pt x="268" y="5"/>
                      <a:pt x="268" y="10"/>
                      <a:pt x="265" y="13"/>
                    </a:cubicBezTo>
                    <a:cubicBezTo>
                      <a:pt x="58" y="212"/>
                      <a:pt x="15" y="609"/>
                      <a:pt x="15" y="613"/>
                    </a:cubicBezTo>
                    <a:cubicBezTo>
                      <a:pt x="14" y="617"/>
                      <a:pt x="11" y="620"/>
                      <a:pt x="7" y="620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" name="Google Shape;1201;p52">
                <a:extLst>
                  <a:ext uri="{FF2B5EF4-FFF2-40B4-BE49-F238E27FC236}">
                    <a16:creationId xmlns:a16="http://schemas.microsoft.com/office/drawing/2014/main" id="{EDAB44B8-1D09-AAEE-CDD8-AE3165266A3F}"/>
                  </a:ext>
                </a:extLst>
              </p:cNvPr>
              <p:cNvSpPr/>
              <p:nvPr/>
            </p:nvSpPr>
            <p:spPr>
              <a:xfrm>
                <a:off x="9147894" y="439711"/>
                <a:ext cx="58332" cy="344162"/>
              </a:xfrm>
              <a:custGeom>
                <a:avLst/>
                <a:gdLst/>
                <a:ahLst/>
                <a:cxnLst/>
                <a:rect l="l" t="t" r="r" b="b"/>
                <a:pathLst>
                  <a:path w="90" h="522" extrusionOk="0">
                    <a:moveTo>
                      <a:pt x="81" y="521"/>
                    </a:moveTo>
                    <a:cubicBezTo>
                      <a:pt x="78" y="521"/>
                      <a:pt x="74" y="519"/>
                      <a:pt x="74" y="515"/>
                    </a:cubicBezTo>
                    <a:cubicBezTo>
                      <a:pt x="72" y="500"/>
                      <a:pt x="0" y="145"/>
                      <a:pt x="69" y="5"/>
                    </a:cubicBezTo>
                    <a:cubicBezTo>
                      <a:pt x="71" y="1"/>
                      <a:pt x="74" y="0"/>
                      <a:pt x="78" y="2"/>
                    </a:cubicBezTo>
                    <a:cubicBezTo>
                      <a:pt x="82" y="4"/>
                      <a:pt x="83" y="7"/>
                      <a:pt x="81" y="11"/>
                    </a:cubicBezTo>
                    <a:cubicBezTo>
                      <a:pt x="15" y="147"/>
                      <a:pt x="88" y="509"/>
                      <a:pt x="88" y="512"/>
                    </a:cubicBezTo>
                    <a:cubicBezTo>
                      <a:pt x="89" y="516"/>
                      <a:pt x="86" y="520"/>
                      <a:pt x="82" y="521"/>
                    </a:cubicBezTo>
                    <a:cubicBezTo>
                      <a:pt x="82" y="521"/>
                      <a:pt x="82" y="521"/>
                      <a:pt x="81" y="521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" name="Google Shape;1202;p52">
                <a:extLst>
                  <a:ext uri="{FF2B5EF4-FFF2-40B4-BE49-F238E27FC236}">
                    <a16:creationId xmlns:a16="http://schemas.microsoft.com/office/drawing/2014/main" id="{8631D962-B36C-9FA0-A877-8A26B1228B0D}"/>
                  </a:ext>
                </a:extLst>
              </p:cNvPr>
              <p:cNvSpPr/>
              <p:nvPr/>
            </p:nvSpPr>
            <p:spPr>
              <a:xfrm>
                <a:off x="8894147" y="422211"/>
                <a:ext cx="317909" cy="96248"/>
              </a:xfrm>
              <a:custGeom>
                <a:avLst/>
                <a:gdLst/>
                <a:ahLst/>
                <a:cxnLst/>
                <a:rect l="l" t="t" r="r" b="b"/>
                <a:pathLst>
                  <a:path w="482" h="144" extrusionOk="0">
                    <a:moveTo>
                      <a:pt x="177" y="96"/>
                    </a:moveTo>
                    <a:cubicBezTo>
                      <a:pt x="72" y="96"/>
                      <a:pt x="6" y="67"/>
                      <a:pt x="5" y="66"/>
                    </a:cubicBezTo>
                    <a:cubicBezTo>
                      <a:pt x="1" y="64"/>
                      <a:pt x="0" y="60"/>
                      <a:pt x="1" y="56"/>
                    </a:cubicBezTo>
                    <a:cubicBezTo>
                      <a:pt x="3" y="53"/>
                      <a:pt x="7" y="52"/>
                      <a:pt x="11" y="53"/>
                    </a:cubicBezTo>
                    <a:cubicBezTo>
                      <a:pt x="12" y="54"/>
                      <a:pt x="216" y="143"/>
                      <a:pt x="470" y="2"/>
                    </a:cubicBezTo>
                    <a:cubicBezTo>
                      <a:pt x="474" y="0"/>
                      <a:pt x="477" y="1"/>
                      <a:pt x="479" y="5"/>
                    </a:cubicBezTo>
                    <a:cubicBezTo>
                      <a:pt x="481" y="9"/>
                      <a:pt x="480" y="13"/>
                      <a:pt x="476" y="15"/>
                    </a:cubicBezTo>
                    <a:cubicBezTo>
                      <a:pt x="363" y="78"/>
                      <a:pt x="259" y="96"/>
                      <a:pt x="177" y="96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" name="Google Shape;1203;p52">
                <a:extLst>
                  <a:ext uri="{FF2B5EF4-FFF2-40B4-BE49-F238E27FC236}">
                    <a16:creationId xmlns:a16="http://schemas.microsoft.com/office/drawing/2014/main" id="{529A351D-20B6-F924-A055-932C6F5068F1}"/>
                  </a:ext>
                </a:extLst>
              </p:cNvPr>
              <p:cNvSpPr/>
              <p:nvPr/>
            </p:nvSpPr>
            <p:spPr>
              <a:xfrm>
                <a:off x="8631652" y="608876"/>
                <a:ext cx="399575" cy="119581"/>
              </a:xfrm>
              <a:custGeom>
                <a:avLst/>
                <a:gdLst/>
                <a:ahLst/>
                <a:cxnLst/>
                <a:rect l="l" t="t" r="r" b="b"/>
                <a:pathLst>
                  <a:path w="605" h="179" extrusionOk="0">
                    <a:moveTo>
                      <a:pt x="393" y="110"/>
                    </a:moveTo>
                    <a:cubicBezTo>
                      <a:pt x="344" y="110"/>
                      <a:pt x="286" y="103"/>
                      <a:pt x="219" y="88"/>
                    </a:cubicBezTo>
                    <a:cubicBezTo>
                      <a:pt x="100" y="60"/>
                      <a:pt x="6" y="14"/>
                      <a:pt x="5" y="14"/>
                    </a:cubicBezTo>
                    <a:cubicBezTo>
                      <a:pt x="1" y="12"/>
                      <a:pt x="0" y="9"/>
                      <a:pt x="2" y="5"/>
                    </a:cubicBezTo>
                    <a:cubicBezTo>
                      <a:pt x="4" y="1"/>
                      <a:pt x="7" y="0"/>
                      <a:pt x="11" y="2"/>
                    </a:cubicBezTo>
                    <a:cubicBezTo>
                      <a:pt x="14" y="4"/>
                      <a:pt x="382" y="178"/>
                      <a:pt x="592" y="47"/>
                    </a:cubicBezTo>
                    <a:cubicBezTo>
                      <a:pt x="596" y="45"/>
                      <a:pt x="600" y="46"/>
                      <a:pt x="602" y="49"/>
                    </a:cubicBezTo>
                    <a:cubicBezTo>
                      <a:pt x="604" y="52"/>
                      <a:pt x="603" y="56"/>
                      <a:pt x="600" y="58"/>
                    </a:cubicBezTo>
                    <a:cubicBezTo>
                      <a:pt x="558" y="85"/>
                      <a:pt x="492" y="110"/>
                      <a:pt x="393" y="110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" name="Google Shape;1204;p52">
              <a:extLst>
                <a:ext uri="{FF2B5EF4-FFF2-40B4-BE49-F238E27FC236}">
                  <a16:creationId xmlns:a16="http://schemas.microsoft.com/office/drawing/2014/main" id="{11AA7853-ADD0-244A-6CF5-45FC426DD88B}"/>
                </a:ext>
              </a:extLst>
            </p:cNvPr>
            <p:cNvGrpSpPr/>
            <p:nvPr/>
          </p:nvGrpSpPr>
          <p:grpSpPr>
            <a:xfrm rot="-377868">
              <a:off x="4449821" y="1780362"/>
              <a:ext cx="923111" cy="930581"/>
              <a:chOff x="8322831" y="2964236"/>
              <a:chExt cx="923079" cy="930548"/>
            </a:xfrm>
          </p:grpSpPr>
          <p:sp>
            <p:nvSpPr>
              <p:cNvPr id="57" name="Google Shape;1205;p52">
                <a:extLst>
                  <a:ext uri="{FF2B5EF4-FFF2-40B4-BE49-F238E27FC236}">
                    <a16:creationId xmlns:a16="http://schemas.microsoft.com/office/drawing/2014/main" id="{36DEDF8A-1A49-24EA-DFE8-9E2CDDCE6AC2}"/>
                  </a:ext>
                </a:extLst>
              </p:cNvPr>
              <p:cNvSpPr/>
              <p:nvPr/>
            </p:nvSpPr>
            <p:spPr>
              <a:xfrm rot="5976188">
                <a:off x="8382984" y="3026571"/>
                <a:ext cx="802774" cy="800374"/>
              </a:xfrm>
              <a:custGeom>
                <a:avLst/>
                <a:gdLst/>
                <a:ahLst/>
                <a:cxnLst/>
                <a:rect l="l" t="t" r="r" b="b"/>
                <a:pathLst>
                  <a:path w="1482" h="1476" extrusionOk="0">
                    <a:moveTo>
                      <a:pt x="0" y="1387"/>
                    </a:moveTo>
                    <a:cubicBezTo>
                      <a:pt x="0" y="1387"/>
                      <a:pt x="1285" y="1475"/>
                      <a:pt x="1481" y="1"/>
                    </a:cubicBezTo>
                    <a:cubicBezTo>
                      <a:pt x="1481" y="0"/>
                      <a:pt x="226" y="16"/>
                      <a:pt x="0" y="1387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" name="Google Shape;1206;p52">
                <a:extLst>
                  <a:ext uri="{FF2B5EF4-FFF2-40B4-BE49-F238E27FC236}">
                    <a16:creationId xmlns:a16="http://schemas.microsoft.com/office/drawing/2014/main" id="{901793A8-F759-0B92-0DB6-041B5C70B5FA}"/>
                  </a:ext>
                </a:extLst>
              </p:cNvPr>
              <p:cNvSpPr/>
              <p:nvPr/>
            </p:nvSpPr>
            <p:spPr>
              <a:xfrm rot="5976176">
                <a:off x="8474841" y="3136146"/>
                <a:ext cx="735872" cy="678526"/>
              </a:xfrm>
              <a:custGeom>
                <a:avLst/>
                <a:gdLst/>
                <a:ahLst/>
                <a:cxnLst/>
                <a:rect l="l" t="t" r="r" b="b"/>
                <a:pathLst>
                  <a:path w="1357" h="1254" extrusionOk="0">
                    <a:moveTo>
                      <a:pt x="7" y="1253"/>
                    </a:moveTo>
                    <a:cubicBezTo>
                      <a:pt x="5" y="1253"/>
                      <a:pt x="2" y="1252"/>
                      <a:pt x="1" y="1250"/>
                    </a:cubicBezTo>
                    <a:cubicBezTo>
                      <a:pt x="0" y="1247"/>
                      <a:pt x="1" y="1243"/>
                      <a:pt x="3" y="1241"/>
                    </a:cubicBezTo>
                    <a:cubicBezTo>
                      <a:pt x="11" y="1236"/>
                      <a:pt x="737" y="754"/>
                      <a:pt x="1342" y="3"/>
                    </a:cubicBezTo>
                    <a:cubicBezTo>
                      <a:pt x="1345" y="0"/>
                      <a:pt x="1348" y="0"/>
                      <a:pt x="1352" y="2"/>
                    </a:cubicBezTo>
                    <a:cubicBezTo>
                      <a:pt x="1355" y="5"/>
                      <a:pt x="1356" y="9"/>
                      <a:pt x="1353" y="13"/>
                    </a:cubicBezTo>
                    <a:cubicBezTo>
                      <a:pt x="747" y="764"/>
                      <a:pt x="20" y="1248"/>
                      <a:pt x="12" y="1253"/>
                    </a:cubicBezTo>
                    <a:cubicBezTo>
                      <a:pt x="10" y="1253"/>
                      <a:pt x="9" y="1253"/>
                      <a:pt x="7" y="125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" name="Google Shape;1207;p52">
                <a:extLst>
                  <a:ext uri="{FF2B5EF4-FFF2-40B4-BE49-F238E27FC236}">
                    <a16:creationId xmlns:a16="http://schemas.microsoft.com/office/drawing/2014/main" id="{70C70742-9747-3C33-3740-4DC6C497CF21}"/>
                  </a:ext>
                </a:extLst>
              </p:cNvPr>
              <p:cNvSpPr/>
              <p:nvPr/>
            </p:nvSpPr>
            <p:spPr>
              <a:xfrm rot="5976178">
                <a:off x="8588812" y="3154341"/>
                <a:ext cx="9557" cy="136182"/>
              </a:xfrm>
              <a:custGeom>
                <a:avLst/>
                <a:gdLst/>
                <a:ahLst/>
                <a:cxnLst/>
                <a:rect l="l" t="t" r="r" b="b"/>
                <a:pathLst>
                  <a:path w="18" h="253" extrusionOk="0">
                    <a:moveTo>
                      <a:pt x="9" y="252"/>
                    </a:moveTo>
                    <a:cubicBezTo>
                      <a:pt x="5" y="252"/>
                      <a:pt x="2" y="249"/>
                      <a:pt x="1" y="245"/>
                    </a:cubicBezTo>
                    <a:lnTo>
                      <a:pt x="0" y="8"/>
                    </a:lnTo>
                    <a:cubicBezTo>
                      <a:pt x="0" y="4"/>
                      <a:pt x="3" y="0"/>
                      <a:pt x="7" y="0"/>
                    </a:cubicBezTo>
                    <a:lnTo>
                      <a:pt x="7" y="0"/>
                    </a:lnTo>
                    <a:cubicBezTo>
                      <a:pt x="11" y="0"/>
                      <a:pt x="14" y="3"/>
                      <a:pt x="15" y="7"/>
                    </a:cubicBezTo>
                    <a:lnTo>
                      <a:pt x="16" y="244"/>
                    </a:lnTo>
                    <a:cubicBezTo>
                      <a:pt x="17" y="249"/>
                      <a:pt x="13" y="252"/>
                      <a:pt x="9" y="25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" name="Google Shape;1208;p52">
                <a:extLst>
                  <a:ext uri="{FF2B5EF4-FFF2-40B4-BE49-F238E27FC236}">
                    <a16:creationId xmlns:a16="http://schemas.microsoft.com/office/drawing/2014/main" id="{9D2B6344-7B3B-894A-A8E8-B480B73B50AE}"/>
                  </a:ext>
                </a:extLst>
              </p:cNvPr>
              <p:cNvSpPr/>
              <p:nvPr/>
            </p:nvSpPr>
            <p:spPr>
              <a:xfrm rot="5976182">
                <a:off x="8638510" y="3177161"/>
                <a:ext cx="157687" cy="59729"/>
              </a:xfrm>
              <a:custGeom>
                <a:avLst/>
                <a:gdLst/>
                <a:ahLst/>
                <a:cxnLst/>
                <a:rect l="l" t="t" r="r" b="b"/>
                <a:pathLst>
                  <a:path w="293" h="109" extrusionOk="0">
                    <a:moveTo>
                      <a:pt x="283" y="108"/>
                    </a:moveTo>
                    <a:lnTo>
                      <a:pt x="282" y="108"/>
                    </a:lnTo>
                    <a:lnTo>
                      <a:pt x="5" y="15"/>
                    </a:lnTo>
                    <a:cubicBezTo>
                      <a:pt x="1" y="14"/>
                      <a:pt x="0" y="8"/>
                      <a:pt x="1" y="5"/>
                    </a:cubicBezTo>
                    <a:cubicBezTo>
                      <a:pt x="1" y="1"/>
                      <a:pt x="6" y="0"/>
                      <a:pt x="10" y="1"/>
                    </a:cubicBezTo>
                    <a:lnTo>
                      <a:pt x="286" y="94"/>
                    </a:lnTo>
                    <a:cubicBezTo>
                      <a:pt x="290" y="95"/>
                      <a:pt x="292" y="100"/>
                      <a:pt x="291" y="104"/>
                    </a:cubicBezTo>
                    <a:cubicBezTo>
                      <a:pt x="289" y="106"/>
                      <a:pt x="286" y="108"/>
                      <a:pt x="283" y="10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" name="Google Shape;1209;p52">
                <a:extLst>
                  <a:ext uri="{FF2B5EF4-FFF2-40B4-BE49-F238E27FC236}">
                    <a16:creationId xmlns:a16="http://schemas.microsoft.com/office/drawing/2014/main" id="{92AEE802-0E63-7393-BECA-83CC43EE60B7}"/>
                  </a:ext>
                </a:extLst>
              </p:cNvPr>
              <p:cNvSpPr/>
              <p:nvPr/>
            </p:nvSpPr>
            <p:spPr>
              <a:xfrm rot="5976179">
                <a:off x="8633757" y="3294669"/>
                <a:ext cx="43006" cy="172021"/>
              </a:xfrm>
              <a:custGeom>
                <a:avLst/>
                <a:gdLst/>
                <a:ahLst/>
                <a:cxnLst/>
                <a:rect l="l" t="t" r="r" b="b"/>
                <a:pathLst>
                  <a:path w="80" h="317" extrusionOk="0">
                    <a:moveTo>
                      <a:pt x="70" y="316"/>
                    </a:moveTo>
                    <a:cubicBezTo>
                      <a:pt x="67" y="316"/>
                      <a:pt x="63" y="314"/>
                      <a:pt x="63" y="311"/>
                    </a:cubicBezTo>
                    <a:lnTo>
                      <a:pt x="1" y="9"/>
                    </a:lnTo>
                    <a:cubicBezTo>
                      <a:pt x="0" y="6"/>
                      <a:pt x="2" y="2"/>
                      <a:pt x="6" y="1"/>
                    </a:cubicBezTo>
                    <a:cubicBezTo>
                      <a:pt x="10" y="0"/>
                      <a:pt x="14" y="3"/>
                      <a:pt x="15" y="7"/>
                    </a:cubicBezTo>
                    <a:lnTo>
                      <a:pt x="78" y="308"/>
                    </a:lnTo>
                    <a:cubicBezTo>
                      <a:pt x="79" y="311"/>
                      <a:pt x="76" y="315"/>
                      <a:pt x="72" y="316"/>
                    </a:cubicBezTo>
                    <a:cubicBezTo>
                      <a:pt x="72" y="315"/>
                      <a:pt x="71" y="316"/>
                      <a:pt x="70" y="31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" name="Google Shape;1210;p52">
                <a:extLst>
                  <a:ext uri="{FF2B5EF4-FFF2-40B4-BE49-F238E27FC236}">
                    <a16:creationId xmlns:a16="http://schemas.microsoft.com/office/drawing/2014/main" id="{98A88545-1870-B4D5-7692-4F5CA5C97D11}"/>
                  </a:ext>
                </a:extLst>
              </p:cNvPr>
              <p:cNvSpPr/>
              <p:nvPr/>
            </p:nvSpPr>
            <p:spPr>
              <a:xfrm rot="5976182">
                <a:off x="8721220" y="3285444"/>
                <a:ext cx="195915" cy="86010"/>
              </a:xfrm>
              <a:custGeom>
                <a:avLst/>
                <a:gdLst/>
                <a:ahLst/>
                <a:cxnLst/>
                <a:rect l="l" t="t" r="r" b="b"/>
                <a:pathLst>
                  <a:path w="363" h="160" extrusionOk="0">
                    <a:moveTo>
                      <a:pt x="353" y="159"/>
                    </a:moveTo>
                    <a:cubicBezTo>
                      <a:pt x="352" y="159"/>
                      <a:pt x="351" y="159"/>
                      <a:pt x="350" y="158"/>
                    </a:cubicBezTo>
                    <a:lnTo>
                      <a:pt x="6" y="15"/>
                    </a:lnTo>
                    <a:cubicBezTo>
                      <a:pt x="2" y="13"/>
                      <a:pt x="0" y="9"/>
                      <a:pt x="2" y="6"/>
                    </a:cubicBezTo>
                    <a:cubicBezTo>
                      <a:pt x="4" y="2"/>
                      <a:pt x="7" y="0"/>
                      <a:pt x="11" y="2"/>
                    </a:cubicBezTo>
                    <a:lnTo>
                      <a:pt x="356" y="145"/>
                    </a:lnTo>
                    <a:cubicBezTo>
                      <a:pt x="360" y="147"/>
                      <a:pt x="362" y="150"/>
                      <a:pt x="360" y="154"/>
                    </a:cubicBezTo>
                    <a:cubicBezTo>
                      <a:pt x="359" y="157"/>
                      <a:pt x="356" y="159"/>
                      <a:pt x="353" y="15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" name="Google Shape;1211;p52">
                <a:extLst>
                  <a:ext uri="{FF2B5EF4-FFF2-40B4-BE49-F238E27FC236}">
                    <a16:creationId xmlns:a16="http://schemas.microsoft.com/office/drawing/2014/main" id="{CFBAC93E-00D4-9F18-B111-EA0EC1609BD0}"/>
                  </a:ext>
                </a:extLst>
              </p:cNvPr>
              <p:cNvSpPr/>
              <p:nvPr/>
            </p:nvSpPr>
            <p:spPr>
              <a:xfrm rot="5976169">
                <a:off x="8711671" y="3436180"/>
                <a:ext cx="54951" cy="186355"/>
              </a:xfrm>
              <a:custGeom>
                <a:avLst/>
                <a:gdLst/>
                <a:ahLst/>
                <a:cxnLst/>
                <a:rect l="l" t="t" r="r" b="b"/>
                <a:pathLst>
                  <a:path w="103" h="343" extrusionOk="0">
                    <a:moveTo>
                      <a:pt x="94" y="342"/>
                    </a:moveTo>
                    <a:cubicBezTo>
                      <a:pt x="91" y="342"/>
                      <a:pt x="89" y="340"/>
                      <a:pt x="88" y="337"/>
                    </a:cubicBezTo>
                    <a:lnTo>
                      <a:pt x="1" y="10"/>
                    </a:lnTo>
                    <a:cubicBezTo>
                      <a:pt x="0" y="6"/>
                      <a:pt x="2" y="2"/>
                      <a:pt x="6" y="1"/>
                    </a:cubicBezTo>
                    <a:cubicBezTo>
                      <a:pt x="9" y="0"/>
                      <a:pt x="13" y="2"/>
                      <a:pt x="14" y="6"/>
                    </a:cubicBezTo>
                    <a:lnTo>
                      <a:pt x="101" y="333"/>
                    </a:lnTo>
                    <a:cubicBezTo>
                      <a:pt x="102" y="337"/>
                      <a:pt x="100" y="340"/>
                      <a:pt x="96" y="341"/>
                    </a:cubicBezTo>
                    <a:cubicBezTo>
                      <a:pt x="95" y="342"/>
                      <a:pt x="94" y="342"/>
                      <a:pt x="94" y="34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" name="Google Shape;1212;p52">
                <a:extLst>
                  <a:ext uri="{FF2B5EF4-FFF2-40B4-BE49-F238E27FC236}">
                    <a16:creationId xmlns:a16="http://schemas.microsoft.com/office/drawing/2014/main" id="{931DABEB-DE64-F296-04DA-AB54A29C07A9}"/>
                  </a:ext>
                </a:extLst>
              </p:cNvPr>
              <p:cNvSpPr/>
              <p:nvPr/>
            </p:nvSpPr>
            <p:spPr>
              <a:xfrm rot="5976183">
                <a:off x="8808578" y="3408341"/>
                <a:ext cx="212638" cy="97956"/>
              </a:xfrm>
              <a:custGeom>
                <a:avLst/>
                <a:gdLst/>
                <a:ahLst/>
                <a:cxnLst/>
                <a:rect l="l" t="t" r="r" b="b"/>
                <a:pathLst>
                  <a:path w="391" h="181" extrusionOk="0">
                    <a:moveTo>
                      <a:pt x="381" y="180"/>
                    </a:moveTo>
                    <a:cubicBezTo>
                      <a:pt x="380" y="180"/>
                      <a:pt x="379" y="180"/>
                      <a:pt x="379" y="179"/>
                    </a:cubicBezTo>
                    <a:lnTo>
                      <a:pt x="6" y="15"/>
                    </a:lnTo>
                    <a:cubicBezTo>
                      <a:pt x="2" y="13"/>
                      <a:pt x="0" y="10"/>
                      <a:pt x="2" y="6"/>
                    </a:cubicBezTo>
                    <a:cubicBezTo>
                      <a:pt x="4" y="2"/>
                      <a:pt x="8" y="0"/>
                      <a:pt x="12" y="2"/>
                    </a:cubicBezTo>
                    <a:lnTo>
                      <a:pt x="384" y="166"/>
                    </a:lnTo>
                    <a:cubicBezTo>
                      <a:pt x="388" y="168"/>
                      <a:pt x="390" y="172"/>
                      <a:pt x="388" y="175"/>
                    </a:cubicBezTo>
                    <a:cubicBezTo>
                      <a:pt x="387" y="178"/>
                      <a:pt x="384" y="180"/>
                      <a:pt x="381" y="18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" name="Google Shape;1213;p52">
                <a:extLst>
                  <a:ext uri="{FF2B5EF4-FFF2-40B4-BE49-F238E27FC236}">
                    <a16:creationId xmlns:a16="http://schemas.microsoft.com/office/drawing/2014/main" id="{3718FE58-1FFD-69DE-711B-5EF784D35D11}"/>
                  </a:ext>
                </a:extLst>
              </p:cNvPr>
              <p:cNvSpPr/>
              <p:nvPr/>
            </p:nvSpPr>
            <p:spPr>
              <a:xfrm rot="5976188">
                <a:off x="8822983" y="3576118"/>
                <a:ext cx="40616" cy="179189"/>
              </a:xfrm>
              <a:custGeom>
                <a:avLst/>
                <a:gdLst/>
                <a:ahLst/>
                <a:cxnLst/>
                <a:rect l="l" t="t" r="r" b="b"/>
                <a:pathLst>
                  <a:path w="74" h="330" extrusionOk="0">
                    <a:moveTo>
                      <a:pt x="64" y="329"/>
                    </a:moveTo>
                    <a:cubicBezTo>
                      <a:pt x="61" y="329"/>
                      <a:pt x="58" y="326"/>
                      <a:pt x="58" y="323"/>
                    </a:cubicBezTo>
                    <a:lnTo>
                      <a:pt x="1" y="9"/>
                    </a:lnTo>
                    <a:cubicBezTo>
                      <a:pt x="0" y="5"/>
                      <a:pt x="2" y="1"/>
                      <a:pt x="6" y="1"/>
                    </a:cubicBezTo>
                    <a:cubicBezTo>
                      <a:pt x="10" y="0"/>
                      <a:pt x="14" y="2"/>
                      <a:pt x="15" y="6"/>
                    </a:cubicBezTo>
                    <a:lnTo>
                      <a:pt x="72" y="321"/>
                    </a:lnTo>
                    <a:cubicBezTo>
                      <a:pt x="73" y="324"/>
                      <a:pt x="70" y="328"/>
                      <a:pt x="66" y="329"/>
                    </a:cubicBezTo>
                    <a:cubicBezTo>
                      <a:pt x="65" y="329"/>
                      <a:pt x="65" y="329"/>
                      <a:pt x="64" y="32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" name="Google Shape;1214;p52">
                <a:extLst>
                  <a:ext uri="{FF2B5EF4-FFF2-40B4-BE49-F238E27FC236}">
                    <a16:creationId xmlns:a16="http://schemas.microsoft.com/office/drawing/2014/main" id="{E03B9B77-64D8-9EDE-C66B-5B27452BCB5F}"/>
                  </a:ext>
                </a:extLst>
              </p:cNvPr>
              <p:cNvSpPr/>
              <p:nvPr/>
            </p:nvSpPr>
            <p:spPr>
              <a:xfrm rot="5976182">
                <a:off x="8910610" y="3587516"/>
                <a:ext cx="195915" cy="64507"/>
              </a:xfrm>
              <a:custGeom>
                <a:avLst/>
                <a:gdLst/>
                <a:ahLst/>
                <a:cxnLst/>
                <a:rect l="l" t="t" r="r" b="b"/>
                <a:pathLst>
                  <a:path w="363" h="120" extrusionOk="0">
                    <a:moveTo>
                      <a:pt x="355" y="119"/>
                    </a:moveTo>
                    <a:cubicBezTo>
                      <a:pt x="354" y="119"/>
                      <a:pt x="354" y="119"/>
                      <a:pt x="353" y="119"/>
                    </a:cubicBezTo>
                    <a:lnTo>
                      <a:pt x="6" y="14"/>
                    </a:lnTo>
                    <a:cubicBezTo>
                      <a:pt x="2" y="13"/>
                      <a:pt x="0" y="9"/>
                      <a:pt x="1" y="5"/>
                    </a:cubicBezTo>
                    <a:cubicBezTo>
                      <a:pt x="2" y="1"/>
                      <a:pt x="6" y="0"/>
                      <a:pt x="10" y="0"/>
                    </a:cubicBezTo>
                    <a:lnTo>
                      <a:pt x="357" y="105"/>
                    </a:lnTo>
                    <a:cubicBezTo>
                      <a:pt x="360" y="106"/>
                      <a:pt x="362" y="110"/>
                      <a:pt x="361" y="114"/>
                    </a:cubicBezTo>
                    <a:cubicBezTo>
                      <a:pt x="360" y="116"/>
                      <a:pt x="357" y="119"/>
                      <a:pt x="355" y="11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" name="Google Shape;1215;p52">
              <a:extLst>
                <a:ext uri="{FF2B5EF4-FFF2-40B4-BE49-F238E27FC236}">
                  <a16:creationId xmlns:a16="http://schemas.microsoft.com/office/drawing/2014/main" id="{4D1E367C-D9C4-4DA3-1925-9F34C76A1EF9}"/>
                </a:ext>
              </a:extLst>
            </p:cNvPr>
            <p:cNvSpPr/>
            <p:nvPr/>
          </p:nvSpPr>
          <p:spPr>
            <a:xfrm>
              <a:off x="6576705" y="1296380"/>
              <a:ext cx="538401" cy="1933190"/>
            </a:xfrm>
            <a:custGeom>
              <a:avLst/>
              <a:gdLst/>
              <a:ahLst/>
              <a:cxnLst/>
              <a:rect l="l" t="t" r="r" b="b"/>
              <a:pathLst>
                <a:path w="756" h="2709" extrusionOk="0">
                  <a:moveTo>
                    <a:pt x="98" y="32"/>
                  </a:moveTo>
                  <a:lnTo>
                    <a:pt x="324" y="0"/>
                  </a:lnTo>
                  <a:lnTo>
                    <a:pt x="193" y="433"/>
                  </a:lnTo>
                  <a:lnTo>
                    <a:pt x="755" y="498"/>
                  </a:lnTo>
                  <a:lnTo>
                    <a:pt x="305" y="1226"/>
                  </a:lnTo>
                  <a:lnTo>
                    <a:pt x="722" y="1282"/>
                  </a:lnTo>
                  <a:lnTo>
                    <a:pt x="212" y="2012"/>
                  </a:lnTo>
                  <a:lnTo>
                    <a:pt x="546" y="2072"/>
                  </a:lnTo>
                  <a:lnTo>
                    <a:pt x="174" y="2708"/>
                  </a:lnTo>
                  <a:lnTo>
                    <a:pt x="407" y="2133"/>
                  </a:lnTo>
                  <a:lnTo>
                    <a:pt x="3" y="2133"/>
                  </a:lnTo>
                  <a:lnTo>
                    <a:pt x="441" y="1419"/>
                  </a:lnTo>
                  <a:lnTo>
                    <a:pt x="77" y="1333"/>
                  </a:lnTo>
                  <a:lnTo>
                    <a:pt x="503" y="596"/>
                  </a:lnTo>
                  <a:lnTo>
                    <a:pt x="0" y="571"/>
                  </a:lnTo>
                  <a:lnTo>
                    <a:pt x="86" y="68"/>
                  </a:lnTo>
                  <a:lnTo>
                    <a:pt x="98" y="32"/>
                  </a:lnTo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1216;p52">
              <a:extLst>
                <a:ext uri="{FF2B5EF4-FFF2-40B4-BE49-F238E27FC236}">
                  <a16:creationId xmlns:a16="http://schemas.microsoft.com/office/drawing/2014/main" id="{52D9F670-CA0F-B868-0139-50C5470A8FE0}"/>
                </a:ext>
              </a:extLst>
            </p:cNvPr>
            <p:cNvSpPr/>
            <p:nvPr/>
          </p:nvSpPr>
          <p:spPr>
            <a:xfrm>
              <a:off x="4970949" y="669825"/>
              <a:ext cx="3504328" cy="2805326"/>
            </a:xfrm>
            <a:custGeom>
              <a:avLst/>
              <a:gdLst/>
              <a:ahLst/>
              <a:cxnLst/>
              <a:rect l="l" t="t" r="r" b="b"/>
              <a:pathLst>
                <a:path w="4910" h="3929" extrusionOk="0">
                  <a:moveTo>
                    <a:pt x="4030" y="579"/>
                  </a:moveTo>
                  <a:cubicBezTo>
                    <a:pt x="3385" y="141"/>
                    <a:pt x="2823" y="590"/>
                    <a:pt x="2571" y="878"/>
                  </a:cubicBezTo>
                  <a:lnTo>
                    <a:pt x="2440" y="1311"/>
                  </a:lnTo>
                  <a:lnTo>
                    <a:pt x="3002" y="1376"/>
                  </a:lnTo>
                  <a:lnTo>
                    <a:pt x="2533" y="2101"/>
                  </a:lnTo>
                  <a:lnTo>
                    <a:pt x="2970" y="2160"/>
                  </a:lnTo>
                  <a:lnTo>
                    <a:pt x="2460" y="2890"/>
                  </a:lnTo>
                  <a:lnTo>
                    <a:pt x="2794" y="2950"/>
                  </a:lnTo>
                  <a:lnTo>
                    <a:pt x="2422" y="3586"/>
                  </a:lnTo>
                  <a:lnTo>
                    <a:pt x="2655" y="3011"/>
                  </a:lnTo>
                  <a:cubicBezTo>
                    <a:pt x="2655" y="3011"/>
                    <a:pt x="2265" y="3006"/>
                    <a:pt x="2251" y="3011"/>
                  </a:cubicBezTo>
                  <a:cubicBezTo>
                    <a:pt x="2236" y="3016"/>
                    <a:pt x="2736" y="2294"/>
                    <a:pt x="2736" y="2294"/>
                  </a:cubicBezTo>
                  <a:lnTo>
                    <a:pt x="2318" y="2261"/>
                  </a:lnTo>
                  <a:lnTo>
                    <a:pt x="2751" y="1475"/>
                  </a:lnTo>
                  <a:lnTo>
                    <a:pt x="2248" y="1449"/>
                  </a:lnTo>
                  <a:cubicBezTo>
                    <a:pt x="2248" y="1449"/>
                    <a:pt x="2301" y="1111"/>
                    <a:pt x="2346" y="911"/>
                  </a:cubicBezTo>
                  <a:cubicBezTo>
                    <a:pt x="2129" y="601"/>
                    <a:pt x="1572" y="0"/>
                    <a:pt x="857" y="580"/>
                  </a:cubicBezTo>
                  <a:cubicBezTo>
                    <a:pt x="0" y="1274"/>
                    <a:pt x="669" y="2330"/>
                    <a:pt x="982" y="2747"/>
                  </a:cubicBezTo>
                  <a:cubicBezTo>
                    <a:pt x="1223" y="3070"/>
                    <a:pt x="1941" y="3716"/>
                    <a:pt x="2445" y="3928"/>
                  </a:cubicBezTo>
                  <a:cubicBezTo>
                    <a:pt x="2948" y="3715"/>
                    <a:pt x="3614" y="3146"/>
                    <a:pt x="3907" y="2747"/>
                  </a:cubicBezTo>
                  <a:cubicBezTo>
                    <a:pt x="4154" y="2409"/>
                    <a:pt x="4909" y="1174"/>
                    <a:pt x="4030" y="579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217;p52">
              <a:extLst>
                <a:ext uri="{FF2B5EF4-FFF2-40B4-BE49-F238E27FC236}">
                  <a16:creationId xmlns:a16="http://schemas.microsoft.com/office/drawing/2014/main" id="{BAD45C6C-337C-9647-34CE-92C05FCEC5D8}"/>
                </a:ext>
              </a:extLst>
            </p:cNvPr>
            <p:cNvSpPr/>
            <p:nvPr/>
          </p:nvSpPr>
          <p:spPr>
            <a:xfrm>
              <a:off x="5761234" y="1655311"/>
              <a:ext cx="2052845" cy="1045307"/>
            </a:xfrm>
            <a:custGeom>
              <a:avLst/>
              <a:gdLst/>
              <a:ahLst/>
              <a:cxnLst/>
              <a:rect l="l" t="t" r="r" b="b"/>
              <a:pathLst>
                <a:path w="2873" h="1465" extrusionOk="0">
                  <a:moveTo>
                    <a:pt x="2536" y="28"/>
                  </a:moveTo>
                  <a:cubicBezTo>
                    <a:pt x="2472" y="5"/>
                    <a:pt x="2401" y="0"/>
                    <a:pt x="2333" y="8"/>
                  </a:cubicBezTo>
                  <a:cubicBezTo>
                    <a:pt x="2000" y="47"/>
                    <a:pt x="747" y="206"/>
                    <a:pt x="266" y="423"/>
                  </a:cubicBezTo>
                  <a:cubicBezTo>
                    <a:pt x="266" y="423"/>
                    <a:pt x="11" y="499"/>
                    <a:pt x="5" y="749"/>
                  </a:cubicBezTo>
                  <a:cubicBezTo>
                    <a:pt x="0" y="998"/>
                    <a:pt x="41" y="1420"/>
                    <a:pt x="340" y="1442"/>
                  </a:cubicBezTo>
                  <a:cubicBezTo>
                    <a:pt x="639" y="1464"/>
                    <a:pt x="2600" y="1035"/>
                    <a:pt x="2697" y="970"/>
                  </a:cubicBezTo>
                  <a:cubicBezTo>
                    <a:pt x="2796" y="905"/>
                    <a:pt x="2872" y="834"/>
                    <a:pt x="2860" y="649"/>
                  </a:cubicBezTo>
                  <a:cubicBezTo>
                    <a:pt x="2849" y="464"/>
                    <a:pt x="2776" y="287"/>
                    <a:pt x="2706" y="161"/>
                  </a:cubicBezTo>
                  <a:cubicBezTo>
                    <a:pt x="2667" y="89"/>
                    <a:pt x="2599" y="50"/>
                    <a:pt x="2536" y="2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1218;p52">
              <a:extLst>
                <a:ext uri="{FF2B5EF4-FFF2-40B4-BE49-F238E27FC236}">
                  <a16:creationId xmlns:a16="http://schemas.microsoft.com/office/drawing/2014/main" id="{1034FB27-C07F-852D-4D86-E0B1C16C4A32}"/>
                </a:ext>
              </a:extLst>
            </p:cNvPr>
            <p:cNvSpPr/>
            <p:nvPr/>
          </p:nvSpPr>
          <p:spPr>
            <a:xfrm>
              <a:off x="6457061" y="1847372"/>
              <a:ext cx="676938" cy="648594"/>
            </a:xfrm>
            <a:custGeom>
              <a:avLst/>
              <a:gdLst/>
              <a:ahLst/>
              <a:cxnLst/>
              <a:rect l="l" t="t" r="r" b="b"/>
              <a:pathLst>
                <a:path w="948" h="909" extrusionOk="0">
                  <a:moveTo>
                    <a:pt x="898" y="773"/>
                  </a:moveTo>
                  <a:cubicBezTo>
                    <a:pt x="645" y="847"/>
                    <a:pt x="410" y="888"/>
                    <a:pt x="212" y="902"/>
                  </a:cubicBezTo>
                  <a:cubicBezTo>
                    <a:pt x="176" y="908"/>
                    <a:pt x="142" y="887"/>
                    <a:pt x="136" y="851"/>
                  </a:cubicBezTo>
                  <a:cubicBezTo>
                    <a:pt x="63" y="620"/>
                    <a:pt x="14" y="405"/>
                    <a:pt x="7" y="218"/>
                  </a:cubicBezTo>
                  <a:cubicBezTo>
                    <a:pt x="0" y="183"/>
                    <a:pt x="22" y="148"/>
                    <a:pt x="57" y="142"/>
                  </a:cubicBezTo>
                  <a:cubicBezTo>
                    <a:pt x="270" y="84"/>
                    <a:pt x="462" y="44"/>
                    <a:pt x="702" y="9"/>
                  </a:cubicBezTo>
                  <a:cubicBezTo>
                    <a:pt x="738" y="3"/>
                    <a:pt x="800" y="0"/>
                    <a:pt x="819" y="70"/>
                  </a:cubicBezTo>
                  <a:cubicBezTo>
                    <a:pt x="867" y="258"/>
                    <a:pt x="900" y="427"/>
                    <a:pt x="938" y="656"/>
                  </a:cubicBezTo>
                  <a:cubicBezTo>
                    <a:pt x="945" y="690"/>
                    <a:pt x="947" y="749"/>
                    <a:pt x="898" y="773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19;p52">
              <a:extLst>
                <a:ext uri="{FF2B5EF4-FFF2-40B4-BE49-F238E27FC236}">
                  <a16:creationId xmlns:a16="http://schemas.microsoft.com/office/drawing/2014/main" id="{B98D4BF5-ECBB-FFB0-633E-B818D85B9519}"/>
                </a:ext>
              </a:extLst>
            </p:cNvPr>
            <p:cNvSpPr/>
            <p:nvPr/>
          </p:nvSpPr>
          <p:spPr>
            <a:xfrm>
              <a:off x="7215860" y="1913490"/>
              <a:ext cx="119645" cy="119644"/>
            </a:xfrm>
            <a:custGeom>
              <a:avLst/>
              <a:gdLst/>
              <a:ahLst/>
              <a:cxnLst/>
              <a:rect l="l" t="t" r="r" b="b"/>
              <a:pathLst>
                <a:path w="169" h="169" extrusionOk="0">
                  <a:moveTo>
                    <a:pt x="168" y="84"/>
                  </a:moveTo>
                  <a:cubicBezTo>
                    <a:pt x="168" y="99"/>
                    <a:pt x="164" y="112"/>
                    <a:pt x="157" y="126"/>
                  </a:cubicBezTo>
                  <a:cubicBezTo>
                    <a:pt x="149" y="139"/>
                    <a:pt x="139" y="148"/>
                    <a:pt x="126" y="156"/>
                  </a:cubicBezTo>
                  <a:cubicBezTo>
                    <a:pt x="113" y="163"/>
                    <a:pt x="99" y="168"/>
                    <a:pt x="84" y="168"/>
                  </a:cubicBezTo>
                  <a:cubicBezTo>
                    <a:pt x="68" y="168"/>
                    <a:pt x="55" y="163"/>
                    <a:pt x="42" y="156"/>
                  </a:cubicBezTo>
                  <a:cubicBezTo>
                    <a:pt x="28" y="148"/>
                    <a:pt x="19" y="139"/>
                    <a:pt x="12" y="126"/>
                  </a:cubicBezTo>
                  <a:cubicBezTo>
                    <a:pt x="4" y="112"/>
                    <a:pt x="0" y="99"/>
                    <a:pt x="0" y="84"/>
                  </a:cubicBezTo>
                  <a:cubicBezTo>
                    <a:pt x="0" y="68"/>
                    <a:pt x="4" y="55"/>
                    <a:pt x="12" y="42"/>
                  </a:cubicBezTo>
                  <a:cubicBezTo>
                    <a:pt x="19" y="29"/>
                    <a:pt x="28" y="18"/>
                    <a:pt x="42" y="11"/>
                  </a:cubicBezTo>
                  <a:cubicBezTo>
                    <a:pt x="55" y="3"/>
                    <a:pt x="69" y="0"/>
                    <a:pt x="84" y="0"/>
                  </a:cubicBezTo>
                  <a:cubicBezTo>
                    <a:pt x="100" y="0"/>
                    <a:pt x="113" y="3"/>
                    <a:pt x="126" y="11"/>
                  </a:cubicBezTo>
                  <a:cubicBezTo>
                    <a:pt x="139" y="18"/>
                    <a:pt x="149" y="29"/>
                    <a:pt x="157" y="42"/>
                  </a:cubicBezTo>
                  <a:cubicBezTo>
                    <a:pt x="164" y="55"/>
                    <a:pt x="168" y="68"/>
                    <a:pt x="168" y="84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220;p52">
              <a:extLst>
                <a:ext uri="{FF2B5EF4-FFF2-40B4-BE49-F238E27FC236}">
                  <a16:creationId xmlns:a16="http://schemas.microsoft.com/office/drawing/2014/main" id="{85CDDE03-649F-225F-26A0-142EC642EC83}"/>
                </a:ext>
              </a:extLst>
            </p:cNvPr>
            <p:cNvSpPr/>
            <p:nvPr/>
          </p:nvSpPr>
          <p:spPr>
            <a:xfrm>
              <a:off x="7269384" y="2149630"/>
              <a:ext cx="119645" cy="119644"/>
            </a:xfrm>
            <a:custGeom>
              <a:avLst/>
              <a:gdLst/>
              <a:ahLst/>
              <a:cxnLst/>
              <a:rect l="l" t="t" r="r" b="b"/>
              <a:pathLst>
                <a:path w="168" h="168" extrusionOk="0">
                  <a:moveTo>
                    <a:pt x="167" y="83"/>
                  </a:moveTo>
                  <a:cubicBezTo>
                    <a:pt x="167" y="99"/>
                    <a:pt x="164" y="111"/>
                    <a:pt x="156" y="125"/>
                  </a:cubicBezTo>
                  <a:cubicBezTo>
                    <a:pt x="148" y="138"/>
                    <a:pt x="138" y="148"/>
                    <a:pt x="125" y="156"/>
                  </a:cubicBezTo>
                  <a:cubicBezTo>
                    <a:pt x="111" y="164"/>
                    <a:pt x="98" y="167"/>
                    <a:pt x="83" y="167"/>
                  </a:cubicBezTo>
                  <a:cubicBezTo>
                    <a:pt x="67" y="167"/>
                    <a:pt x="55" y="164"/>
                    <a:pt x="42" y="156"/>
                  </a:cubicBezTo>
                  <a:cubicBezTo>
                    <a:pt x="28" y="148"/>
                    <a:pt x="19" y="138"/>
                    <a:pt x="11" y="125"/>
                  </a:cubicBezTo>
                  <a:cubicBezTo>
                    <a:pt x="3" y="111"/>
                    <a:pt x="0" y="98"/>
                    <a:pt x="0" y="83"/>
                  </a:cubicBezTo>
                  <a:cubicBezTo>
                    <a:pt x="0" y="67"/>
                    <a:pt x="3" y="55"/>
                    <a:pt x="11" y="42"/>
                  </a:cubicBezTo>
                  <a:cubicBezTo>
                    <a:pt x="19" y="28"/>
                    <a:pt x="28" y="19"/>
                    <a:pt x="42" y="11"/>
                  </a:cubicBezTo>
                  <a:cubicBezTo>
                    <a:pt x="55" y="3"/>
                    <a:pt x="68" y="0"/>
                    <a:pt x="83" y="0"/>
                  </a:cubicBezTo>
                  <a:cubicBezTo>
                    <a:pt x="99" y="0"/>
                    <a:pt x="111" y="3"/>
                    <a:pt x="125" y="11"/>
                  </a:cubicBezTo>
                  <a:cubicBezTo>
                    <a:pt x="138" y="19"/>
                    <a:pt x="148" y="28"/>
                    <a:pt x="156" y="42"/>
                  </a:cubicBezTo>
                  <a:cubicBezTo>
                    <a:pt x="164" y="55"/>
                    <a:pt x="167" y="68"/>
                    <a:pt x="167" y="83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221;p52">
              <a:extLst>
                <a:ext uri="{FF2B5EF4-FFF2-40B4-BE49-F238E27FC236}">
                  <a16:creationId xmlns:a16="http://schemas.microsoft.com/office/drawing/2014/main" id="{69985DAA-6903-EF6A-76B7-2304FD941D35}"/>
                </a:ext>
              </a:extLst>
            </p:cNvPr>
            <p:cNvSpPr/>
            <p:nvPr/>
          </p:nvSpPr>
          <p:spPr>
            <a:xfrm>
              <a:off x="5981632" y="2137036"/>
              <a:ext cx="119645" cy="119644"/>
            </a:xfrm>
            <a:custGeom>
              <a:avLst/>
              <a:gdLst/>
              <a:ahLst/>
              <a:cxnLst/>
              <a:rect l="l" t="t" r="r" b="b"/>
              <a:pathLst>
                <a:path w="169" h="169" extrusionOk="0">
                  <a:moveTo>
                    <a:pt x="168" y="84"/>
                  </a:moveTo>
                  <a:cubicBezTo>
                    <a:pt x="168" y="100"/>
                    <a:pt x="165" y="113"/>
                    <a:pt x="157" y="126"/>
                  </a:cubicBezTo>
                  <a:cubicBezTo>
                    <a:pt x="149" y="139"/>
                    <a:pt x="139" y="149"/>
                    <a:pt x="126" y="157"/>
                  </a:cubicBezTo>
                  <a:cubicBezTo>
                    <a:pt x="113" y="164"/>
                    <a:pt x="99" y="168"/>
                    <a:pt x="84" y="168"/>
                  </a:cubicBezTo>
                  <a:cubicBezTo>
                    <a:pt x="68" y="168"/>
                    <a:pt x="55" y="164"/>
                    <a:pt x="42" y="157"/>
                  </a:cubicBezTo>
                  <a:cubicBezTo>
                    <a:pt x="28" y="149"/>
                    <a:pt x="19" y="139"/>
                    <a:pt x="12" y="126"/>
                  </a:cubicBezTo>
                  <a:cubicBezTo>
                    <a:pt x="4" y="113"/>
                    <a:pt x="0" y="99"/>
                    <a:pt x="0" y="84"/>
                  </a:cubicBezTo>
                  <a:cubicBezTo>
                    <a:pt x="0" y="68"/>
                    <a:pt x="4" y="55"/>
                    <a:pt x="12" y="42"/>
                  </a:cubicBezTo>
                  <a:cubicBezTo>
                    <a:pt x="19" y="28"/>
                    <a:pt x="28" y="19"/>
                    <a:pt x="42" y="12"/>
                  </a:cubicBezTo>
                  <a:cubicBezTo>
                    <a:pt x="55" y="4"/>
                    <a:pt x="69" y="0"/>
                    <a:pt x="84" y="0"/>
                  </a:cubicBezTo>
                  <a:cubicBezTo>
                    <a:pt x="100" y="0"/>
                    <a:pt x="113" y="4"/>
                    <a:pt x="126" y="12"/>
                  </a:cubicBezTo>
                  <a:cubicBezTo>
                    <a:pt x="139" y="19"/>
                    <a:pt x="149" y="28"/>
                    <a:pt x="157" y="42"/>
                  </a:cubicBezTo>
                  <a:cubicBezTo>
                    <a:pt x="165" y="55"/>
                    <a:pt x="168" y="69"/>
                    <a:pt x="168" y="84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222;p52">
              <a:extLst>
                <a:ext uri="{FF2B5EF4-FFF2-40B4-BE49-F238E27FC236}">
                  <a16:creationId xmlns:a16="http://schemas.microsoft.com/office/drawing/2014/main" id="{BB7A7B73-1878-E9C0-3AED-C68C961806AE}"/>
                </a:ext>
              </a:extLst>
            </p:cNvPr>
            <p:cNvSpPr/>
            <p:nvPr/>
          </p:nvSpPr>
          <p:spPr>
            <a:xfrm>
              <a:off x="6208327" y="2089807"/>
              <a:ext cx="119645" cy="119644"/>
            </a:xfrm>
            <a:custGeom>
              <a:avLst/>
              <a:gdLst/>
              <a:ahLst/>
              <a:cxnLst/>
              <a:rect l="l" t="t" r="r" b="b"/>
              <a:pathLst>
                <a:path w="168" h="168" extrusionOk="0">
                  <a:moveTo>
                    <a:pt x="167" y="84"/>
                  </a:moveTo>
                  <a:cubicBezTo>
                    <a:pt x="167" y="99"/>
                    <a:pt x="164" y="112"/>
                    <a:pt x="156" y="126"/>
                  </a:cubicBezTo>
                  <a:cubicBezTo>
                    <a:pt x="148" y="139"/>
                    <a:pt x="138" y="148"/>
                    <a:pt x="125" y="156"/>
                  </a:cubicBezTo>
                  <a:cubicBezTo>
                    <a:pt x="111" y="163"/>
                    <a:pt x="98" y="167"/>
                    <a:pt x="83" y="167"/>
                  </a:cubicBezTo>
                  <a:cubicBezTo>
                    <a:pt x="67" y="167"/>
                    <a:pt x="54" y="163"/>
                    <a:pt x="41" y="156"/>
                  </a:cubicBezTo>
                  <a:cubicBezTo>
                    <a:pt x="27" y="148"/>
                    <a:pt x="19" y="139"/>
                    <a:pt x="11" y="126"/>
                  </a:cubicBezTo>
                  <a:cubicBezTo>
                    <a:pt x="3" y="112"/>
                    <a:pt x="0" y="99"/>
                    <a:pt x="0" y="84"/>
                  </a:cubicBezTo>
                  <a:cubicBezTo>
                    <a:pt x="0" y="68"/>
                    <a:pt x="3" y="55"/>
                    <a:pt x="11" y="42"/>
                  </a:cubicBezTo>
                  <a:cubicBezTo>
                    <a:pt x="19" y="28"/>
                    <a:pt x="27" y="19"/>
                    <a:pt x="41" y="11"/>
                  </a:cubicBezTo>
                  <a:cubicBezTo>
                    <a:pt x="54" y="3"/>
                    <a:pt x="68" y="0"/>
                    <a:pt x="83" y="0"/>
                  </a:cubicBezTo>
                  <a:cubicBezTo>
                    <a:pt x="99" y="0"/>
                    <a:pt x="111" y="3"/>
                    <a:pt x="125" y="11"/>
                  </a:cubicBezTo>
                  <a:cubicBezTo>
                    <a:pt x="138" y="19"/>
                    <a:pt x="148" y="28"/>
                    <a:pt x="156" y="42"/>
                  </a:cubicBezTo>
                  <a:cubicBezTo>
                    <a:pt x="164" y="55"/>
                    <a:pt x="167" y="68"/>
                    <a:pt x="167" y="84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223;p52">
              <a:extLst>
                <a:ext uri="{FF2B5EF4-FFF2-40B4-BE49-F238E27FC236}">
                  <a16:creationId xmlns:a16="http://schemas.microsoft.com/office/drawing/2014/main" id="{F8934A3A-0822-CA56-E529-2A847A844337}"/>
                </a:ext>
              </a:extLst>
            </p:cNvPr>
            <p:cNvSpPr/>
            <p:nvPr/>
          </p:nvSpPr>
          <p:spPr>
            <a:xfrm>
              <a:off x="6035156" y="2373174"/>
              <a:ext cx="119645" cy="119644"/>
            </a:xfrm>
            <a:custGeom>
              <a:avLst/>
              <a:gdLst/>
              <a:ahLst/>
              <a:cxnLst/>
              <a:rect l="l" t="t" r="r" b="b"/>
              <a:pathLst>
                <a:path w="168" h="169" extrusionOk="0">
                  <a:moveTo>
                    <a:pt x="167" y="84"/>
                  </a:moveTo>
                  <a:cubicBezTo>
                    <a:pt x="167" y="99"/>
                    <a:pt x="164" y="112"/>
                    <a:pt x="156" y="126"/>
                  </a:cubicBezTo>
                  <a:cubicBezTo>
                    <a:pt x="148" y="139"/>
                    <a:pt x="138" y="148"/>
                    <a:pt x="125" y="156"/>
                  </a:cubicBezTo>
                  <a:cubicBezTo>
                    <a:pt x="111" y="163"/>
                    <a:pt x="98" y="168"/>
                    <a:pt x="83" y="168"/>
                  </a:cubicBezTo>
                  <a:cubicBezTo>
                    <a:pt x="67" y="168"/>
                    <a:pt x="55" y="163"/>
                    <a:pt x="42" y="156"/>
                  </a:cubicBezTo>
                  <a:cubicBezTo>
                    <a:pt x="28" y="148"/>
                    <a:pt x="19" y="139"/>
                    <a:pt x="11" y="126"/>
                  </a:cubicBezTo>
                  <a:cubicBezTo>
                    <a:pt x="3" y="112"/>
                    <a:pt x="0" y="99"/>
                    <a:pt x="0" y="84"/>
                  </a:cubicBezTo>
                  <a:cubicBezTo>
                    <a:pt x="0" y="68"/>
                    <a:pt x="3" y="55"/>
                    <a:pt x="11" y="42"/>
                  </a:cubicBezTo>
                  <a:cubicBezTo>
                    <a:pt x="19" y="28"/>
                    <a:pt x="28" y="19"/>
                    <a:pt x="42" y="11"/>
                  </a:cubicBezTo>
                  <a:cubicBezTo>
                    <a:pt x="55" y="3"/>
                    <a:pt x="68" y="0"/>
                    <a:pt x="83" y="0"/>
                  </a:cubicBezTo>
                  <a:cubicBezTo>
                    <a:pt x="99" y="0"/>
                    <a:pt x="111" y="3"/>
                    <a:pt x="125" y="11"/>
                  </a:cubicBezTo>
                  <a:cubicBezTo>
                    <a:pt x="138" y="19"/>
                    <a:pt x="148" y="28"/>
                    <a:pt x="156" y="42"/>
                  </a:cubicBezTo>
                  <a:cubicBezTo>
                    <a:pt x="164" y="55"/>
                    <a:pt x="167" y="68"/>
                    <a:pt x="167" y="84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224;p52">
              <a:extLst>
                <a:ext uri="{FF2B5EF4-FFF2-40B4-BE49-F238E27FC236}">
                  <a16:creationId xmlns:a16="http://schemas.microsoft.com/office/drawing/2014/main" id="{5CC90385-A034-1906-6D3F-33AAD9C541B9}"/>
                </a:ext>
              </a:extLst>
            </p:cNvPr>
            <p:cNvSpPr/>
            <p:nvPr/>
          </p:nvSpPr>
          <p:spPr>
            <a:xfrm>
              <a:off x="6261851" y="2322797"/>
              <a:ext cx="119645" cy="119644"/>
            </a:xfrm>
            <a:custGeom>
              <a:avLst/>
              <a:gdLst/>
              <a:ahLst/>
              <a:cxnLst/>
              <a:rect l="l" t="t" r="r" b="b"/>
              <a:pathLst>
                <a:path w="168" h="169" extrusionOk="0">
                  <a:moveTo>
                    <a:pt x="167" y="84"/>
                  </a:moveTo>
                  <a:cubicBezTo>
                    <a:pt x="167" y="100"/>
                    <a:pt x="163" y="112"/>
                    <a:pt x="156" y="126"/>
                  </a:cubicBezTo>
                  <a:cubicBezTo>
                    <a:pt x="148" y="139"/>
                    <a:pt x="139" y="149"/>
                    <a:pt x="126" y="157"/>
                  </a:cubicBezTo>
                  <a:cubicBezTo>
                    <a:pt x="112" y="165"/>
                    <a:pt x="99" y="168"/>
                    <a:pt x="84" y="168"/>
                  </a:cubicBezTo>
                  <a:cubicBezTo>
                    <a:pt x="68" y="168"/>
                    <a:pt x="55" y="165"/>
                    <a:pt x="42" y="157"/>
                  </a:cubicBezTo>
                  <a:cubicBezTo>
                    <a:pt x="28" y="149"/>
                    <a:pt x="19" y="139"/>
                    <a:pt x="11" y="126"/>
                  </a:cubicBezTo>
                  <a:cubicBezTo>
                    <a:pt x="3" y="112"/>
                    <a:pt x="0" y="99"/>
                    <a:pt x="0" y="84"/>
                  </a:cubicBezTo>
                  <a:cubicBezTo>
                    <a:pt x="0" y="68"/>
                    <a:pt x="3" y="55"/>
                    <a:pt x="11" y="42"/>
                  </a:cubicBezTo>
                  <a:cubicBezTo>
                    <a:pt x="19" y="28"/>
                    <a:pt x="28" y="19"/>
                    <a:pt x="42" y="12"/>
                  </a:cubicBezTo>
                  <a:cubicBezTo>
                    <a:pt x="55" y="4"/>
                    <a:pt x="68" y="0"/>
                    <a:pt x="84" y="0"/>
                  </a:cubicBezTo>
                  <a:cubicBezTo>
                    <a:pt x="99" y="0"/>
                    <a:pt x="112" y="4"/>
                    <a:pt x="126" y="12"/>
                  </a:cubicBezTo>
                  <a:cubicBezTo>
                    <a:pt x="139" y="19"/>
                    <a:pt x="148" y="28"/>
                    <a:pt x="156" y="42"/>
                  </a:cubicBezTo>
                  <a:cubicBezTo>
                    <a:pt x="163" y="55"/>
                    <a:pt x="167" y="69"/>
                    <a:pt x="167" y="84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225;p52">
              <a:extLst>
                <a:ext uri="{FF2B5EF4-FFF2-40B4-BE49-F238E27FC236}">
                  <a16:creationId xmlns:a16="http://schemas.microsoft.com/office/drawing/2014/main" id="{F3BC354F-DB70-0009-E8CA-844D69FDF36F}"/>
                </a:ext>
              </a:extLst>
            </p:cNvPr>
            <p:cNvSpPr/>
            <p:nvPr/>
          </p:nvSpPr>
          <p:spPr>
            <a:xfrm>
              <a:off x="6948233" y="1088577"/>
              <a:ext cx="1092543" cy="777681"/>
            </a:xfrm>
            <a:custGeom>
              <a:avLst/>
              <a:gdLst/>
              <a:ahLst/>
              <a:cxnLst/>
              <a:rect l="l" t="t" r="r" b="b"/>
              <a:pathLst>
                <a:path w="1528" h="1091" extrusionOk="0">
                  <a:moveTo>
                    <a:pt x="1351" y="313"/>
                  </a:moveTo>
                  <a:cubicBezTo>
                    <a:pt x="1202" y="111"/>
                    <a:pt x="945" y="0"/>
                    <a:pt x="695" y="6"/>
                  </a:cubicBezTo>
                  <a:cubicBezTo>
                    <a:pt x="468" y="12"/>
                    <a:pt x="247" y="108"/>
                    <a:pt x="73" y="257"/>
                  </a:cubicBezTo>
                  <a:cubicBezTo>
                    <a:pt x="28" y="296"/>
                    <a:pt x="0" y="353"/>
                    <a:pt x="4" y="413"/>
                  </a:cubicBezTo>
                  <a:cubicBezTo>
                    <a:pt x="12" y="536"/>
                    <a:pt x="142" y="563"/>
                    <a:pt x="223" y="591"/>
                  </a:cubicBezTo>
                  <a:cubicBezTo>
                    <a:pt x="293" y="616"/>
                    <a:pt x="368" y="627"/>
                    <a:pt x="442" y="629"/>
                  </a:cubicBezTo>
                  <a:cubicBezTo>
                    <a:pt x="753" y="638"/>
                    <a:pt x="1055" y="790"/>
                    <a:pt x="1249" y="1032"/>
                  </a:cubicBezTo>
                  <a:cubicBezTo>
                    <a:pt x="1262" y="1048"/>
                    <a:pt x="1278" y="1063"/>
                    <a:pt x="1298" y="1070"/>
                  </a:cubicBezTo>
                  <a:cubicBezTo>
                    <a:pt x="1351" y="1090"/>
                    <a:pt x="1378" y="1056"/>
                    <a:pt x="1398" y="1024"/>
                  </a:cubicBezTo>
                  <a:cubicBezTo>
                    <a:pt x="1527" y="806"/>
                    <a:pt x="1500" y="515"/>
                    <a:pt x="1351" y="313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226;p52">
              <a:extLst>
                <a:ext uri="{FF2B5EF4-FFF2-40B4-BE49-F238E27FC236}">
                  <a16:creationId xmlns:a16="http://schemas.microsoft.com/office/drawing/2014/main" id="{CE616968-434E-62FF-7DF9-721CE717F58E}"/>
                </a:ext>
              </a:extLst>
            </p:cNvPr>
            <p:cNvSpPr/>
            <p:nvPr/>
          </p:nvSpPr>
          <p:spPr>
            <a:xfrm>
              <a:off x="6841183" y="2637649"/>
              <a:ext cx="708419" cy="658039"/>
            </a:xfrm>
            <a:custGeom>
              <a:avLst/>
              <a:gdLst/>
              <a:ahLst/>
              <a:cxnLst/>
              <a:rect l="l" t="t" r="r" b="b"/>
              <a:pathLst>
                <a:path w="991" h="923" extrusionOk="0">
                  <a:moveTo>
                    <a:pt x="52" y="794"/>
                  </a:moveTo>
                  <a:cubicBezTo>
                    <a:pt x="30" y="812"/>
                    <a:pt x="7" y="834"/>
                    <a:pt x="3" y="863"/>
                  </a:cubicBezTo>
                  <a:cubicBezTo>
                    <a:pt x="0" y="891"/>
                    <a:pt x="33" y="922"/>
                    <a:pt x="57" y="905"/>
                  </a:cubicBezTo>
                  <a:cubicBezTo>
                    <a:pt x="326" y="723"/>
                    <a:pt x="572" y="531"/>
                    <a:pt x="802" y="301"/>
                  </a:cubicBezTo>
                  <a:cubicBezTo>
                    <a:pt x="886" y="215"/>
                    <a:pt x="972" y="119"/>
                    <a:pt x="990" y="0"/>
                  </a:cubicBezTo>
                  <a:cubicBezTo>
                    <a:pt x="677" y="263"/>
                    <a:pt x="364" y="529"/>
                    <a:pt x="52" y="794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1227;p52">
              <a:extLst>
                <a:ext uri="{FF2B5EF4-FFF2-40B4-BE49-F238E27FC236}">
                  <a16:creationId xmlns:a16="http://schemas.microsoft.com/office/drawing/2014/main" id="{05BF955C-8866-B1BA-AA71-725B2984C1F1}"/>
                </a:ext>
              </a:extLst>
            </p:cNvPr>
            <p:cNvSpPr/>
            <p:nvPr/>
          </p:nvSpPr>
          <p:spPr>
            <a:xfrm>
              <a:off x="5503054" y="4243395"/>
              <a:ext cx="377825" cy="308555"/>
            </a:xfrm>
            <a:custGeom>
              <a:avLst/>
              <a:gdLst/>
              <a:ahLst/>
              <a:cxnLst/>
              <a:rect l="l" t="t" r="r" b="b"/>
              <a:pathLst>
                <a:path w="531" h="430" extrusionOk="0">
                  <a:moveTo>
                    <a:pt x="271" y="14"/>
                  </a:moveTo>
                  <a:lnTo>
                    <a:pt x="247" y="271"/>
                  </a:lnTo>
                  <a:cubicBezTo>
                    <a:pt x="247" y="271"/>
                    <a:pt x="527" y="376"/>
                    <a:pt x="530" y="427"/>
                  </a:cubicBezTo>
                  <a:lnTo>
                    <a:pt x="0" y="429"/>
                  </a:lnTo>
                  <a:lnTo>
                    <a:pt x="0" y="390"/>
                  </a:lnTo>
                  <a:lnTo>
                    <a:pt x="22" y="258"/>
                  </a:lnTo>
                  <a:lnTo>
                    <a:pt x="54" y="0"/>
                  </a:lnTo>
                  <a:lnTo>
                    <a:pt x="271" y="14"/>
                  </a:ln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1228;p52">
              <a:extLst>
                <a:ext uri="{FF2B5EF4-FFF2-40B4-BE49-F238E27FC236}">
                  <a16:creationId xmlns:a16="http://schemas.microsoft.com/office/drawing/2014/main" id="{84D84D96-8687-DDE7-AE60-12819D0216CE}"/>
                </a:ext>
              </a:extLst>
            </p:cNvPr>
            <p:cNvSpPr/>
            <p:nvPr/>
          </p:nvSpPr>
          <p:spPr>
            <a:xfrm>
              <a:off x="5550281" y="4407118"/>
              <a:ext cx="34633" cy="34633"/>
            </a:xfrm>
            <a:custGeom>
              <a:avLst/>
              <a:gdLst/>
              <a:ahLst/>
              <a:cxnLst/>
              <a:rect l="l" t="t" r="r" b="b"/>
              <a:pathLst>
                <a:path w="49" h="49" extrusionOk="0">
                  <a:moveTo>
                    <a:pt x="18" y="4"/>
                  </a:moveTo>
                  <a:cubicBezTo>
                    <a:pt x="8" y="7"/>
                    <a:pt x="0" y="18"/>
                    <a:pt x="3" y="30"/>
                  </a:cubicBezTo>
                  <a:cubicBezTo>
                    <a:pt x="6" y="40"/>
                    <a:pt x="18" y="48"/>
                    <a:pt x="28" y="45"/>
                  </a:cubicBezTo>
                  <a:cubicBezTo>
                    <a:pt x="38" y="42"/>
                    <a:pt x="48" y="29"/>
                    <a:pt x="44" y="18"/>
                  </a:cubicBezTo>
                  <a:cubicBezTo>
                    <a:pt x="40" y="8"/>
                    <a:pt x="26" y="0"/>
                    <a:pt x="17" y="5"/>
                  </a:cubicBezTo>
                  <a:lnTo>
                    <a:pt x="18" y="4"/>
                  </a:ln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1229;p52">
              <a:extLst>
                <a:ext uri="{FF2B5EF4-FFF2-40B4-BE49-F238E27FC236}">
                  <a16:creationId xmlns:a16="http://schemas.microsoft.com/office/drawing/2014/main" id="{1A16B932-5534-42DE-7A1C-439AF55DE444}"/>
                </a:ext>
              </a:extLst>
            </p:cNvPr>
            <p:cNvSpPr/>
            <p:nvPr/>
          </p:nvSpPr>
          <p:spPr>
            <a:xfrm>
              <a:off x="5503054" y="4523614"/>
              <a:ext cx="380971" cy="28336"/>
            </a:xfrm>
            <a:custGeom>
              <a:avLst/>
              <a:gdLst/>
              <a:ahLst/>
              <a:cxnLst/>
              <a:rect l="l" t="t" r="r" b="b"/>
              <a:pathLst>
                <a:path w="533" h="40" extrusionOk="0">
                  <a:moveTo>
                    <a:pt x="0" y="39"/>
                  </a:moveTo>
                  <a:lnTo>
                    <a:pt x="0" y="0"/>
                  </a:lnTo>
                  <a:lnTo>
                    <a:pt x="508" y="10"/>
                  </a:lnTo>
                  <a:cubicBezTo>
                    <a:pt x="508" y="10"/>
                    <a:pt x="532" y="20"/>
                    <a:pt x="529" y="37"/>
                  </a:cubicBezTo>
                  <a:lnTo>
                    <a:pt x="0" y="39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1230;p52">
              <a:extLst>
                <a:ext uri="{FF2B5EF4-FFF2-40B4-BE49-F238E27FC236}">
                  <a16:creationId xmlns:a16="http://schemas.microsoft.com/office/drawing/2014/main" id="{B4FE33C6-1B59-AC35-4063-717358EF5774}"/>
                </a:ext>
              </a:extLst>
            </p:cNvPr>
            <p:cNvSpPr/>
            <p:nvPr/>
          </p:nvSpPr>
          <p:spPr>
            <a:xfrm>
              <a:off x="5647887" y="4432306"/>
              <a:ext cx="37782" cy="28336"/>
            </a:xfrm>
            <a:custGeom>
              <a:avLst/>
              <a:gdLst/>
              <a:ahLst/>
              <a:cxnLst/>
              <a:rect l="l" t="t" r="r" b="b"/>
              <a:pathLst>
                <a:path w="54" h="40" extrusionOk="0">
                  <a:moveTo>
                    <a:pt x="52" y="6"/>
                  </a:moveTo>
                  <a:cubicBezTo>
                    <a:pt x="52" y="9"/>
                    <a:pt x="39" y="10"/>
                    <a:pt x="25" y="19"/>
                  </a:cubicBezTo>
                  <a:cubicBezTo>
                    <a:pt x="12" y="27"/>
                    <a:pt x="5" y="39"/>
                    <a:pt x="3" y="37"/>
                  </a:cubicBezTo>
                  <a:cubicBezTo>
                    <a:pt x="0" y="36"/>
                    <a:pt x="4" y="20"/>
                    <a:pt x="20" y="10"/>
                  </a:cubicBezTo>
                  <a:cubicBezTo>
                    <a:pt x="37" y="0"/>
                    <a:pt x="53" y="3"/>
                    <a:pt x="52" y="6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1231;p52">
              <a:extLst>
                <a:ext uri="{FF2B5EF4-FFF2-40B4-BE49-F238E27FC236}">
                  <a16:creationId xmlns:a16="http://schemas.microsoft.com/office/drawing/2014/main" id="{DFBE25A0-6E76-DB15-8CBD-EC904FF5799F}"/>
                </a:ext>
              </a:extLst>
            </p:cNvPr>
            <p:cNvSpPr/>
            <p:nvPr/>
          </p:nvSpPr>
          <p:spPr>
            <a:xfrm>
              <a:off x="5695114" y="4451197"/>
              <a:ext cx="28336" cy="31485"/>
            </a:xfrm>
            <a:custGeom>
              <a:avLst/>
              <a:gdLst/>
              <a:ahLst/>
              <a:cxnLst/>
              <a:rect l="l" t="t" r="r" b="b"/>
              <a:pathLst>
                <a:path w="41" h="44" extrusionOk="0">
                  <a:moveTo>
                    <a:pt x="39" y="2"/>
                  </a:moveTo>
                  <a:cubicBezTo>
                    <a:pt x="40" y="5"/>
                    <a:pt x="29" y="9"/>
                    <a:pt x="19" y="20"/>
                  </a:cubicBezTo>
                  <a:cubicBezTo>
                    <a:pt x="10" y="31"/>
                    <a:pt x="8" y="43"/>
                    <a:pt x="5" y="43"/>
                  </a:cubicBezTo>
                  <a:cubicBezTo>
                    <a:pt x="2" y="43"/>
                    <a:pt x="0" y="28"/>
                    <a:pt x="13" y="14"/>
                  </a:cubicBezTo>
                  <a:cubicBezTo>
                    <a:pt x="23" y="1"/>
                    <a:pt x="39" y="0"/>
                    <a:pt x="39" y="2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1232;p52">
              <a:extLst>
                <a:ext uri="{FF2B5EF4-FFF2-40B4-BE49-F238E27FC236}">
                  <a16:creationId xmlns:a16="http://schemas.microsoft.com/office/drawing/2014/main" id="{CD51986B-5DAC-933D-0A4C-A10BB18FCBE2}"/>
                </a:ext>
              </a:extLst>
            </p:cNvPr>
            <p:cNvSpPr/>
            <p:nvPr/>
          </p:nvSpPr>
          <p:spPr>
            <a:xfrm>
              <a:off x="5742343" y="4466941"/>
              <a:ext cx="22039" cy="34633"/>
            </a:xfrm>
            <a:custGeom>
              <a:avLst/>
              <a:gdLst/>
              <a:ahLst/>
              <a:cxnLst/>
              <a:rect l="l" t="t" r="r" b="b"/>
              <a:pathLst>
                <a:path w="29" h="50" extrusionOk="0">
                  <a:moveTo>
                    <a:pt x="6" y="48"/>
                  </a:moveTo>
                  <a:cubicBezTo>
                    <a:pt x="3" y="49"/>
                    <a:pt x="0" y="35"/>
                    <a:pt x="7" y="20"/>
                  </a:cubicBezTo>
                  <a:cubicBezTo>
                    <a:pt x="13" y="6"/>
                    <a:pt x="26" y="0"/>
                    <a:pt x="27" y="2"/>
                  </a:cubicBezTo>
                  <a:cubicBezTo>
                    <a:pt x="28" y="4"/>
                    <a:pt x="20" y="11"/>
                    <a:pt x="14" y="24"/>
                  </a:cubicBezTo>
                  <a:cubicBezTo>
                    <a:pt x="8" y="36"/>
                    <a:pt x="8" y="48"/>
                    <a:pt x="6" y="48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1233;p52">
              <a:extLst>
                <a:ext uri="{FF2B5EF4-FFF2-40B4-BE49-F238E27FC236}">
                  <a16:creationId xmlns:a16="http://schemas.microsoft.com/office/drawing/2014/main" id="{7788D9DC-D957-939F-42A5-8A8352330120}"/>
                </a:ext>
              </a:extLst>
            </p:cNvPr>
            <p:cNvSpPr/>
            <p:nvPr/>
          </p:nvSpPr>
          <p:spPr>
            <a:xfrm>
              <a:off x="5654184" y="4385079"/>
              <a:ext cx="44080" cy="12594"/>
            </a:xfrm>
            <a:custGeom>
              <a:avLst/>
              <a:gdLst/>
              <a:ahLst/>
              <a:cxnLst/>
              <a:rect l="l" t="t" r="r" b="b"/>
              <a:pathLst>
                <a:path w="60" h="17" extrusionOk="0">
                  <a:moveTo>
                    <a:pt x="58" y="10"/>
                  </a:moveTo>
                  <a:cubicBezTo>
                    <a:pt x="57" y="13"/>
                    <a:pt x="45" y="9"/>
                    <a:pt x="30" y="10"/>
                  </a:cubicBezTo>
                  <a:cubicBezTo>
                    <a:pt x="14" y="11"/>
                    <a:pt x="3" y="16"/>
                    <a:pt x="2" y="14"/>
                  </a:cubicBezTo>
                  <a:cubicBezTo>
                    <a:pt x="0" y="12"/>
                    <a:pt x="11" y="3"/>
                    <a:pt x="30" y="2"/>
                  </a:cubicBezTo>
                  <a:cubicBezTo>
                    <a:pt x="47" y="0"/>
                    <a:pt x="59" y="7"/>
                    <a:pt x="58" y="10"/>
                  </a:cubicBezTo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1234;p52">
              <a:extLst>
                <a:ext uri="{FF2B5EF4-FFF2-40B4-BE49-F238E27FC236}">
                  <a16:creationId xmlns:a16="http://schemas.microsoft.com/office/drawing/2014/main" id="{2B42F251-FC3B-3500-24C5-75A6BAC0CB67}"/>
                </a:ext>
              </a:extLst>
            </p:cNvPr>
            <p:cNvSpPr/>
            <p:nvPr/>
          </p:nvSpPr>
          <p:spPr>
            <a:xfrm>
              <a:off x="5040217" y="4252841"/>
              <a:ext cx="371528" cy="302259"/>
            </a:xfrm>
            <a:custGeom>
              <a:avLst/>
              <a:gdLst/>
              <a:ahLst/>
              <a:cxnLst/>
              <a:rect l="l" t="t" r="r" b="b"/>
              <a:pathLst>
                <a:path w="522" h="422" extrusionOk="0">
                  <a:moveTo>
                    <a:pt x="265" y="11"/>
                  </a:moveTo>
                  <a:lnTo>
                    <a:pt x="242" y="264"/>
                  </a:lnTo>
                  <a:cubicBezTo>
                    <a:pt x="242" y="264"/>
                    <a:pt x="518" y="365"/>
                    <a:pt x="521" y="416"/>
                  </a:cubicBezTo>
                  <a:lnTo>
                    <a:pt x="0" y="421"/>
                  </a:lnTo>
                  <a:lnTo>
                    <a:pt x="0" y="383"/>
                  </a:lnTo>
                  <a:lnTo>
                    <a:pt x="21" y="252"/>
                  </a:lnTo>
                  <a:lnTo>
                    <a:pt x="51" y="0"/>
                  </a:lnTo>
                  <a:lnTo>
                    <a:pt x="265" y="11"/>
                  </a:ln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1235;p52">
              <a:extLst>
                <a:ext uri="{FF2B5EF4-FFF2-40B4-BE49-F238E27FC236}">
                  <a16:creationId xmlns:a16="http://schemas.microsoft.com/office/drawing/2014/main" id="{7D1757A1-9B7E-7E81-CDAD-A0FB3E670F5D}"/>
                </a:ext>
              </a:extLst>
            </p:cNvPr>
            <p:cNvSpPr/>
            <p:nvPr/>
          </p:nvSpPr>
          <p:spPr>
            <a:xfrm>
              <a:off x="5040217" y="4526762"/>
              <a:ext cx="374677" cy="28336"/>
            </a:xfrm>
            <a:custGeom>
              <a:avLst/>
              <a:gdLst/>
              <a:ahLst/>
              <a:cxnLst/>
              <a:rect l="l" t="t" r="r" b="b"/>
              <a:pathLst>
                <a:path w="524" h="39" extrusionOk="0">
                  <a:moveTo>
                    <a:pt x="0" y="38"/>
                  </a:moveTo>
                  <a:lnTo>
                    <a:pt x="0" y="0"/>
                  </a:lnTo>
                  <a:lnTo>
                    <a:pt x="499" y="7"/>
                  </a:lnTo>
                  <a:cubicBezTo>
                    <a:pt x="499" y="7"/>
                    <a:pt x="523" y="17"/>
                    <a:pt x="520" y="33"/>
                  </a:cubicBezTo>
                  <a:lnTo>
                    <a:pt x="0" y="38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1236;p52">
              <a:extLst>
                <a:ext uri="{FF2B5EF4-FFF2-40B4-BE49-F238E27FC236}">
                  <a16:creationId xmlns:a16="http://schemas.microsoft.com/office/drawing/2014/main" id="{BFA005F8-6E5E-4123-87F1-B8EC0D2AB174}"/>
                </a:ext>
              </a:extLst>
            </p:cNvPr>
            <p:cNvSpPr/>
            <p:nvPr/>
          </p:nvSpPr>
          <p:spPr>
            <a:xfrm>
              <a:off x="5279506" y="4470088"/>
              <a:ext cx="22039" cy="34633"/>
            </a:xfrm>
            <a:custGeom>
              <a:avLst/>
              <a:gdLst/>
              <a:ahLst/>
              <a:cxnLst/>
              <a:rect l="l" t="t" r="r" b="b"/>
              <a:pathLst>
                <a:path w="30" h="48" extrusionOk="0">
                  <a:moveTo>
                    <a:pt x="6" y="47"/>
                  </a:moveTo>
                  <a:cubicBezTo>
                    <a:pt x="4" y="47"/>
                    <a:pt x="0" y="34"/>
                    <a:pt x="7" y="20"/>
                  </a:cubicBezTo>
                  <a:cubicBezTo>
                    <a:pt x="14" y="6"/>
                    <a:pt x="26" y="0"/>
                    <a:pt x="27" y="2"/>
                  </a:cubicBezTo>
                  <a:cubicBezTo>
                    <a:pt x="29" y="4"/>
                    <a:pt x="20" y="11"/>
                    <a:pt x="16" y="24"/>
                  </a:cubicBezTo>
                  <a:cubicBezTo>
                    <a:pt x="10" y="35"/>
                    <a:pt x="9" y="47"/>
                    <a:pt x="6" y="47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1237;p52">
              <a:extLst>
                <a:ext uri="{FF2B5EF4-FFF2-40B4-BE49-F238E27FC236}">
                  <a16:creationId xmlns:a16="http://schemas.microsoft.com/office/drawing/2014/main" id="{D739C257-AD53-99DC-3EE2-1C027C7E9F25}"/>
                </a:ext>
              </a:extLst>
            </p:cNvPr>
            <p:cNvSpPr/>
            <p:nvPr/>
          </p:nvSpPr>
          <p:spPr>
            <a:xfrm>
              <a:off x="5307844" y="2656540"/>
              <a:ext cx="497471" cy="1769465"/>
            </a:xfrm>
            <a:custGeom>
              <a:avLst/>
              <a:gdLst/>
              <a:ahLst/>
              <a:cxnLst/>
              <a:rect l="l" t="t" r="r" b="b"/>
              <a:pathLst>
                <a:path w="695" h="2478" extrusionOk="0">
                  <a:moveTo>
                    <a:pt x="556" y="0"/>
                  </a:moveTo>
                  <a:cubicBezTo>
                    <a:pt x="556" y="0"/>
                    <a:pt x="681" y="364"/>
                    <a:pt x="685" y="635"/>
                  </a:cubicBezTo>
                  <a:cubicBezTo>
                    <a:pt x="690" y="905"/>
                    <a:pt x="694" y="1336"/>
                    <a:pt x="638" y="1811"/>
                  </a:cubicBezTo>
                  <a:cubicBezTo>
                    <a:pt x="581" y="2286"/>
                    <a:pt x="556" y="2477"/>
                    <a:pt x="556" y="2477"/>
                  </a:cubicBezTo>
                  <a:lnTo>
                    <a:pt x="270" y="2477"/>
                  </a:lnTo>
                  <a:cubicBezTo>
                    <a:pt x="270" y="2477"/>
                    <a:pt x="239" y="2180"/>
                    <a:pt x="244" y="1913"/>
                  </a:cubicBezTo>
                  <a:cubicBezTo>
                    <a:pt x="249" y="1646"/>
                    <a:pt x="269" y="1562"/>
                    <a:pt x="244" y="1269"/>
                  </a:cubicBezTo>
                  <a:cubicBezTo>
                    <a:pt x="218" y="976"/>
                    <a:pt x="178" y="800"/>
                    <a:pt x="136" y="712"/>
                  </a:cubicBezTo>
                  <a:cubicBezTo>
                    <a:pt x="136" y="712"/>
                    <a:pt x="17" y="572"/>
                    <a:pt x="9" y="379"/>
                  </a:cubicBezTo>
                  <a:cubicBezTo>
                    <a:pt x="0" y="187"/>
                    <a:pt x="68" y="21"/>
                    <a:pt x="68" y="21"/>
                  </a:cubicBezTo>
                  <a:lnTo>
                    <a:pt x="556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1238;p52">
              <a:extLst>
                <a:ext uri="{FF2B5EF4-FFF2-40B4-BE49-F238E27FC236}">
                  <a16:creationId xmlns:a16="http://schemas.microsoft.com/office/drawing/2014/main" id="{D8D8B5C4-895D-27C2-4A08-03BE45CE891F}"/>
                </a:ext>
              </a:extLst>
            </p:cNvPr>
            <p:cNvSpPr/>
            <p:nvPr/>
          </p:nvSpPr>
          <p:spPr>
            <a:xfrm>
              <a:off x="5033920" y="2669135"/>
              <a:ext cx="488024" cy="1756871"/>
            </a:xfrm>
            <a:custGeom>
              <a:avLst/>
              <a:gdLst/>
              <a:ahLst/>
              <a:cxnLst/>
              <a:rect l="l" t="t" r="r" b="b"/>
              <a:pathLst>
                <a:path w="682" h="2461" extrusionOk="0">
                  <a:moveTo>
                    <a:pt x="681" y="494"/>
                  </a:moveTo>
                  <a:cubicBezTo>
                    <a:pt x="677" y="508"/>
                    <a:pt x="592" y="1105"/>
                    <a:pt x="530" y="1368"/>
                  </a:cubicBezTo>
                  <a:cubicBezTo>
                    <a:pt x="468" y="1631"/>
                    <a:pt x="399" y="1701"/>
                    <a:pt x="387" y="1915"/>
                  </a:cubicBezTo>
                  <a:cubicBezTo>
                    <a:pt x="373" y="2161"/>
                    <a:pt x="305" y="2460"/>
                    <a:pt x="305" y="2460"/>
                  </a:cubicBezTo>
                  <a:lnTo>
                    <a:pt x="0" y="2460"/>
                  </a:lnTo>
                  <a:cubicBezTo>
                    <a:pt x="0" y="2460"/>
                    <a:pt x="43" y="2005"/>
                    <a:pt x="86" y="1649"/>
                  </a:cubicBezTo>
                  <a:cubicBezTo>
                    <a:pt x="129" y="1293"/>
                    <a:pt x="190" y="854"/>
                    <a:pt x="181" y="723"/>
                  </a:cubicBezTo>
                  <a:cubicBezTo>
                    <a:pt x="171" y="591"/>
                    <a:pt x="148" y="429"/>
                    <a:pt x="181" y="245"/>
                  </a:cubicBezTo>
                  <a:cubicBezTo>
                    <a:pt x="215" y="60"/>
                    <a:pt x="287" y="12"/>
                    <a:pt x="287" y="12"/>
                  </a:cubicBezTo>
                  <a:lnTo>
                    <a:pt x="545" y="0"/>
                  </a:lnTo>
                  <a:lnTo>
                    <a:pt x="681" y="494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1239;p52">
              <a:extLst>
                <a:ext uri="{FF2B5EF4-FFF2-40B4-BE49-F238E27FC236}">
                  <a16:creationId xmlns:a16="http://schemas.microsoft.com/office/drawing/2014/main" id="{E5078733-097C-A62C-0A93-814F530C69F6}"/>
                </a:ext>
              </a:extLst>
            </p:cNvPr>
            <p:cNvSpPr/>
            <p:nvPr/>
          </p:nvSpPr>
          <p:spPr>
            <a:xfrm>
              <a:off x="5298397" y="2779334"/>
              <a:ext cx="170021" cy="695821"/>
            </a:xfrm>
            <a:custGeom>
              <a:avLst/>
              <a:gdLst/>
              <a:ahLst/>
              <a:cxnLst/>
              <a:rect l="l" t="t" r="r" b="b"/>
              <a:pathLst>
                <a:path w="237" h="974" extrusionOk="0">
                  <a:moveTo>
                    <a:pt x="27" y="0"/>
                  </a:moveTo>
                  <a:cubicBezTo>
                    <a:pt x="27" y="0"/>
                    <a:pt x="25" y="3"/>
                    <a:pt x="22" y="9"/>
                  </a:cubicBezTo>
                  <a:cubicBezTo>
                    <a:pt x="19" y="15"/>
                    <a:pt x="15" y="25"/>
                    <a:pt x="11" y="37"/>
                  </a:cubicBezTo>
                  <a:cubicBezTo>
                    <a:pt x="5" y="62"/>
                    <a:pt x="0" y="100"/>
                    <a:pt x="1" y="146"/>
                  </a:cubicBezTo>
                  <a:cubicBezTo>
                    <a:pt x="3" y="192"/>
                    <a:pt x="10" y="246"/>
                    <a:pt x="26" y="306"/>
                  </a:cubicBezTo>
                  <a:cubicBezTo>
                    <a:pt x="33" y="336"/>
                    <a:pt x="44" y="367"/>
                    <a:pt x="59" y="397"/>
                  </a:cubicBezTo>
                  <a:cubicBezTo>
                    <a:pt x="73" y="427"/>
                    <a:pt x="94" y="456"/>
                    <a:pt x="114" y="485"/>
                  </a:cubicBezTo>
                  <a:cubicBezTo>
                    <a:pt x="155" y="542"/>
                    <a:pt x="175" y="607"/>
                    <a:pt x="191" y="666"/>
                  </a:cubicBezTo>
                  <a:cubicBezTo>
                    <a:pt x="206" y="725"/>
                    <a:pt x="214" y="779"/>
                    <a:pt x="220" y="825"/>
                  </a:cubicBezTo>
                  <a:cubicBezTo>
                    <a:pt x="226" y="870"/>
                    <a:pt x="229" y="908"/>
                    <a:pt x="231" y="933"/>
                  </a:cubicBezTo>
                  <a:cubicBezTo>
                    <a:pt x="232" y="946"/>
                    <a:pt x="233" y="955"/>
                    <a:pt x="234" y="963"/>
                  </a:cubicBezTo>
                  <a:cubicBezTo>
                    <a:pt x="235" y="969"/>
                    <a:pt x="235" y="973"/>
                    <a:pt x="236" y="973"/>
                  </a:cubicBezTo>
                  <a:cubicBezTo>
                    <a:pt x="236" y="973"/>
                    <a:pt x="236" y="969"/>
                    <a:pt x="236" y="963"/>
                  </a:cubicBezTo>
                  <a:cubicBezTo>
                    <a:pt x="236" y="955"/>
                    <a:pt x="235" y="946"/>
                    <a:pt x="234" y="933"/>
                  </a:cubicBezTo>
                  <a:cubicBezTo>
                    <a:pt x="232" y="908"/>
                    <a:pt x="230" y="870"/>
                    <a:pt x="225" y="825"/>
                  </a:cubicBezTo>
                  <a:cubicBezTo>
                    <a:pt x="220" y="779"/>
                    <a:pt x="212" y="724"/>
                    <a:pt x="197" y="665"/>
                  </a:cubicBezTo>
                  <a:cubicBezTo>
                    <a:pt x="190" y="635"/>
                    <a:pt x="180" y="604"/>
                    <a:pt x="169" y="573"/>
                  </a:cubicBezTo>
                  <a:cubicBezTo>
                    <a:pt x="163" y="558"/>
                    <a:pt x="155" y="542"/>
                    <a:pt x="148" y="527"/>
                  </a:cubicBezTo>
                  <a:cubicBezTo>
                    <a:pt x="139" y="511"/>
                    <a:pt x="129" y="496"/>
                    <a:pt x="120" y="482"/>
                  </a:cubicBezTo>
                  <a:cubicBezTo>
                    <a:pt x="100" y="453"/>
                    <a:pt x="80" y="424"/>
                    <a:pt x="66" y="395"/>
                  </a:cubicBezTo>
                  <a:cubicBezTo>
                    <a:pt x="51" y="365"/>
                    <a:pt x="41" y="335"/>
                    <a:pt x="32" y="306"/>
                  </a:cubicBezTo>
                  <a:cubicBezTo>
                    <a:pt x="16" y="246"/>
                    <a:pt x="9" y="192"/>
                    <a:pt x="6" y="146"/>
                  </a:cubicBezTo>
                  <a:cubicBezTo>
                    <a:pt x="4" y="101"/>
                    <a:pt x="8" y="64"/>
                    <a:pt x="13" y="38"/>
                  </a:cubicBezTo>
                  <a:cubicBezTo>
                    <a:pt x="17" y="25"/>
                    <a:pt x="20" y="16"/>
                    <a:pt x="23" y="9"/>
                  </a:cubicBezTo>
                  <a:cubicBezTo>
                    <a:pt x="26" y="4"/>
                    <a:pt x="27" y="0"/>
                    <a:pt x="27" y="0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1240;p52">
              <a:extLst>
                <a:ext uri="{FF2B5EF4-FFF2-40B4-BE49-F238E27FC236}">
                  <a16:creationId xmlns:a16="http://schemas.microsoft.com/office/drawing/2014/main" id="{425B35A8-63FD-3BAA-BD0F-3D774D12F8EE}"/>
                </a:ext>
              </a:extLst>
            </p:cNvPr>
            <p:cNvSpPr/>
            <p:nvPr/>
          </p:nvSpPr>
          <p:spPr>
            <a:xfrm>
              <a:off x="5002435" y="1472697"/>
              <a:ext cx="651748" cy="465980"/>
            </a:xfrm>
            <a:custGeom>
              <a:avLst/>
              <a:gdLst/>
              <a:ahLst/>
              <a:cxnLst/>
              <a:rect l="l" t="t" r="r" b="b"/>
              <a:pathLst>
                <a:path w="914" h="654" extrusionOk="0">
                  <a:moveTo>
                    <a:pt x="662" y="0"/>
                  </a:moveTo>
                  <a:lnTo>
                    <a:pt x="100" y="7"/>
                  </a:lnTo>
                  <a:cubicBezTo>
                    <a:pt x="28" y="94"/>
                    <a:pt x="17" y="186"/>
                    <a:pt x="13" y="296"/>
                  </a:cubicBezTo>
                  <a:cubicBezTo>
                    <a:pt x="9" y="406"/>
                    <a:pt x="0" y="517"/>
                    <a:pt x="64" y="608"/>
                  </a:cubicBezTo>
                  <a:cubicBezTo>
                    <a:pt x="77" y="626"/>
                    <a:pt x="91" y="643"/>
                    <a:pt x="112" y="647"/>
                  </a:cubicBezTo>
                  <a:lnTo>
                    <a:pt x="490" y="653"/>
                  </a:lnTo>
                  <a:cubicBezTo>
                    <a:pt x="636" y="649"/>
                    <a:pt x="790" y="644"/>
                    <a:pt x="913" y="570"/>
                  </a:cubicBezTo>
                  <a:cubicBezTo>
                    <a:pt x="800" y="513"/>
                    <a:pt x="734" y="107"/>
                    <a:pt x="662" y="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1241;p52">
              <a:extLst>
                <a:ext uri="{FF2B5EF4-FFF2-40B4-BE49-F238E27FC236}">
                  <a16:creationId xmlns:a16="http://schemas.microsoft.com/office/drawing/2014/main" id="{239B90ED-918F-35BF-EA41-7F9583B16EEC}"/>
                </a:ext>
              </a:extLst>
            </p:cNvPr>
            <p:cNvSpPr/>
            <p:nvPr/>
          </p:nvSpPr>
          <p:spPr>
            <a:xfrm>
              <a:off x="5015029" y="1371944"/>
              <a:ext cx="494322" cy="538398"/>
            </a:xfrm>
            <a:custGeom>
              <a:avLst/>
              <a:gdLst/>
              <a:ahLst/>
              <a:cxnLst/>
              <a:rect l="l" t="t" r="r" b="b"/>
              <a:pathLst>
                <a:path w="692" h="752" extrusionOk="0">
                  <a:moveTo>
                    <a:pt x="689" y="371"/>
                  </a:moveTo>
                  <a:cubicBezTo>
                    <a:pt x="686" y="295"/>
                    <a:pt x="677" y="216"/>
                    <a:pt x="646" y="147"/>
                  </a:cubicBezTo>
                  <a:cubicBezTo>
                    <a:pt x="614" y="77"/>
                    <a:pt x="550" y="32"/>
                    <a:pt x="475" y="17"/>
                  </a:cubicBezTo>
                  <a:cubicBezTo>
                    <a:pt x="391" y="0"/>
                    <a:pt x="310" y="25"/>
                    <a:pt x="243" y="78"/>
                  </a:cubicBezTo>
                  <a:cubicBezTo>
                    <a:pt x="175" y="71"/>
                    <a:pt x="109" y="107"/>
                    <a:pt x="69" y="163"/>
                  </a:cubicBezTo>
                  <a:cubicBezTo>
                    <a:pt x="0" y="261"/>
                    <a:pt x="18" y="457"/>
                    <a:pt x="87" y="555"/>
                  </a:cubicBezTo>
                  <a:cubicBezTo>
                    <a:pt x="114" y="599"/>
                    <a:pt x="221" y="703"/>
                    <a:pt x="268" y="722"/>
                  </a:cubicBezTo>
                  <a:cubicBezTo>
                    <a:pt x="341" y="751"/>
                    <a:pt x="408" y="692"/>
                    <a:pt x="485" y="677"/>
                  </a:cubicBezTo>
                  <a:cubicBezTo>
                    <a:pt x="563" y="663"/>
                    <a:pt x="635" y="614"/>
                    <a:pt x="667" y="543"/>
                  </a:cubicBezTo>
                  <a:cubicBezTo>
                    <a:pt x="691" y="490"/>
                    <a:pt x="691" y="429"/>
                    <a:pt x="689" y="371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1242;p52">
              <a:extLst>
                <a:ext uri="{FF2B5EF4-FFF2-40B4-BE49-F238E27FC236}">
                  <a16:creationId xmlns:a16="http://schemas.microsoft.com/office/drawing/2014/main" id="{96AF2E0F-9363-8E9C-9780-D102CFD9BBAA}"/>
                </a:ext>
              </a:extLst>
            </p:cNvPr>
            <p:cNvSpPr/>
            <p:nvPr/>
          </p:nvSpPr>
          <p:spPr>
            <a:xfrm>
              <a:off x="5112635" y="1431767"/>
              <a:ext cx="371529" cy="579328"/>
            </a:xfrm>
            <a:custGeom>
              <a:avLst/>
              <a:gdLst/>
              <a:ahLst/>
              <a:cxnLst/>
              <a:rect l="l" t="t" r="r" b="b"/>
              <a:pathLst>
                <a:path w="519" h="810" extrusionOk="0">
                  <a:moveTo>
                    <a:pt x="8" y="165"/>
                  </a:moveTo>
                  <a:lnTo>
                    <a:pt x="0" y="120"/>
                  </a:lnTo>
                  <a:lnTo>
                    <a:pt x="268" y="23"/>
                  </a:lnTo>
                  <a:cubicBezTo>
                    <a:pt x="351" y="0"/>
                    <a:pt x="457" y="72"/>
                    <a:pt x="475" y="157"/>
                  </a:cubicBezTo>
                  <a:cubicBezTo>
                    <a:pt x="496" y="251"/>
                    <a:pt x="518" y="366"/>
                    <a:pt x="518" y="439"/>
                  </a:cubicBezTo>
                  <a:cubicBezTo>
                    <a:pt x="518" y="584"/>
                    <a:pt x="411" y="620"/>
                    <a:pt x="411" y="620"/>
                  </a:cubicBezTo>
                  <a:lnTo>
                    <a:pt x="433" y="761"/>
                  </a:lnTo>
                  <a:lnTo>
                    <a:pt x="148" y="809"/>
                  </a:lnTo>
                  <a:lnTo>
                    <a:pt x="8" y="165"/>
                  </a:lnTo>
                </a:path>
              </a:pathLst>
            </a:custGeom>
            <a:solidFill>
              <a:srgbClr val="C2746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1243;p52">
              <a:extLst>
                <a:ext uri="{FF2B5EF4-FFF2-40B4-BE49-F238E27FC236}">
                  <a16:creationId xmlns:a16="http://schemas.microsoft.com/office/drawing/2014/main" id="{64C5D2B4-5CB2-771C-C5BA-A85A3851B9A8}"/>
                </a:ext>
              </a:extLst>
            </p:cNvPr>
            <p:cNvSpPr/>
            <p:nvPr/>
          </p:nvSpPr>
          <p:spPr>
            <a:xfrm>
              <a:off x="5411745" y="1626975"/>
              <a:ext cx="28336" cy="28336"/>
            </a:xfrm>
            <a:custGeom>
              <a:avLst/>
              <a:gdLst/>
              <a:ahLst/>
              <a:cxnLst/>
              <a:rect l="l" t="t" r="r" b="b"/>
              <a:pathLst>
                <a:path w="40" h="39" extrusionOk="0">
                  <a:moveTo>
                    <a:pt x="37" y="15"/>
                  </a:moveTo>
                  <a:cubicBezTo>
                    <a:pt x="39" y="25"/>
                    <a:pt x="32" y="34"/>
                    <a:pt x="23" y="36"/>
                  </a:cubicBezTo>
                  <a:cubicBezTo>
                    <a:pt x="13" y="38"/>
                    <a:pt x="3" y="32"/>
                    <a:pt x="2" y="23"/>
                  </a:cubicBezTo>
                  <a:cubicBezTo>
                    <a:pt x="0" y="13"/>
                    <a:pt x="6" y="4"/>
                    <a:pt x="16" y="2"/>
                  </a:cubicBezTo>
                  <a:cubicBezTo>
                    <a:pt x="25" y="0"/>
                    <a:pt x="35" y="6"/>
                    <a:pt x="37" y="1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1244;p52">
              <a:extLst>
                <a:ext uri="{FF2B5EF4-FFF2-40B4-BE49-F238E27FC236}">
                  <a16:creationId xmlns:a16="http://schemas.microsoft.com/office/drawing/2014/main" id="{D2B47E3C-BF55-4BE0-37BD-2A4015F7B2EA}"/>
                </a:ext>
              </a:extLst>
            </p:cNvPr>
            <p:cNvSpPr/>
            <p:nvPr/>
          </p:nvSpPr>
          <p:spPr>
            <a:xfrm>
              <a:off x="5386557" y="1582896"/>
              <a:ext cx="53524" cy="22039"/>
            </a:xfrm>
            <a:custGeom>
              <a:avLst/>
              <a:gdLst/>
              <a:ahLst/>
              <a:cxnLst/>
              <a:rect l="l" t="t" r="r" b="b"/>
              <a:pathLst>
                <a:path w="75" h="30" extrusionOk="0">
                  <a:moveTo>
                    <a:pt x="73" y="15"/>
                  </a:moveTo>
                  <a:cubicBezTo>
                    <a:pt x="71" y="18"/>
                    <a:pt x="56" y="10"/>
                    <a:pt x="36" y="13"/>
                  </a:cubicBezTo>
                  <a:cubicBezTo>
                    <a:pt x="16" y="16"/>
                    <a:pt x="4" y="29"/>
                    <a:pt x="1" y="27"/>
                  </a:cubicBezTo>
                  <a:cubicBezTo>
                    <a:pt x="0" y="26"/>
                    <a:pt x="1" y="20"/>
                    <a:pt x="7" y="15"/>
                  </a:cubicBezTo>
                  <a:cubicBezTo>
                    <a:pt x="12" y="9"/>
                    <a:pt x="22" y="4"/>
                    <a:pt x="34" y="2"/>
                  </a:cubicBezTo>
                  <a:cubicBezTo>
                    <a:pt x="47" y="0"/>
                    <a:pt x="57" y="3"/>
                    <a:pt x="64" y="7"/>
                  </a:cubicBezTo>
                  <a:cubicBezTo>
                    <a:pt x="71" y="10"/>
                    <a:pt x="74" y="13"/>
                    <a:pt x="73" y="1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1245;p52">
              <a:extLst>
                <a:ext uri="{FF2B5EF4-FFF2-40B4-BE49-F238E27FC236}">
                  <a16:creationId xmlns:a16="http://schemas.microsoft.com/office/drawing/2014/main" id="{4ADDF79E-429E-61AA-E32F-91DC423E5191}"/>
                </a:ext>
              </a:extLst>
            </p:cNvPr>
            <p:cNvSpPr/>
            <p:nvPr/>
          </p:nvSpPr>
          <p:spPr>
            <a:xfrm>
              <a:off x="5282656" y="1645866"/>
              <a:ext cx="28336" cy="28336"/>
            </a:xfrm>
            <a:custGeom>
              <a:avLst/>
              <a:gdLst/>
              <a:ahLst/>
              <a:cxnLst/>
              <a:rect l="l" t="t" r="r" b="b"/>
              <a:pathLst>
                <a:path w="40" h="39" extrusionOk="0">
                  <a:moveTo>
                    <a:pt x="37" y="15"/>
                  </a:moveTo>
                  <a:cubicBezTo>
                    <a:pt x="39" y="25"/>
                    <a:pt x="32" y="34"/>
                    <a:pt x="23" y="36"/>
                  </a:cubicBezTo>
                  <a:cubicBezTo>
                    <a:pt x="13" y="38"/>
                    <a:pt x="3" y="32"/>
                    <a:pt x="2" y="23"/>
                  </a:cubicBezTo>
                  <a:cubicBezTo>
                    <a:pt x="0" y="13"/>
                    <a:pt x="6" y="4"/>
                    <a:pt x="16" y="2"/>
                  </a:cubicBezTo>
                  <a:cubicBezTo>
                    <a:pt x="25" y="0"/>
                    <a:pt x="36" y="5"/>
                    <a:pt x="37" y="1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1246;p52">
              <a:extLst>
                <a:ext uri="{FF2B5EF4-FFF2-40B4-BE49-F238E27FC236}">
                  <a16:creationId xmlns:a16="http://schemas.microsoft.com/office/drawing/2014/main" id="{E5C5BFC3-1251-7C5F-680A-8391EFBDAAB1}"/>
                </a:ext>
              </a:extLst>
            </p:cNvPr>
            <p:cNvSpPr/>
            <p:nvPr/>
          </p:nvSpPr>
          <p:spPr>
            <a:xfrm>
              <a:off x="5244873" y="1604935"/>
              <a:ext cx="53524" cy="22039"/>
            </a:xfrm>
            <a:custGeom>
              <a:avLst/>
              <a:gdLst/>
              <a:ahLst/>
              <a:cxnLst/>
              <a:rect l="l" t="t" r="r" b="b"/>
              <a:pathLst>
                <a:path w="75" h="29" extrusionOk="0">
                  <a:moveTo>
                    <a:pt x="73" y="15"/>
                  </a:moveTo>
                  <a:cubicBezTo>
                    <a:pt x="71" y="18"/>
                    <a:pt x="56" y="9"/>
                    <a:pt x="36" y="13"/>
                  </a:cubicBezTo>
                  <a:cubicBezTo>
                    <a:pt x="16" y="16"/>
                    <a:pt x="4" y="28"/>
                    <a:pt x="1" y="26"/>
                  </a:cubicBezTo>
                  <a:cubicBezTo>
                    <a:pt x="0" y="25"/>
                    <a:pt x="0" y="20"/>
                    <a:pt x="6" y="15"/>
                  </a:cubicBezTo>
                  <a:cubicBezTo>
                    <a:pt x="11" y="9"/>
                    <a:pt x="22" y="3"/>
                    <a:pt x="34" y="1"/>
                  </a:cubicBezTo>
                  <a:cubicBezTo>
                    <a:pt x="46" y="0"/>
                    <a:pt x="57" y="2"/>
                    <a:pt x="64" y="6"/>
                  </a:cubicBezTo>
                  <a:cubicBezTo>
                    <a:pt x="71" y="10"/>
                    <a:pt x="74" y="14"/>
                    <a:pt x="73" y="1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1247;p52">
              <a:extLst>
                <a:ext uri="{FF2B5EF4-FFF2-40B4-BE49-F238E27FC236}">
                  <a16:creationId xmlns:a16="http://schemas.microsoft.com/office/drawing/2014/main" id="{E1462D11-EDCD-CCC2-0D13-B94CEB7B1733}"/>
                </a:ext>
              </a:extLst>
            </p:cNvPr>
            <p:cNvSpPr/>
            <p:nvPr/>
          </p:nvSpPr>
          <p:spPr>
            <a:xfrm>
              <a:off x="5336180" y="1595490"/>
              <a:ext cx="62971" cy="116495"/>
            </a:xfrm>
            <a:custGeom>
              <a:avLst/>
              <a:gdLst/>
              <a:ahLst/>
              <a:cxnLst/>
              <a:rect l="l" t="t" r="r" b="b"/>
              <a:pathLst>
                <a:path w="86" h="165" extrusionOk="0">
                  <a:moveTo>
                    <a:pt x="37" y="163"/>
                  </a:moveTo>
                  <a:cubicBezTo>
                    <a:pt x="37" y="162"/>
                    <a:pt x="49" y="158"/>
                    <a:pt x="69" y="153"/>
                  </a:cubicBezTo>
                  <a:cubicBezTo>
                    <a:pt x="74" y="152"/>
                    <a:pt x="78" y="150"/>
                    <a:pt x="78" y="146"/>
                  </a:cubicBezTo>
                  <a:cubicBezTo>
                    <a:pt x="79" y="142"/>
                    <a:pt x="76" y="137"/>
                    <a:pt x="73" y="132"/>
                  </a:cubicBezTo>
                  <a:cubicBezTo>
                    <a:pt x="66" y="120"/>
                    <a:pt x="59" y="108"/>
                    <a:pt x="52" y="95"/>
                  </a:cubicBezTo>
                  <a:cubicBezTo>
                    <a:pt x="22" y="44"/>
                    <a:pt x="0" y="2"/>
                    <a:pt x="2" y="1"/>
                  </a:cubicBezTo>
                  <a:cubicBezTo>
                    <a:pt x="4" y="0"/>
                    <a:pt x="30" y="40"/>
                    <a:pt x="58" y="92"/>
                  </a:cubicBezTo>
                  <a:cubicBezTo>
                    <a:pt x="65" y="104"/>
                    <a:pt x="73" y="116"/>
                    <a:pt x="78" y="128"/>
                  </a:cubicBezTo>
                  <a:cubicBezTo>
                    <a:pt x="81" y="134"/>
                    <a:pt x="85" y="139"/>
                    <a:pt x="84" y="147"/>
                  </a:cubicBezTo>
                  <a:cubicBezTo>
                    <a:pt x="83" y="151"/>
                    <a:pt x="80" y="155"/>
                    <a:pt x="77" y="155"/>
                  </a:cubicBezTo>
                  <a:cubicBezTo>
                    <a:pt x="75" y="157"/>
                    <a:pt x="72" y="157"/>
                    <a:pt x="69" y="158"/>
                  </a:cubicBezTo>
                  <a:cubicBezTo>
                    <a:pt x="51" y="162"/>
                    <a:pt x="38" y="164"/>
                    <a:pt x="37" y="163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1248;p52">
              <a:extLst>
                <a:ext uri="{FF2B5EF4-FFF2-40B4-BE49-F238E27FC236}">
                  <a16:creationId xmlns:a16="http://schemas.microsoft.com/office/drawing/2014/main" id="{6713D1A6-1070-464D-15E7-B4D5FDE5A063}"/>
                </a:ext>
              </a:extLst>
            </p:cNvPr>
            <p:cNvSpPr/>
            <p:nvPr/>
          </p:nvSpPr>
          <p:spPr>
            <a:xfrm>
              <a:off x="5260615" y="1863113"/>
              <a:ext cx="151130" cy="66118"/>
            </a:xfrm>
            <a:custGeom>
              <a:avLst/>
              <a:gdLst/>
              <a:ahLst/>
              <a:cxnLst/>
              <a:rect l="l" t="t" r="r" b="b"/>
              <a:pathLst>
                <a:path w="211" h="93" extrusionOk="0">
                  <a:moveTo>
                    <a:pt x="204" y="20"/>
                  </a:moveTo>
                  <a:cubicBezTo>
                    <a:pt x="204" y="20"/>
                    <a:pt x="104" y="42"/>
                    <a:pt x="0" y="0"/>
                  </a:cubicBezTo>
                  <a:cubicBezTo>
                    <a:pt x="0" y="0"/>
                    <a:pt x="64" y="92"/>
                    <a:pt x="210" y="56"/>
                  </a:cubicBezTo>
                  <a:lnTo>
                    <a:pt x="204" y="20"/>
                  </a:lnTo>
                </a:path>
              </a:pathLst>
            </a:custGeom>
            <a:solidFill>
              <a:srgbClr val="7C42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1249;p52">
              <a:extLst>
                <a:ext uri="{FF2B5EF4-FFF2-40B4-BE49-F238E27FC236}">
                  <a16:creationId xmlns:a16="http://schemas.microsoft.com/office/drawing/2014/main" id="{B0E65E9D-87EB-F4BF-93D8-CB67363BC1FC}"/>
                </a:ext>
              </a:extLst>
            </p:cNvPr>
            <p:cNvSpPr/>
            <p:nvPr/>
          </p:nvSpPr>
          <p:spPr>
            <a:xfrm>
              <a:off x="5238576" y="1567152"/>
              <a:ext cx="66119" cy="22039"/>
            </a:xfrm>
            <a:custGeom>
              <a:avLst/>
              <a:gdLst/>
              <a:ahLst/>
              <a:cxnLst/>
              <a:rect l="l" t="t" r="r" b="b"/>
              <a:pathLst>
                <a:path w="94" h="30" extrusionOk="0">
                  <a:moveTo>
                    <a:pt x="92" y="24"/>
                  </a:moveTo>
                  <a:cubicBezTo>
                    <a:pt x="90" y="29"/>
                    <a:pt x="71" y="23"/>
                    <a:pt x="47" y="21"/>
                  </a:cubicBezTo>
                  <a:cubicBezTo>
                    <a:pt x="23" y="19"/>
                    <a:pt x="4" y="22"/>
                    <a:pt x="1" y="17"/>
                  </a:cubicBezTo>
                  <a:cubicBezTo>
                    <a:pt x="0" y="14"/>
                    <a:pt x="3" y="11"/>
                    <a:pt x="12" y="7"/>
                  </a:cubicBezTo>
                  <a:cubicBezTo>
                    <a:pt x="20" y="3"/>
                    <a:pt x="33" y="0"/>
                    <a:pt x="48" y="1"/>
                  </a:cubicBezTo>
                  <a:cubicBezTo>
                    <a:pt x="62" y="2"/>
                    <a:pt x="74" y="7"/>
                    <a:pt x="82" y="12"/>
                  </a:cubicBezTo>
                  <a:cubicBezTo>
                    <a:pt x="91" y="16"/>
                    <a:pt x="93" y="22"/>
                    <a:pt x="92" y="24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1250;p52">
              <a:extLst>
                <a:ext uri="{FF2B5EF4-FFF2-40B4-BE49-F238E27FC236}">
                  <a16:creationId xmlns:a16="http://schemas.microsoft.com/office/drawing/2014/main" id="{5B8DE92A-81D4-EAD3-1493-98BDEE91419A}"/>
                </a:ext>
              </a:extLst>
            </p:cNvPr>
            <p:cNvSpPr/>
            <p:nvPr/>
          </p:nvSpPr>
          <p:spPr>
            <a:xfrm>
              <a:off x="5377112" y="1551411"/>
              <a:ext cx="50377" cy="22039"/>
            </a:xfrm>
            <a:custGeom>
              <a:avLst/>
              <a:gdLst/>
              <a:ahLst/>
              <a:cxnLst/>
              <a:rect l="l" t="t" r="r" b="b"/>
              <a:pathLst>
                <a:path w="72" h="31" extrusionOk="0">
                  <a:moveTo>
                    <a:pt x="69" y="17"/>
                  </a:moveTo>
                  <a:cubicBezTo>
                    <a:pt x="66" y="22"/>
                    <a:pt x="52" y="20"/>
                    <a:pt x="36" y="22"/>
                  </a:cubicBezTo>
                  <a:cubicBezTo>
                    <a:pt x="19" y="24"/>
                    <a:pt x="6" y="30"/>
                    <a:pt x="2" y="26"/>
                  </a:cubicBezTo>
                  <a:cubicBezTo>
                    <a:pt x="0" y="24"/>
                    <a:pt x="2" y="19"/>
                    <a:pt x="7" y="14"/>
                  </a:cubicBezTo>
                  <a:cubicBezTo>
                    <a:pt x="12" y="9"/>
                    <a:pt x="21" y="3"/>
                    <a:pt x="33" y="2"/>
                  </a:cubicBezTo>
                  <a:cubicBezTo>
                    <a:pt x="44" y="0"/>
                    <a:pt x="55" y="3"/>
                    <a:pt x="60" y="7"/>
                  </a:cubicBezTo>
                  <a:cubicBezTo>
                    <a:pt x="68" y="11"/>
                    <a:pt x="71" y="15"/>
                    <a:pt x="69" y="17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1251;p52">
              <a:extLst>
                <a:ext uri="{FF2B5EF4-FFF2-40B4-BE49-F238E27FC236}">
                  <a16:creationId xmlns:a16="http://schemas.microsoft.com/office/drawing/2014/main" id="{5697E8B0-F5C6-4549-40FB-1BE28E46DC6C}"/>
                </a:ext>
              </a:extLst>
            </p:cNvPr>
            <p:cNvSpPr/>
            <p:nvPr/>
          </p:nvSpPr>
          <p:spPr>
            <a:xfrm>
              <a:off x="5314141" y="1737172"/>
              <a:ext cx="47227" cy="34633"/>
            </a:xfrm>
            <a:custGeom>
              <a:avLst/>
              <a:gdLst/>
              <a:ahLst/>
              <a:cxnLst/>
              <a:rect l="l" t="t" r="r" b="b"/>
              <a:pathLst>
                <a:path w="64" h="48" extrusionOk="0">
                  <a:moveTo>
                    <a:pt x="27" y="2"/>
                  </a:moveTo>
                  <a:cubicBezTo>
                    <a:pt x="19" y="3"/>
                    <a:pt x="10" y="8"/>
                    <a:pt x="6" y="16"/>
                  </a:cubicBezTo>
                  <a:cubicBezTo>
                    <a:pt x="1" y="22"/>
                    <a:pt x="0" y="33"/>
                    <a:pt x="6" y="38"/>
                  </a:cubicBezTo>
                  <a:cubicBezTo>
                    <a:pt x="11" y="46"/>
                    <a:pt x="21" y="47"/>
                    <a:pt x="31" y="44"/>
                  </a:cubicBezTo>
                  <a:cubicBezTo>
                    <a:pt x="40" y="41"/>
                    <a:pt x="48" y="35"/>
                    <a:pt x="55" y="28"/>
                  </a:cubicBezTo>
                  <a:lnTo>
                    <a:pt x="61" y="22"/>
                  </a:lnTo>
                  <a:cubicBezTo>
                    <a:pt x="63" y="19"/>
                    <a:pt x="63" y="16"/>
                    <a:pt x="60" y="14"/>
                  </a:cubicBezTo>
                  <a:cubicBezTo>
                    <a:pt x="52" y="5"/>
                    <a:pt x="40" y="0"/>
                    <a:pt x="27" y="2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1252;p52">
              <a:extLst>
                <a:ext uri="{FF2B5EF4-FFF2-40B4-BE49-F238E27FC236}">
                  <a16:creationId xmlns:a16="http://schemas.microsoft.com/office/drawing/2014/main" id="{548FBC6E-525B-9CA0-1EB6-E4F8161F0E18}"/>
                </a:ext>
              </a:extLst>
            </p:cNvPr>
            <p:cNvSpPr/>
            <p:nvPr/>
          </p:nvSpPr>
          <p:spPr>
            <a:xfrm>
              <a:off x="5055961" y="1384538"/>
              <a:ext cx="418756" cy="554138"/>
            </a:xfrm>
            <a:custGeom>
              <a:avLst/>
              <a:gdLst/>
              <a:ahLst/>
              <a:cxnLst/>
              <a:rect l="l" t="t" r="r" b="b"/>
              <a:pathLst>
                <a:path w="586" h="778" extrusionOk="0">
                  <a:moveTo>
                    <a:pt x="100" y="88"/>
                  </a:moveTo>
                  <a:cubicBezTo>
                    <a:pt x="108" y="74"/>
                    <a:pt x="193" y="72"/>
                    <a:pt x="209" y="68"/>
                  </a:cubicBezTo>
                  <a:cubicBezTo>
                    <a:pt x="209" y="68"/>
                    <a:pt x="282" y="0"/>
                    <a:pt x="381" y="7"/>
                  </a:cubicBezTo>
                  <a:cubicBezTo>
                    <a:pt x="585" y="20"/>
                    <a:pt x="562" y="215"/>
                    <a:pt x="562" y="215"/>
                  </a:cubicBezTo>
                  <a:lnTo>
                    <a:pt x="436" y="222"/>
                  </a:lnTo>
                  <a:cubicBezTo>
                    <a:pt x="412" y="233"/>
                    <a:pt x="338" y="224"/>
                    <a:pt x="314" y="214"/>
                  </a:cubicBezTo>
                  <a:cubicBezTo>
                    <a:pt x="290" y="204"/>
                    <a:pt x="271" y="184"/>
                    <a:pt x="264" y="159"/>
                  </a:cubicBezTo>
                  <a:cubicBezTo>
                    <a:pt x="269" y="182"/>
                    <a:pt x="221" y="270"/>
                    <a:pt x="208" y="290"/>
                  </a:cubicBezTo>
                  <a:cubicBezTo>
                    <a:pt x="180" y="334"/>
                    <a:pt x="208" y="610"/>
                    <a:pt x="315" y="777"/>
                  </a:cubicBezTo>
                  <a:cubicBezTo>
                    <a:pt x="252" y="777"/>
                    <a:pt x="199" y="772"/>
                    <a:pt x="199" y="772"/>
                  </a:cubicBezTo>
                  <a:cubicBezTo>
                    <a:pt x="113" y="616"/>
                    <a:pt x="0" y="230"/>
                    <a:pt x="13" y="179"/>
                  </a:cubicBezTo>
                  <a:cubicBezTo>
                    <a:pt x="17" y="164"/>
                    <a:pt x="91" y="101"/>
                    <a:pt x="100" y="88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1253;p52">
              <a:extLst>
                <a:ext uri="{FF2B5EF4-FFF2-40B4-BE49-F238E27FC236}">
                  <a16:creationId xmlns:a16="http://schemas.microsoft.com/office/drawing/2014/main" id="{756265EE-141E-DB2C-F5EF-BFF38D37F80F}"/>
                </a:ext>
              </a:extLst>
            </p:cNvPr>
            <p:cNvSpPr/>
            <p:nvPr/>
          </p:nvSpPr>
          <p:spPr>
            <a:xfrm>
              <a:off x="5304695" y="1743469"/>
              <a:ext cx="56674" cy="22039"/>
            </a:xfrm>
            <a:custGeom>
              <a:avLst/>
              <a:gdLst/>
              <a:ahLst/>
              <a:cxnLst/>
              <a:rect l="l" t="t" r="r" b="b"/>
              <a:pathLst>
                <a:path w="80" h="29" extrusionOk="0">
                  <a:moveTo>
                    <a:pt x="78" y="27"/>
                  </a:moveTo>
                  <a:cubicBezTo>
                    <a:pt x="77" y="28"/>
                    <a:pt x="60" y="22"/>
                    <a:pt x="39" y="15"/>
                  </a:cubicBezTo>
                  <a:cubicBezTo>
                    <a:pt x="18" y="8"/>
                    <a:pt x="0" y="4"/>
                    <a:pt x="0" y="2"/>
                  </a:cubicBezTo>
                  <a:cubicBezTo>
                    <a:pt x="0" y="0"/>
                    <a:pt x="20" y="2"/>
                    <a:pt x="40" y="9"/>
                  </a:cubicBezTo>
                  <a:cubicBezTo>
                    <a:pt x="62" y="16"/>
                    <a:pt x="79" y="26"/>
                    <a:pt x="78" y="27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1254;p52">
              <a:extLst>
                <a:ext uri="{FF2B5EF4-FFF2-40B4-BE49-F238E27FC236}">
                  <a16:creationId xmlns:a16="http://schemas.microsoft.com/office/drawing/2014/main" id="{82638B68-E041-F623-D1D2-6DF9D3D226FD}"/>
                </a:ext>
              </a:extLst>
            </p:cNvPr>
            <p:cNvSpPr/>
            <p:nvPr/>
          </p:nvSpPr>
          <p:spPr>
            <a:xfrm>
              <a:off x="5103188" y="1957569"/>
              <a:ext cx="607668" cy="749346"/>
            </a:xfrm>
            <a:custGeom>
              <a:avLst/>
              <a:gdLst/>
              <a:ahLst/>
              <a:cxnLst/>
              <a:rect l="l" t="t" r="r" b="b"/>
              <a:pathLst>
                <a:path w="849" h="1050" extrusionOk="0">
                  <a:moveTo>
                    <a:pt x="128" y="12"/>
                  </a:moveTo>
                  <a:lnTo>
                    <a:pt x="450" y="0"/>
                  </a:lnTo>
                  <a:cubicBezTo>
                    <a:pt x="450" y="0"/>
                    <a:pt x="753" y="153"/>
                    <a:pt x="763" y="426"/>
                  </a:cubicBezTo>
                  <a:cubicBezTo>
                    <a:pt x="775" y="710"/>
                    <a:pt x="848" y="984"/>
                    <a:pt x="848" y="984"/>
                  </a:cubicBezTo>
                  <a:lnTo>
                    <a:pt x="367" y="1043"/>
                  </a:lnTo>
                  <a:cubicBezTo>
                    <a:pt x="317" y="1049"/>
                    <a:pt x="266" y="1049"/>
                    <a:pt x="217" y="1041"/>
                  </a:cubicBezTo>
                  <a:lnTo>
                    <a:pt x="166" y="1033"/>
                  </a:lnTo>
                  <a:lnTo>
                    <a:pt x="214" y="852"/>
                  </a:lnTo>
                  <a:cubicBezTo>
                    <a:pt x="161" y="673"/>
                    <a:pt x="115" y="591"/>
                    <a:pt x="59" y="424"/>
                  </a:cubicBezTo>
                  <a:cubicBezTo>
                    <a:pt x="20" y="309"/>
                    <a:pt x="7" y="215"/>
                    <a:pt x="4" y="147"/>
                  </a:cubicBezTo>
                  <a:cubicBezTo>
                    <a:pt x="0" y="75"/>
                    <a:pt x="57" y="15"/>
                    <a:pt x="128" y="12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1255;p52">
              <a:extLst>
                <a:ext uri="{FF2B5EF4-FFF2-40B4-BE49-F238E27FC236}">
                  <a16:creationId xmlns:a16="http://schemas.microsoft.com/office/drawing/2014/main" id="{06A6A708-6743-F658-3A4E-F2B35A1AD0A0}"/>
                </a:ext>
              </a:extLst>
            </p:cNvPr>
            <p:cNvSpPr/>
            <p:nvPr/>
          </p:nvSpPr>
          <p:spPr>
            <a:xfrm>
              <a:off x="5257467" y="2580976"/>
              <a:ext cx="163724" cy="15742"/>
            </a:xfrm>
            <a:custGeom>
              <a:avLst/>
              <a:gdLst/>
              <a:ahLst/>
              <a:cxnLst/>
              <a:rect l="l" t="t" r="r" b="b"/>
              <a:pathLst>
                <a:path w="230" h="23" extrusionOk="0">
                  <a:moveTo>
                    <a:pt x="0" y="1"/>
                  </a:moveTo>
                  <a:cubicBezTo>
                    <a:pt x="0" y="2"/>
                    <a:pt x="12" y="5"/>
                    <a:pt x="32" y="10"/>
                  </a:cubicBezTo>
                  <a:cubicBezTo>
                    <a:pt x="53" y="15"/>
                    <a:pt x="82" y="19"/>
                    <a:pt x="114" y="21"/>
                  </a:cubicBezTo>
                  <a:cubicBezTo>
                    <a:pt x="146" y="22"/>
                    <a:pt x="175" y="20"/>
                    <a:pt x="196" y="17"/>
                  </a:cubicBezTo>
                  <a:cubicBezTo>
                    <a:pt x="217" y="14"/>
                    <a:pt x="229" y="11"/>
                    <a:pt x="229" y="10"/>
                  </a:cubicBezTo>
                  <a:cubicBezTo>
                    <a:pt x="229" y="9"/>
                    <a:pt x="216" y="11"/>
                    <a:pt x="196" y="13"/>
                  </a:cubicBezTo>
                  <a:cubicBezTo>
                    <a:pt x="175" y="15"/>
                    <a:pt x="146" y="16"/>
                    <a:pt x="115" y="15"/>
                  </a:cubicBezTo>
                  <a:cubicBezTo>
                    <a:pt x="84" y="14"/>
                    <a:pt x="55" y="10"/>
                    <a:pt x="34" y="6"/>
                  </a:cubicBezTo>
                  <a:cubicBezTo>
                    <a:pt x="13" y="2"/>
                    <a:pt x="0" y="0"/>
                    <a:pt x="0" y="1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1256;p52">
              <a:extLst>
                <a:ext uri="{FF2B5EF4-FFF2-40B4-BE49-F238E27FC236}">
                  <a16:creationId xmlns:a16="http://schemas.microsoft.com/office/drawing/2014/main" id="{1BE54B0B-4713-0CB2-8BA5-3FAAD1027DA9}"/>
                </a:ext>
              </a:extLst>
            </p:cNvPr>
            <p:cNvSpPr/>
            <p:nvPr/>
          </p:nvSpPr>
          <p:spPr>
            <a:xfrm>
              <a:off x="5468419" y="1951272"/>
              <a:ext cx="569885" cy="295962"/>
            </a:xfrm>
            <a:custGeom>
              <a:avLst/>
              <a:gdLst/>
              <a:ahLst/>
              <a:cxnLst/>
              <a:rect l="l" t="t" r="r" b="b"/>
              <a:pathLst>
                <a:path w="799" h="416" extrusionOk="0">
                  <a:moveTo>
                    <a:pt x="728" y="0"/>
                  </a:moveTo>
                  <a:lnTo>
                    <a:pt x="355" y="167"/>
                  </a:lnTo>
                  <a:lnTo>
                    <a:pt x="0" y="100"/>
                  </a:lnTo>
                  <a:lnTo>
                    <a:pt x="134" y="386"/>
                  </a:lnTo>
                  <a:cubicBezTo>
                    <a:pt x="134" y="386"/>
                    <a:pt x="260" y="415"/>
                    <a:pt x="366" y="369"/>
                  </a:cubicBezTo>
                  <a:cubicBezTo>
                    <a:pt x="471" y="323"/>
                    <a:pt x="798" y="96"/>
                    <a:pt x="798" y="96"/>
                  </a:cubicBezTo>
                  <a:lnTo>
                    <a:pt x="728" y="0"/>
                  </a:lnTo>
                </a:path>
              </a:pathLst>
            </a:custGeom>
            <a:solidFill>
              <a:srgbClr val="C2746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1257;p52">
              <a:extLst>
                <a:ext uri="{FF2B5EF4-FFF2-40B4-BE49-F238E27FC236}">
                  <a16:creationId xmlns:a16="http://schemas.microsoft.com/office/drawing/2014/main" id="{87E2D870-F614-981D-5A6C-A028EFFECEEC}"/>
                </a:ext>
              </a:extLst>
            </p:cNvPr>
            <p:cNvSpPr/>
            <p:nvPr/>
          </p:nvSpPr>
          <p:spPr>
            <a:xfrm>
              <a:off x="5915512" y="1774955"/>
              <a:ext cx="283369" cy="286513"/>
            </a:xfrm>
            <a:custGeom>
              <a:avLst/>
              <a:gdLst/>
              <a:ahLst/>
              <a:cxnLst/>
              <a:rect l="l" t="t" r="r" b="b"/>
              <a:pathLst>
                <a:path w="396" h="402" extrusionOk="0">
                  <a:moveTo>
                    <a:pt x="177" y="344"/>
                  </a:moveTo>
                  <a:cubicBezTo>
                    <a:pt x="177" y="344"/>
                    <a:pt x="268" y="343"/>
                    <a:pt x="287" y="334"/>
                  </a:cubicBezTo>
                  <a:cubicBezTo>
                    <a:pt x="306" y="326"/>
                    <a:pt x="361" y="290"/>
                    <a:pt x="389" y="287"/>
                  </a:cubicBezTo>
                  <a:cubicBezTo>
                    <a:pt x="389" y="287"/>
                    <a:pt x="395" y="264"/>
                    <a:pt x="371" y="264"/>
                  </a:cubicBezTo>
                  <a:cubicBezTo>
                    <a:pt x="346" y="263"/>
                    <a:pt x="311" y="271"/>
                    <a:pt x="296" y="279"/>
                  </a:cubicBezTo>
                  <a:cubicBezTo>
                    <a:pt x="281" y="286"/>
                    <a:pt x="277" y="274"/>
                    <a:pt x="283" y="264"/>
                  </a:cubicBezTo>
                  <a:cubicBezTo>
                    <a:pt x="289" y="252"/>
                    <a:pt x="340" y="185"/>
                    <a:pt x="340" y="185"/>
                  </a:cubicBezTo>
                  <a:cubicBezTo>
                    <a:pt x="340" y="185"/>
                    <a:pt x="387" y="112"/>
                    <a:pt x="386" y="100"/>
                  </a:cubicBezTo>
                  <a:cubicBezTo>
                    <a:pt x="385" y="87"/>
                    <a:pt x="371" y="82"/>
                    <a:pt x="363" y="85"/>
                  </a:cubicBezTo>
                  <a:cubicBezTo>
                    <a:pt x="357" y="88"/>
                    <a:pt x="316" y="146"/>
                    <a:pt x="316" y="146"/>
                  </a:cubicBezTo>
                  <a:lnTo>
                    <a:pt x="288" y="179"/>
                  </a:lnTo>
                  <a:cubicBezTo>
                    <a:pt x="288" y="179"/>
                    <a:pt x="369" y="70"/>
                    <a:pt x="367" y="57"/>
                  </a:cubicBezTo>
                  <a:cubicBezTo>
                    <a:pt x="365" y="43"/>
                    <a:pt x="354" y="43"/>
                    <a:pt x="347" y="43"/>
                  </a:cubicBezTo>
                  <a:cubicBezTo>
                    <a:pt x="339" y="45"/>
                    <a:pt x="304" y="93"/>
                    <a:pt x="304" y="93"/>
                  </a:cubicBezTo>
                  <a:lnTo>
                    <a:pt x="251" y="155"/>
                  </a:lnTo>
                  <a:lnTo>
                    <a:pt x="330" y="25"/>
                  </a:lnTo>
                  <a:cubicBezTo>
                    <a:pt x="330" y="25"/>
                    <a:pt x="336" y="11"/>
                    <a:pt x="327" y="6"/>
                  </a:cubicBezTo>
                  <a:cubicBezTo>
                    <a:pt x="317" y="0"/>
                    <a:pt x="302" y="11"/>
                    <a:pt x="302" y="11"/>
                  </a:cubicBezTo>
                  <a:lnTo>
                    <a:pt x="209" y="138"/>
                  </a:lnTo>
                  <a:cubicBezTo>
                    <a:pt x="209" y="138"/>
                    <a:pt x="257" y="65"/>
                    <a:pt x="254" y="59"/>
                  </a:cubicBezTo>
                  <a:cubicBezTo>
                    <a:pt x="250" y="49"/>
                    <a:pt x="244" y="47"/>
                    <a:pt x="238" y="52"/>
                  </a:cubicBezTo>
                  <a:cubicBezTo>
                    <a:pt x="227" y="61"/>
                    <a:pt x="181" y="124"/>
                    <a:pt x="181" y="124"/>
                  </a:cubicBezTo>
                  <a:lnTo>
                    <a:pt x="100" y="249"/>
                  </a:lnTo>
                  <a:lnTo>
                    <a:pt x="0" y="306"/>
                  </a:lnTo>
                  <a:lnTo>
                    <a:pt x="85" y="401"/>
                  </a:lnTo>
                  <a:lnTo>
                    <a:pt x="177" y="344"/>
                  </a:lnTo>
                </a:path>
              </a:pathLst>
            </a:custGeom>
            <a:solidFill>
              <a:srgbClr val="C2746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1258;p52">
              <a:extLst>
                <a:ext uri="{FF2B5EF4-FFF2-40B4-BE49-F238E27FC236}">
                  <a16:creationId xmlns:a16="http://schemas.microsoft.com/office/drawing/2014/main" id="{F6D633AC-D389-EE54-1508-3633BF3B85B1}"/>
                </a:ext>
              </a:extLst>
            </p:cNvPr>
            <p:cNvSpPr/>
            <p:nvPr/>
          </p:nvSpPr>
          <p:spPr>
            <a:xfrm>
              <a:off x="5496757" y="2228342"/>
              <a:ext cx="768242" cy="412455"/>
            </a:xfrm>
            <a:custGeom>
              <a:avLst/>
              <a:gdLst/>
              <a:ahLst/>
              <a:cxnLst/>
              <a:rect l="l" t="t" r="r" b="b"/>
              <a:pathLst>
                <a:path w="1076" h="577" extrusionOk="0">
                  <a:moveTo>
                    <a:pt x="236" y="0"/>
                  </a:moveTo>
                  <a:cubicBezTo>
                    <a:pt x="236" y="0"/>
                    <a:pt x="436" y="279"/>
                    <a:pt x="444" y="284"/>
                  </a:cubicBezTo>
                  <a:cubicBezTo>
                    <a:pt x="452" y="289"/>
                    <a:pt x="1063" y="445"/>
                    <a:pt x="1069" y="452"/>
                  </a:cubicBezTo>
                  <a:cubicBezTo>
                    <a:pt x="1075" y="459"/>
                    <a:pt x="1053" y="576"/>
                    <a:pt x="1053" y="576"/>
                  </a:cubicBezTo>
                  <a:cubicBezTo>
                    <a:pt x="1053" y="576"/>
                    <a:pt x="462" y="564"/>
                    <a:pt x="336" y="495"/>
                  </a:cubicBezTo>
                  <a:cubicBezTo>
                    <a:pt x="209" y="425"/>
                    <a:pt x="0" y="152"/>
                    <a:pt x="10" y="147"/>
                  </a:cubicBezTo>
                  <a:cubicBezTo>
                    <a:pt x="21" y="141"/>
                    <a:pt x="236" y="0"/>
                    <a:pt x="236" y="0"/>
                  </a:cubicBezTo>
                </a:path>
              </a:pathLst>
            </a:custGeom>
            <a:solidFill>
              <a:srgbClr val="C2746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1259;p52">
              <a:extLst>
                <a:ext uri="{FF2B5EF4-FFF2-40B4-BE49-F238E27FC236}">
                  <a16:creationId xmlns:a16="http://schemas.microsoft.com/office/drawing/2014/main" id="{9BE26841-8E8F-BF56-77A8-1D45FCC9F1CE}"/>
                </a:ext>
              </a:extLst>
            </p:cNvPr>
            <p:cNvSpPr/>
            <p:nvPr/>
          </p:nvSpPr>
          <p:spPr>
            <a:xfrm>
              <a:off x="6224069" y="2480223"/>
              <a:ext cx="273922" cy="223544"/>
            </a:xfrm>
            <a:custGeom>
              <a:avLst/>
              <a:gdLst/>
              <a:ahLst/>
              <a:cxnLst/>
              <a:rect l="l" t="t" r="r" b="b"/>
              <a:pathLst>
                <a:path w="383" h="311" extrusionOk="0">
                  <a:moveTo>
                    <a:pt x="181" y="19"/>
                  </a:moveTo>
                  <a:cubicBezTo>
                    <a:pt x="183" y="38"/>
                    <a:pt x="171" y="53"/>
                    <a:pt x="152" y="64"/>
                  </a:cubicBezTo>
                  <a:cubicBezTo>
                    <a:pt x="133" y="75"/>
                    <a:pt x="139" y="95"/>
                    <a:pt x="139" y="95"/>
                  </a:cubicBezTo>
                  <a:cubicBezTo>
                    <a:pt x="139" y="95"/>
                    <a:pt x="206" y="104"/>
                    <a:pt x="239" y="102"/>
                  </a:cubicBezTo>
                  <a:cubicBezTo>
                    <a:pt x="271" y="100"/>
                    <a:pt x="338" y="90"/>
                    <a:pt x="356" y="99"/>
                  </a:cubicBezTo>
                  <a:cubicBezTo>
                    <a:pt x="374" y="109"/>
                    <a:pt x="377" y="126"/>
                    <a:pt x="354" y="128"/>
                  </a:cubicBezTo>
                  <a:cubicBezTo>
                    <a:pt x="330" y="130"/>
                    <a:pt x="253" y="141"/>
                    <a:pt x="251" y="149"/>
                  </a:cubicBezTo>
                  <a:cubicBezTo>
                    <a:pt x="249" y="157"/>
                    <a:pt x="379" y="183"/>
                    <a:pt x="380" y="195"/>
                  </a:cubicBezTo>
                  <a:cubicBezTo>
                    <a:pt x="382" y="206"/>
                    <a:pt x="381" y="229"/>
                    <a:pt x="351" y="217"/>
                  </a:cubicBezTo>
                  <a:cubicBezTo>
                    <a:pt x="320" y="205"/>
                    <a:pt x="252" y="194"/>
                    <a:pt x="252" y="194"/>
                  </a:cubicBezTo>
                  <a:cubicBezTo>
                    <a:pt x="252" y="194"/>
                    <a:pt x="358" y="238"/>
                    <a:pt x="347" y="252"/>
                  </a:cubicBezTo>
                  <a:cubicBezTo>
                    <a:pt x="337" y="267"/>
                    <a:pt x="327" y="262"/>
                    <a:pt x="308" y="256"/>
                  </a:cubicBezTo>
                  <a:cubicBezTo>
                    <a:pt x="290" y="249"/>
                    <a:pt x="212" y="234"/>
                    <a:pt x="212" y="234"/>
                  </a:cubicBezTo>
                  <a:cubicBezTo>
                    <a:pt x="212" y="234"/>
                    <a:pt x="297" y="277"/>
                    <a:pt x="288" y="293"/>
                  </a:cubicBezTo>
                  <a:cubicBezTo>
                    <a:pt x="280" y="308"/>
                    <a:pt x="276" y="310"/>
                    <a:pt x="259" y="301"/>
                  </a:cubicBezTo>
                  <a:cubicBezTo>
                    <a:pt x="241" y="291"/>
                    <a:pt x="69" y="236"/>
                    <a:pt x="62" y="233"/>
                  </a:cubicBezTo>
                  <a:cubicBezTo>
                    <a:pt x="57" y="230"/>
                    <a:pt x="0" y="205"/>
                    <a:pt x="0" y="205"/>
                  </a:cubicBezTo>
                  <a:lnTo>
                    <a:pt x="33" y="107"/>
                  </a:lnTo>
                  <a:lnTo>
                    <a:pt x="58" y="86"/>
                  </a:lnTo>
                  <a:cubicBezTo>
                    <a:pt x="58" y="86"/>
                    <a:pt x="116" y="31"/>
                    <a:pt x="139" y="22"/>
                  </a:cubicBezTo>
                  <a:cubicBezTo>
                    <a:pt x="164" y="15"/>
                    <a:pt x="179" y="0"/>
                    <a:pt x="181" y="19"/>
                  </a:cubicBezTo>
                </a:path>
              </a:pathLst>
            </a:custGeom>
            <a:solidFill>
              <a:srgbClr val="C2746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1260;p52">
              <a:extLst>
                <a:ext uri="{FF2B5EF4-FFF2-40B4-BE49-F238E27FC236}">
                  <a16:creationId xmlns:a16="http://schemas.microsoft.com/office/drawing/2014/main" id="{DFFE1643-B187-D5AF-5408-1920B509BDF3}"/>
                </a:ext>
              </a:extLst>
            </p:cNvPr>
            <p:cNvSpPr/>
            <p:nvPr/>
          </p:nvSpPr>
          <p:spPr>
            <a:xfrm>
              <a:off x="5304695" y="1948124"/>
              <a:ext cx="425050" cy="437646"/>
            </a:xfrm>
            <a:custGeom>
              <a:avLst/>
              <a:gdLst/>
              <a:ahLst/>
              <a:cxnLst/>
              <a:rect l="l" t="t" r="r" b="b"/>
              <a:pathLst>
                <a:path w="595" h="611" extrusionOk="0">
                  <a:moveTo>
                    <a:pt x="409" y="191"/>
                  </a:moveTo>
                  <a:cubicBezTo>
                    <a:pt x="346" y="117"/>
                    <a:pt x="253" y="26"/>
                    <a:pt x="178" y="14"/>
                  </a:cubicBezTo>
                  <a:cubicBezTo>
                    <a:pt x="101" y="0"/>
                    <a:pt x="0" y="56"/>
                    <a:pt x="0" y="56"/>
                  </a:cubicBezTo>
                  <a:lnTo>
                    <a:pt x="122" y="356"/>
                  </a:lnTo>
                  <a:lnTo>
                    <a:pt x="307" y="610"/>
                  </a:lnTo>
                  <a:lnTo>
                    <a:pt x="594" y="434"/>
                  </a:lnTo>
                  <a:cubicBezTo>
                    <a:pt x="594" y="434"/>
                    <a:pt x="472" y="265"/>
                    <a:pt x="409" y="19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1261;p52">
              <a:extLst>
                <a:ext uri="{FF2B5EF4-FFF2-40B4-BE49-F238E27FC236}">
                  <a16:creationId xmlns:a16="http://schemas.microsoft.com/office/drawing/2014/main" id="{D2BBE07F-5ED3-4529-13C9-B4A35720DC95}"/>
                </a:ext>
              </a:extLst>
            </p:cNvPr>
            <p:cNvSpPr/>
            <p:nvPr/>
          </p:nvSpPr>
          <p:spPr>
            <a:xfrm>
              <a:off x="5351924" y="1982757"/>
              <a:ext cx="129090" cy="333744"/>
            </a:xfrm>
            <a:custGeom>
              <a:avLst/>
              <a:gdLst/>
              <a:ahLst/>
              <a:cxnLst/>
              <a:rect l="l" t="t" r="r" b="b"/>
              <a:pathLst>
                <a:path w="180" h="467" extrusionOk="0">
                  <a:moveTo>
                    <a:pt x="179" y="466"/>
                  </a:moveTo>
                  <a:cubicBezTo>
                    <a:pt x="179" y="466"/>
                    <a:pt x="177" y="465"/>
                    <a:pt x="175" y="462"/>
                  </a:cubicBezTo>
                  <a:cubicBezTo>
                    <a:pt x="173" y="459"/>
                    <a:pt x="169" y="456"/>
                    <a:pt x="165" y="451"/>
                  </a:cubicBezTo>
                  <a:cubicBezTo>
                    <a:pt x="155" y="440"/>
                    <a:pt x="143" y="425"/>
                    <a:pt x="128" y="405"/>
                  </a:cubicBezTo>
                  <a:cubicBezTo>
                    <a:pt x="97" y="365"/>
                    <a:pt x="60" y="306"/>
                    <a:pt x="31" y="236"/>
                  </a:cubicBezTo>
                  <a:cubicBezTo>
                    <a:pt x="15" y="200"/>
                    <a:pt x="3" y="165"/>
                    <a:pt x="1" y="132"/>
                  </a:cubicBezTo>
                  <a:cubicBezTo>
                    <a:pt x="0" y="115"/>
                    <a:pt x="0" y="99"/>
                    <a:pt x="4" y="84"/>
                  </a:cubicBezTo>
                  <a:cubicBezTo>
                    <a:pt x="8" y="70"/>
                    <a:pt x="13" y="56"/>
                    <a:pt x="19" y="46"/>
                  </a:cubicBezTo>
                  <a:cubicBezTo>
                    <a:pt x="33" y="24"/>
                    <a:pt x="50" y="12"/>
                    <a:pt x="63" y="6"/>
                  </a:cubicBezTo>
                  <a:cubicBezTo>
                    <a:pt x="70" y="3"/>
                    <a:pt x="74" y="1"/>
                    <a:pt x="78" y="1"/>
                  </a:cubicBezTo>
                  <a:cubicBezTo>
                    <a:pt x="82" y="0"/>
                    <a:pt x="84" y="0"/>
                    <a:pt x="84" y="0"/>
                  </a:cubicBezTo>
                  <a:cubicBezTo>
                    <a:pt x="84" y="1"/>
                    <a:pt x="76" y="2"/>
                    <a:pt x="64" y="8"/>
                  </a:cubicBezTo>
                  <a:cubicBezTo>
                    <a:pt x="52" y="14"/>
                    <a:pt x="35" y="27"/>
                    <a:pt x="23" y="48"/>
                  </a:cubicBezTo>
                  <a:cubicBezTo>
                    <a:pt x="16" y="58"/>
                    <a:pt x="12" y="71"/>
                    <a:pt x="9" y="85"/>
                  </a:cubicBezTo>
                  <a:cubicBezTo>
                    <a:pt x="6" y="99"/>
                    <a:pt x="5" y="115"/>
                    <a:pt x="7" y="131"/>
                  </a:cubicBezTo>
                  <a:cubicBezTo>
                    <a:pt x="10" y="163"/>
                    <a:pt x="22" y="197"/>
                    <a:pt x="36" y="233"/>
                  </a:cubicBezTo>
                  <a:cubicBezTo>
                    <a:pt x="66" y="303"/>
                    <a:pt x="102" y="361"/>
                    <a:pt x="132" y="402"/>
                  </a:cubicBezTo>
                  <a:cubicBezTo>
                    <a:pt x="146" y="422"/>
                    <a:pt x="158" y="438"/>
                    <a:pt x="167" y="450"/>
                  </a:cubicBezTo>
                  <a:cubicBezTo>
                    <a:pt x="174" y="460"/>
                    <a:pt x="179" y="466"/>
                    <a:pt x="179" y="466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1262;p52">
              <a:extLst>
                <a:ext uri="{FF2B5EF4-FFF2-40B4-BE49-F238E27FC236}">
                  <a16:creationId xmlns:a16="http://schemas.microsoft.com/office/drawing/2014/main" id="{8466C3A5-D3A0-62F3-089C-9BA2AAC0B8C1}"/>
                </a:ext>
              </a:extLst>
            </p:cNvPr>
            <p:cNvSpPr/>
            <p:nvPr/>
          </p:nvSpPr>
          <p:spPr>
            <a:xfrm>
              <a:off x="7436260" y="1870345"/>
              <a:ext cx="119645" cy="119644"/>
            </a:xfrm>
            <a:custGeom>
              <a:avLst/>
              <a:gdLst/>
              <a:ahLst/>
              <a:cxnLst/>
              <a:rect l="l" t="t" r="r" b="b"/>
              <a:pathLst>
                <a:path w="169" h="169" extrusionOk="0">
                  <a:moveTo>
                    <a:pt x="168" y="84"/>
                  </a:moveTo>
                  <a:cubicBezTo>
                    <a:pt x="168" y="99"/>
                    <a:pt x="164" y="112"/>
                    <a:pt x="157" y="126"/>
                  </a:cubicBezTo>
                  <a:cubicBezTo>
                    <a:pt x="149" y="139"/>
                    <a:pt x="139" y="148"/>
                    <a:pt x="126" y="156"/>
                  </a:cubicBezTo>
                  <a:cubicBezTo>
                    <a:pt x="113" y="163"/>
                    <a:pt x="99" y="168"/>
                    <a:pt x="84" y="168"/>
                  </a:cubicBezTo>
                  <a:cubicBezTo>
                    <a:pt x="68" y="168"/>
                    <a:pt x="55" y="163"/>
                    <a:pt x="42" y="156"/>
                  </a:cubicBezTo>
                  <a:cubicBezTo>
                    <a:pt x="28" y="148"/>
                    <a:pt x="19" y="139"/>
                    <a:pt x="12" y="126"/>
                  </a:cubicBezTo>
                  <a:cubicBezTo>
                    <a:pt x="4" y="112"/>
                    <a:pt x="0" y="99"/>
                    <a:pt x="0" y="84"/>
                  </a:cubicBezTo>
                  <a:cubicBezTo>
                    <a:pt x="0" y="68"/>
                    <a:pt x="4" y="55"/>
                    <a:pt x="12" y="42"/>
                  </a:cubicBezTo>
                  <a:cubicBezTo>
                    <a:pt x="19" y="29"/>
                    <a:pt x="28" y="18"/>
                    <a:pt x="42" y="11"/>
                  </a:cubicBezTo>
                  <a:cubicBezTo>
                    <a:pt x="55" y="3"/>
                    <a:pt x="69" y="0"/>
                    <a:pt x="84" y="0"/>
                  </a:cubicBezTo>
                  <a:cubicBezTo>
                    <a:pt x="100" y="0"/>
                    <a:pt x="113" y="3"/>
                    <a:pt x="126" y="11"/>
                  </a:cubicBezTo>
                  <a:cubicBezTo>
                    <a:pt x="139" y="18"/>
                    <a:pt x="149" y="29"/>
                    <a:pt x="157" y="42"/>
                  </a:cubicBezTo>
                  <a:cubicBezTo>
                    <a:pt x="164" y="55"/>
                    <a:pt x="168" y="68"/>
                    <a:pt x="168" y="84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1263;p52">
              <a:extLst>
                <a:ext uri="{FF2B5EF4-FFF2-40B4-BE49-F238E27FC236}">
                  <a16:creationId xmlns:a16="http://schemas.microsoft.com/office/drawing/2014/main" id="{DF055926-5D70-0E12-FD65-AE772A600B35}"/>
                </a:ext>
              </a:extLst>
            </p:cNvPr>
            <p:cNvSpPr/>
            <p:nvPr/>
          </p:nvSpPr>
          <p:spPr>
            <a:xfrm>
              <a:off x="7489784" y="2106485"/>
              <a:ext cx="119645" cy="119644"/>
            </a:xfrm>
            <a:custGeom>
              <a:avLst/>
              <a:gdLst/>
              <a:ahLst/>
              <a:cxnLst/>
              <a:rect l="l" t="t" r="r" b="b"/>
              <a:pathLst>
                <a:path w="168" h="168" extrusionOk="0">
                  <a:moveTo>
                    <a:pt x="167" y="83"/>
                  </a:moveTo>
                  <a:cubicBezTo>
                    <a:pt x="167" y="99"/>
                    <a:pt x="164" y="111"/>
                    <a:pt x="156" y="125"/>
                  </a:cubicBezTo>
                  <a:cubicBezTo>
                    <a:pt x="148" y="138"/>
                    <a:pt x="138" y="148"/>
                    <a:pt x="125" y="156"/>
                  </a:cubicBezTo>
                  <a:cubicBezTo>
                    <a:pt x="111" y="164"/>
                    <a:pt x="98" y="167"/>
                    <a:pt x="83" y="167"/>
                  </a:cubicBezTo>
                  <a:cubicBezTo>
                    <a:pt x="67" y="167"/>
                    <a:pt x="55" y="164"/>
                    <a:pt x="42" y="156"/>
                  </a:cubicBezTo>
                  <a:cubicBezTo>
                    <a:pt x="28" y="148"/>
                    <a:pt x="19" y="138"/>
                    <a:pt x="11" y="125"/>
                  </a:cubicBezTo>
                  <a:cubicBezTo>
                    <a:pt x="3" y="111"/>
                    <a:pt x="0" y="98"/>
                    <a:pt x="0" y="83"/>
                  </a:cubicBezTo>
                  <a:cubicBezTo>
                    <a:pt x="0" y="67"/>
                    <a:pt x="3" y="55"/>
                    <a:pt x="11" y="42"/>
                  </a:cubicBezTo>
                  <a:cubicBezTo>
                    <a:pt x="19" y="28"/>
                    <a:pt x="28" y="19"/>
                    <a:pt x="42" y="11"/>
                  </a:cubicBezTo>
                  <a:cubicBezTo>
                    <a:pt x="55" y="3"/>
                    <a:pt x="68" y="0"/>
                    <a:pt x="83" y="0"/>
                  </a:cubicBezTo>
                  <a:cubicBezTo>
                    <a:pt x="99" y="0"/>
                    <a:pt x="111" y="3"/>
                    <a:pt x="125" y="11"/>
                  </a:cubicBezTo>
                  <a:cubicBezTo>
                    <a:pt x="138" y="19"/>
                    <a:pt x="148" y="28"/>
                    <a:pt x="156" y="42"/>
                  </a:cubicBezTo>
                  <a:cubicBezTo>
                    <a:pt x="164" y="55"/>
                    <a:pt x="167" y="68"/>
                    <a:pt x="167" y="83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78" name="Picture 77">
            <a:extLst>
              <a:ext uri="{FF2B5EF4-FFF2-40B4-BE49-F238E27FC236}">
                <a16:creationId xmlns:a16="http://schemas.microsoft.com/office/drawing/2014/main" id="{D0558938-D51B-9D34-67DD-3F2D1B2476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058" y="729124"/>
            <a:ext cx="3846825" cy="3080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2616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Heart Failure Case Study by Slidesgo">
  <a:themeElements>
    <a:clrScheme name="Simple Light">
      <a:dk1>
        <a:srgbClr val="192B3C"/>
      </a:dk1>
      <a:lt1>
        <a:srgbClr val="FFFFFF"/>
      </a:lt1>
      <a:dk2>
        <a:srgbClr val="FAEBE5"/>
      </a:dk2>
      <a:lt2>
        <a:srgbClr val="FFC1C0"/>
      </a:lt2>
      <a:accent1>
        <a:srgbClr val="DE5159"/>
      </a:accent1>
      <a:accent2>
        <a:srgbClr val="851B34"/>
      </a:accent2>
      <a:accent3>
        <a:srgbClr val="83C6C2"/>
      </a:accent3>
      <a:accent4>
        <a:srgbClr val="89ABC9"/>
      </a:accent4>
      <a:accent5>
        <a:srgbClr val="597CA1"/>
      </a:accent5>
      <a:accent6>
        <a:srgbClr val="FFFFFF"/>
      </a:accent6>
      <a:hlink>
        <a:srgbClr val="192B3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761</Words>
  <Application>Microsoft Office PowerPoint</Application>
  <PresentationFormat>On-screen Show (16:9)</PresentationFormat>
  <Paragraphs>119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Epilogue</vt:lpstr>
      <vt:lpstr>Raleway</vt:lpstr>
      <vt:lpstr>Arial</vt:lpstr>
      <vt:lpstr>Hind Siliguri</vt:lpstr>
      <vt:lpstr>Heart Failure Case Study by Slidesgo</vt:lpstr>
      <vt:lpstr>Heart Failure Diagnosis using Logistic Regression</vt:lpstr>
      <vt:lpstr>Table of contents</vt:lpstr>
      <vt:lpstr>Abstract</vt:lpstr>
      <vt:lpstr>Abstract</vt:lpstr>
      <vt:lpstr>Introduction</vt:lpstr>
      <vt:lpstr>Sample Medical Hostory</vt:lpstr>
      <vt:lpstr>Dataset used for training:</vt:lpstr>
      <vt:lpstr>Pi Graphs for comparision:</vt:lpstr>
      <vt:lpstr>Histograms for remaining features:</vt:lpstr>
      <vt:lpstr>Co-Relation Map:</vt:lpstr>
      <vt:lpstr>Logistic Regression:</vt:lpstr>
      <vt:lpstr>ROC Curve and Confusion Matrix:</vt:lpstr>
      <vt:lpstr>&gt;90%</vt:lpstr>
      <vt:lpstr>Discussion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Azlan Khan</dc:creator>
  <cp:lastModifiedBy>Abdul Ahad</cp:lastModifiedBy>
  <cp:revision>3</cp:revision>
  <dcterms:modified xsi:type="dcterms:W3CDTF">2024-12-13T08:23:59Z</dcterms:modified>
</cp:coreProperties>
</file>